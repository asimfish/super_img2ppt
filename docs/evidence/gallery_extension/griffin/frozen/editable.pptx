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0458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Figure 1, Wang et al., ICML 2025 Griffin. Reconstructed from official PDF raster; all figure objects native. Approximate transparent price highlight as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0" descr="Editable shape; source id header0"/>
          <p:cNvSpPr/>
          <p:nvPr/>
        </p:nvSpPr>
        <p:spPr>
          <a:xfrm>
            <a:off x="559495" y="50104"/>
            <a:ext cx="2446750" cy="450936"/>
          </a:xfrm>
          <a:prstGeom prst="rect">
            <a:avLst/>
          </a:prstGeom>
          <a:solidFill>
            <a:srgbClr val="CEC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er0t" descr="Editable text; source id header0t"/>
          <p:cNvSpPr txBox="1"/>
          <p:nvPr/>
        </p:nvSpPr>
        <p:spPr>
          <a:xfrm>
            <a:off x="555320" y="175364"/>
            <a:ext cx="2446750" cy="2922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63"/>
              </a:lnSpc>
              <a:spcBef>
                <a:spcPts val="0"/>
              </a:spcBef>
              <a:spcAft>
                <a:spcPts val="0"/>
              </a:spcAft>
              <a:defRPr sz="144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Raw RDB</a:t>
            </a:r>
          </a:p>
        </p:txBody>
      </p:sp>
      <p:sp>
        <p:nvSpPr>
          <p:cNvPr id="4" name="header1" descr="Editable shape; source id header1"/>
          <p:cNvSpPr/>
          <p:nvPr/>
        </p:nvSpPr>
        <p:spPr>
          <a:xfrm>
            <a:off x="3523988" y="50104"/>
            <a:ext cx="2780778" cy="450936"/>
          </a:xfrm>
          <a:prstGeom prst="rect">
            <a:avLst/>
          </a:prstGeom>
          <a:solidFill>
            <a:srgbClr val="CEC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1t" descr="Editable text; source id header1t"/>
          <p:cNvSpPr txBox="1"/>
          <p:nvPr/>
        </p:nvSpPr>
        <p:spPr>
          <a:xfrm>
            <a:off x="3519813" y="175364"/>
            <a:ext cx="2780778" cy="2922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63"/>
              </a:lnSpc>
              <a:spcBef>
                <a:spcPts val="0"/>
              </a:spcBef>
              <a:spcAft>
                <a:spcPts val="0"/>
              </a:spcAft>
              <a:defRPr sz="144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Subgraph</a:t>
            </a:r>
          </a:p>
        </p:txBody>
      </p:sp>
      <p:sp>
        <p:nvSpPr>
          <p:cNvPr id="6" name="header2" descr="Editable shape; source id header2"/>
          <p:cNvSpPr/>
          <p:nvPr/>
        </p:nvSpPr>
        <p:spPr>
          <a:xfrm>
            <a:off x="6739002" y="50104"/>
            <a:ext cx="5377840" cy="450936"/>
          </a:xfrm>
          <a:prstGeom prst="rect">
            <a:avLst/>
          </a:prstGeom>
          <a:solidFill>
            <a:srgbClr val="CEC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der2t" descr="Editable text; source id header2t"/>
          <p:cNvSpPr txBox="1"/>
          <p:nvPr/>
        </p:nvSpPr>
        <p:spPr>
          <a:xfrm>
            <a:off x="6734827" y="175364"/>
            <a:ext cx="5377840" cy="2922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63"/>
              </a:lnSpc>
              <a:spcBef>
                <a:spcPts val="0"/>
              </a:spcBef>
              <a:spcAft>
                <a:spcPts val="0"/>
              </a:spcAft>
              <a:defRPr sz="144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Architecture</a:t>
            </a:r>
          </a:p>
        </p:txBody>
      </p:sp>
      <p:sp>
        <p:nvSpPr>
          <p:cNvPr id="8" name="header_arrow379" descr="Editable line; source id header_arrow379"/>
          <p:cNvSpPr/>
          <p:nvPr/>
        </p:nvSpPr>
        <p:spPr>
          <a:xfrm>
            <a:off x="3164910" y="200416"/>
            <a:ext cx="192066" cy="150312"/>
          </a:xfrm>
          <a:custGeom>
            <a:avLst/>
            <a:gdLst/>
            <a:ahLst/>
            <a:cxnLst/>
            <a:rect l="l" t="t" r="r" b="b"/>
            <a:pathLst>
              <a:path w="23000" h="18000">
                <a:moveTo>
                  <a:pt x="0" y="3000"/>
                </a:moveTo>
                <a:lnTo>
                  <a:pt x="11000" y="3000"/>
                </a:lnTo>
                <a:lnTo>
                  <a:pt x="11000" y="0"/>
                </a:lnTo>
                <a:lnTo>
                  <a:pt x="23000" y="9000"/>
                </a:lnTo>
                <a:lnTo>
                  <a:pt x="11000" y="18000"/>
                </a:lnTo>
                <a:lnTo>
                  <a:pt x="11000" y="15000"/>
                </a:lnTo>
                <a:lnTo>
                  <a:pt x="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ader_arrow770" descr="Editable line; source id header_arrow770"/>
          <p:cNvSpPr/>
          <p:nvPr/>
        </p:nvSpPr>
        <p:spPr>
          <a:xfrm>
            <a:off x="6430027" y="200416"/>
            <a:ext cx="192066" cy="150312"/>
          </a:xfrm>
          <a:custGeom>
            <a:avLst/>
            <a:gdLst/>
            <a:ahLst/>
            <a:cxnLst/>
            <a:rect l="l" t="t" r="r" b="b"/>
            <a:pathLst>
              <a:path w="23000" h="18000">
                <a:moveTo>
                  <a:pt x="0" y="3000"/>
                </a:moveTo>
                <a:lnTo>
                  <a:pt x="11000" y="3000"/>
                </a:lnTo>
                <a:lnTo>
                  <a:pt x="11000" y="0"/>
                </a:lnTo>
                <a:lnTo>
                  <a:pt x="23000" y="9000"/>
                </a:lnTo>
                <a:lnTo>
                  <a:pt x="11000" y="18000"/>
                </a:lnTo>
                <a:lnTo>
                  <a:pt x="11000" y="15000"/>
                </a:lnTo>
                <a:lnTo>
                  <a:pt x="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ample_panel" descr="Editable shape; source id sample_panel"/>
          <p:cNvSpPr/>
          <p:nvPr/>
        </p:nvSpPr>
        <p:spPr>
          <a:xfrm>
            <a:off x="3515638" y="776613"/>
            <a:ext cx="2797479" cy="3841314"/>
          </a:xfrm>
          <a:prstGeom prst="roundRect">
            <a:avLst>
              <a:gd name="adj" fmla="val 2985"/>
            </a:avLst>
          </a:prstGeom>
          <a:solidFill>
            <a:srgbClr val="E1EDF7"/>
          </a:solidFill>
          <a:ln w="16701">
            <a:solidFill>
              <a:srgbClr val="2879BD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ample_inner" descr="Editable shape; source id sample_inner"/>
          <p:cNvSpPr/>
          <p:nvPr/>
        </p:nvSpPr>
        <p:spPr>
          <a:xfrm>
            <a:off x="3674301" y="3181610"/>
            <a:ext cx="2496854" cy="609599"/>
          </a:xfrm>
          <a:prstGeom prst="roundRect">
            <a:avLst>
              <a:gd name="adj" fmla="val 9589"/>
            </a:avLst>
          </a:prstGeom>
          <a:solidFill>
            <a:srgbClr val="E1EED6"/>
          </a:solidFill>
          <a:ln w="16701">
            <a:solidFill>
              <a:srgbClr val="598633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mporal" descr="Editable shape; source id temporal"/>
          <p:cNvSpPr/>
          <p:nvPr/>
        </p:nvSpPr>
        <p:spPr>
          <a:xfrm>
            <a:off x="4901851" y="3974925"/>
            <a:ext cx="1269304" cy="576197"/>
          </a:xfrm>
          <a:prstGeom prst="roundRect">
            <a:avLst>
              <a:gd name="adj" fmla="val 17391"/>
            </a:avLst>
          </a:prstGeom>
          <a:solidFill>
            <a:srgbClr val="FFF2CC"/>
          </a:solidFill>
          <a:ln w="16701">
            <a:solidFill>
              <a:srgbClr val="FFD65C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ncoder_panel" descr="Editable shape; source id encoder_panel"/>
          <p:cNvSpPr/>
          <p:nvPr/>
        </p:nvSpPr>
        <p:spPr>
          <a:xfrm>
            <a:off x="6730651" y="1185797"/>
            <a:ext cx="2530257" cy="668054"/>
          </a:xfrm>
          <a:prstGeom prst="roundRect">
            <a:avLst>
              <a:gd name="adj" fmla="val 17500"/>
            </a:avLst>
          </a:prstGeom>
          <a:solidFill>
            <a:srgbClr val="FBE4D1"/>
          </a:solidFill>
          <a:ln w="16701">
            <a:solidFill>
              <a:srgbClr val="CE5C00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ross_panel" descr="Editable shape; source id cross_panel"/>
          <p:cNvSpPr/>
          <p:nvPr/>
        </p:nvSpPr>
        <p:spPr>
          <a:xfrm>
            <a:off x="6730651" y="2505205"/>
            <a:ext cx="2530257" cy="2070969"/>
          </a:xfrm>
          <a:prstGeom prst="roundRect">
            <a:avLst>
              <a:gd name="adj" fmla="val 5645"/>
            </a:avLst>
          </a:prstGeom>
          <a:solidFill>
            <a:srgbClr val="E1EED6"/>
          </a:solidFill>
          <a:ln w="16701">
            <a:solidFill>
              <a:srgbClr val="598633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ross" descr="Editable shape; source id cross"/>
          <p:cNvSpPr/>
          <p:nvPr/>
        </p:nvSpPr>
        <p:spPr>
          <a:xfrm>
            <a:off x="6956120" y="2981194"/>
            <a:ext cx="1962410" cy="1453019"/>
          </a:xfrm>
          <a:prstGeom prst="rect">
            <a:avLst/>
          </a:prstGeom>
          <a:solidFill>
            <a:srgbClr val="ACCF8C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coder_panel" descr="Editable shape; source id decoder_panel"/>
          <p:cNvSpPr/>
          <p:nvPr/>
        </p:nvSpPr>
        <p:spPr>
          <a:xfrm>
            <a:off x="9845457" y="1194147"/>
            <a:ext cx="2263035" cy="1336109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pnn_panel" descr="Editable shape; source id mpnn_panel"/>
          <p:cNvSpPr/>
          <p:nvPr/>
        </p:nvSpPr>
        <p:spPr>
          <a:xfrm>
            <a:off x="9812054" y="3949873"/>
            <a:ext cx="2321490" cy="2062619"/>
          </a:xfrm>
          <a:prstGeom prst="roundRect">
            <a:avLst>
              <a:gd name="adj" fmla="val 2834"/>
            </a:avLst>
          </a:prstGeom>
          <a:solidFill>
            <a:srgbClr val="E1EDF7"/>
          </a:solidFill>
          <a:ln w="16701">
            <a:solidFill>
              <a:srgbClr val="2879BD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t" descr="Editable text; source id ut"/>
          <p:cNvSpPr txBox="1"/>
          <p:nvPr/>
        </p:nvSpPr>
        <p:spPr>
          <a:xfrm>
            <a:off x="718158" y="734860"/>
            <a:ext cx="2296438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 Table</a:t>
            </a:r>
          </a:p>
        </p:txBody>
      </p:sp>
      <p:sp>
        <p:nvSpPr>
          <p:cNvPr id="19" name="pt" descr="Editable text; source id pt"/>
          <p:cNvSpPr txBox="1"/>
          <p:nvPr/>
        </p:nvSpPr>
        <p:spPr>
          <a:xfrm>
            <a:off x="734860" y="2054268"/>
            <a:ext cx="2279736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Purchase Table</a:t>
            </a:r>
          </a:p>
        </p:txBody>
      </p:sp>
      <p:sp>
        <p:nvSpPr>
          <p:cNvPr id="20" name="prod" descr="Editable text; source id prod"/>
          <p:cNvSpPr txBox="1"/>
          <p:nvPr/>
        </p:nvSpPr>
        <p:spPr>
          <a:xfrm>
            <a:off x="718158" y="4058432"/>
            <a:ext cx="2279736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Table</a:t>
            </a:r>
          </a:p>
        </p:txBody>
      </p:sp>
      <p:sp>
        <p:nvSpPr>
          <p:cNvPr id="21" name="user_0_0" descr="Editable shape; source id user_0_0"/>
          <p:cNvSpPr/>
          <p:nvPr/>
        </p:nvSpPr>
        <p:spPr>
          <a:xfrm>
            <a:off x="718158" y="943627"/>
            <a:ext cx="768262" cy="292273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ser_0_0t" descr="Editable text; source id user_0_0t"/>
          <p:cNvSpPr txBox="1"/>
          <p:nvPr/>
        </p:nvSpPr>
        <p:spPr>
          <a:xfrm>
            <a:off x="726509" y="1018783"/>
            <a:ext cx="751561" cy="28392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User ID</a:t>
            </a:r>
          </a:p>
        </p:txBody>
      </p:sp>
      <p:sp>
        <p:nvSpPr>
          <p:cNvPr id="23" name="user_0_1" descr="Editable shape; source id user_0_1"/>
          <p:cNvSpPr/>
          <p:nvPr/>
        </p:nvSpPr>
        <p:spPr>
          <a:xfrm>
            <a:off x="1486421" y="943627"/>
            <a:ext cx="759912" cy="292273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ser_0_1t" descr="Editable text; source id user_0_1t"/>
          <p:cNvSpPr txBox="1"/>
          <p:nvPr/>
        </p:nvSpPr>
        <p:spPr>
          <a:xfrm>
            <a:off x="1494772" y="1018783"/>
            <a:ext cx="743210" cy="28392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Account Level</a:t>
            </a:r>
          </a:p>
        </p:txBody>
      </p:sp>
      <p:sp>
        <p:nvSpPr>
          <p:cNvPr id="25" name="user_0_2" descr="Editable shape; source id user_0_2"/>
          <p:cNvSpPr/>
          <p:nvPr/>
        </p:nvSpPr>
        <p:spPr>
          <a:xfrm>
            <a:off x="2246334" y="943627"/>
            <a:ext cx="768262" cy="292273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ser_0_2t" descr="Editable text; source id user_0_2t"/>
          <p:cNvSpPr txBox="1"/>
          <p:nvPr/>
        </p:nvSpPr>
        <p:spPr>
          <a:xfrm>
            <a:off x="2254684" y="951978"/>
            <a:ext cx="751561" cy="28392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Purchase</a:t>
            </a:r>
          </a:p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Amount</a:t>
            </a:r>
          </a:p>
        </p:txBody>
      </p:sp>
      <p:sp>
        <p:nvSpPr>
          <p:cNvPr id="27" name="user_1_0" descr="Editable shape; source id user_1_0"/>
          <p:cNvSpPr/>
          <p:nvPr/>
        </p:nvSpPr>
        <p:spPr>
          <a:xfrm>
            <a:off x="718158" y="1235901"/>
            <a:ext cx="76826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ser_1_0t" descr="Editable text; source id user_1_0t"/>
          <p:cNvSpPr txBox="1"/>
          <p:nvPr/>
        </p:nvSpPr>
        <p:spPr>
          <a:xfrm>
            <a:off x="726509" y="1286005"/>
            <a:ext cx="751561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9" name="user_1_1" descr="Editable shape; source id user_1_1"/>
          <p:cNvSpPr/>
          <p:nvPr/>
        </p:nvSpPr>
        <p:spPr>
          <a:xfrm>
            <a:off x="1486421" y="1235901"/>
            <a:ext cx="75991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user_1_1t" descr="Editable text; source id user_1_1t"/>
          <p:cNvSpPr txBox="1"/>
          <p:nvPr/>
        </p:nvSpPr>
        <p:spPr>
          <a:xfrm>
            <a:off x="1494772" y="1286005"/>
            <a:ext cx="743210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Gold</a:t>
            </a:r>
          </a:p>
        </p:txBody>
      </p:sp>
      <p:sp>
        <p:nvSpPr>
          <p:cNvPr id="31" name="user_1_2" descr="Editable shape; source id user_1_2"/>
          <p:cNvSpPr/>
          <p:nvPr/>
        </p:nvSpPr>
        <p:spPr>
          <a:xfrm>
            <a:off x="2246334" y="1235901"/>
            <a:ext cx="76826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user_1_2t" descr="Editable text; source id user_1_2t"/>
          <p:cNvSpPr txBox="1"/>
          <p:nvPr/>
        </p:nvSpPr>
        <p:spPr>
          <a:xfrm>
            <a:off x="2254684" y="1286005"/>
            <a:ext cx="751561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33" name="user_2_0" descr="Editable shape; source id user_2_0"/>
          <p:cNvSpPr/>
          <p:nvPr/>
        </p:nvSpPr>
        <p:spPr>
          <a:xfrm>
            <a:off x="718158" y="1461369"/>
            <a:ext cx="76826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user_2_0t" descr="Editable text; source id user_2_0t"/>
          <p:cNvSpPr txBox="1"/>
          <p:nvPr/>
        </p:nvSpPr>
        <p:spPr>
          <a:xfrm>
            <a:off x="726509" y="1511473"/>
            <a:ext cx="751561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5" name="user_2_1" descr="Editable shape; source id user_2_1"/>
          <p:cNvSpPr/>
          <p:nvPr/>
        </p:nvSpPr>
        <p:spPr>
          <a:xfrm>
            <a:off x="1486421" y="1461369"/>
            <a:ext cx="75991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user_2_1t" descr="Editable text; source id user_2_1t"/>
          <p:cNvSpPr txBox="1"/>
          <p:nvPr/>
        </p:nvSpPr>
        <p:spPr>
          <a:xfrm>
            <a:off x="1494772" y="1511473"/>
            <a:ext cx="743210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Silver</a:t>
            </a:r>
          </a:p>
        </p:txBody>
      </p:sp>
      <p:sp>
        <p:nvSpPr>
          <p:cNvPr id="37" name="user_2_2" descr="Editable shape; source id user_2_2"/>
          <p:cNvSpPr/>
          <p:nvPr/>
        </p:nvSpPr>
        <p:spPr>
          <a:xfrm>
            <a:off x="2246334" y="1461369"/>
            <a:ext cx="76826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user_2_2t" descr="Editable text; source id user_2_2t"/>
          <p:cNvSpPr txBox="1"/>
          <p:nvPr/>
        </p:nvSpPr>
        <p:spPr>
          <a:xfrm>
            <a:off x="2254684" y="1511473"/>
            <a:ext cx="751561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80</a:t>
            </a:r>
          </a:p>
        </p:txBody>
      </p:sp>
      <p:sp>
        <p:nvSpPr>
          <p:cNvPr id="39" name="user_3_0" descr="Editable shape; source id user_3_0"/>
          <p:cNvSpPr/>
          <p:nvPr/>
        </p:nvSpPr>
        <p:spPr>
          <a:xfrm>
            <a:off x="718158" y="1686838"/>
            <a:ext cx="76826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user_3_0t" descr="Editable text; source id user_3_0t"/>
          <p:cNvSpPr txBox="1"/>
          <p:nvPr/>
        </p:nvSpPr>
        <p:spPr>
          <a:xfrm>
            <a:off x="726509" y="1736942"/>
            <a:ext cx="751561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41" name="user_3_1" descr="Editable shape; source id user_3_1"/>
          <p:cNvSpPr/>
          <p:nvPr/>
        </p:nvSpPr>
        <p:spPr>
          <a:xfrm>
            <a:off x="1486421" y="1686838"/>
            <a:ext cx="75991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user_3_1t" descr="Editable text; source id user_3_1t"/>
          <p:cNvSpPr txBox="1"/>
          <p:nvPr/>
        </p:nvSpPr>
        <p:spPr>
          <a:xfrm>
            <a:off x="1494772" y="1736942"/>
            <a:ext cx="743210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Bronze</a:t>
            </a:r>
          </a:p>
        </p:txBody>
      </p:sp>
      <p:sp>
        <p:nvSpPr>
          <p:cNvPr id="43" name="user_3_2" descr="Editable shape; source id user_3_2"/>
          <p:cNvSpPr/>
          <p:nvPr/>
        </p:nvSpPr>
        <p:spPr>
          <a:xfrm>
            <a:off x="2246334" y="1686838"/>
            <a:ext cx="76826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ser_3_2t" descr="Editable text; source id user_3_2t"/>
          <p:cNvSpPr txBox="1"/>
          <p:nvPr/>
        </p:nvSpPr>
        <p:spPr>
          <a:xfrm>
            <a:off x="2254684" y="1736942"/>
            <a:ext cx="751561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45" name="purchase_0_0" descr="Editable shape; source id purchase_0_0"/>
          <p:cNvSpPr/>
          <p:nvPr/>
        </p:nvSpPr>
        <p:spPr>
          <a:xfrm>
            <a:off x="734860" y="2246334"/>
            <a:ext cx="567846" cy="215447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urchase_0_0t" descr="Editable text; source id purchase_0_0t"/>
          <p:cNvSpPr txBox="1"/>
          <p:nvPr/>
        </p:nvSpPr>
        <p:spPr>
          <a:xfrm>
            <a:off x="743210" y="2254684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User ID</a:t>
            </a:r>
          </a:p>
        </p:txBody>
      </p:sp>
      <p:sp>
        <p:nvSpPr>
          <p:cNvPr id="47" name="purchase_0_1" descr="Editable shape; source id purchase_0_1"/>
          <p:cNvSpPr/>
          <p:nvPr/>
        </p:nvSpPr>
        <p:spPr>
          <a:xfrm>
            <a:off x="1302706" y="2246334"/>
            <a:ext cx="567846" cy="215447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urchase_0_1t" descr="Editable text; source id purchase_0_1t"/>
          <p:cNvSpPr txBox="1"/>
          <p:nvPr/>
        </p:nvSpPr>
        <p:spPr>
          <a:xfrm>
            <a:off x="1311057" y="2254684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Item ID</a:t>
            </a:r>
          </a:p>
        </p:txBody>
      </p:sp>
      <p:sp>
        <p:nvSpPr>
          <p:cNvPr id="49" name="purchase_0_2" descr="Editable shape; source id purchase_0_2"/>
          <p:cNvSpPr/>
          <p:nvPr/>
        </p:nvSpPr>
        <p:spPr>
          <a:xfrm>
            <a:off x="1870553" y="2246334"/>
            <a:ext cx="567846" cy="215447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urchase_0_2t" descr="Editable text; source id purchase_0_2t"/>
          <p:cNvSpPr txBox="1"/>
          <p:nvPr/>
        </p:nvSpPr>
        <p:spPr>
          <a:xfrm>
            <a:off x="1878904" y="2254684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Rating</a:t>
            </a:r>
          </a:p>
        </p:txBody>
      </p:sp>
      <p:sp>
        <p:nvSpPr>
          <p:cNvPr id="51" name="purchase_0_3" descr="Editable shape; source id purchase_0_3"/>
          <p:cNvSpPr/>
          <p:nvPr/>
        </p:nvSpPr>
        <p:spPr>
          <a:xfrm>
            <a:off x="2438399" y="2246334"/>
            <a:ext cx="567846" cy="215447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urchase_0_3t" descr="Editable text; source id purchase_0_3t"/>
          <p:cNvSpPr txBox="1"/>
          <p:nvPr/>
        </p:nvSpPr>
        <p:spPr>
          <a:xfrm>
            <a:off x="2446750" y="2254684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Timestamp</a:t>
            </a:r>
          </a:p>
        </p:txBody>
      </p:sp>
      <p:sp>
        <p:nvSpPr>
          <p:cNvPr id="53" name="purchase_1_0" descr="Editable shape; source id purchase_1_0"/>
          <p:cNvSpPr/>
          <p:nvPr/>
        </p:nvSpPr>
        <p:spPr>
          <a:xfrm>
            <a:off x="734860" y="2461781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urchase_1_0t" descr="Editable text; source id purchase_1_0t"/>
          <p:cNvSpPr txBox="1"/>
          <p:nvPr/>
        </p:nvSpPr>
        <p:spPr>
          <a:xfrm>
            <a:off x="743210" y="2470132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5" name="purchase_1_1" descr="Editable shape; source id purchase_1_1"/>
          <p:cNvSpPr/>
          <p:nvPr/>
        </p:nvSpPr>
        <p:spPr>
          <a:xfrm>
            <a:off x="1302706" y="2461781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urchase_1_1t" descr="Editable text; source id purchase_1_1t"/>
          <p:cNvSpPr txBox="1"/>
          <p:nvPr/>
        </p:nvSpPr>
        <p:spPr>
          <a:xfrm>
            <a:off x="1311057" y="2470132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7" name="purchase_1_2" descr="Editable shape; source id purchase_1_2"/>
          <p:cNvSpPr/>
          <p:nvPr/>
        </p:nvSpPr>
        <p:spPr>
          <a:xfrm>
            <a:off x="1870553" y="2461781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urchase_1_2t" descr="Editable text; source id purchase_1_2t"/>
          <p:cNvSpPr txBox="1"/>
          <p:nvPr/>
        </p:nvSpPr>
        <p:spPr>
          <a:xfrm>
            <a:off x="1878904" y="2470132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59" name="purchase_1_3" descr="Editable shape; source id purchase_1_3"/>
          <p:cNvSpPr/>
          <p:nvPr/>
        </p:nvSpPr>
        <p:spPr>
          <a:xfrm>
            <a:off x="2438399" y="2461781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urchase_1_3t" descr="Editable text; source id purchase_1_3t"/>
          <p:cNvSpPr txBox="1"/>
          <p:nvPr/>
        </p:nvSpPr>
        <p:spPr>
          <a:xfrm>
            <a:off x="2446750" y="2470132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Jan 1st</a:t>
            </a:r>
          </a:p>
        </p:txBody>
      </p:sp>
      <p:sp>
        <p:nvSpPr>
          <p:cNvPr id="61" name="purchase_2_0" descr="Editable shape; source id purchase_2_0"/>
          <p:cNvSpPr/>
          <p:nvPr/>
        </p:nvSpPr>
        <p:spPr>
          <a:xfrm>
            <a:off x="734860" y="2677229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urchase_2_0t" descr="Editable text; source id purchase_2_0t"/>
          <p:cNvSpPr txBox="1"/>
          <p:nvPr/>
        </p:nvSpPr>
        <p:spPr>
          <a:xfrm>
            <a:off x="743210" y="2685580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3" name="purchase_2_1" descr="Editable shape; source id purchase_2_1"/>
          <p:cNvSpPr/>
          <p:nvPr/>
        </p:nvSpPr>
        <p:spPr>
          <a:xfrm>
            <a:off x="1302706" y="2677229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urchase_2_1t" descr="Editable text; source id purchase_2_1t"/>
          <p:cNvSpPr txBox="1"/>
          <p:nvPr/>
        </p:nvSpPr>
        <p:spPr>
          <a:xfrm>
            <a:off x="1311057" y="2685580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65" name="purchase_2_2" descr="Editable shape; source id purchase_2_2"/>
          <p:cNvSpPr/>
          <p:nvPr/>
        </p:nvSpPr>
        <p:spPr>
          <a:xfrm>
            <a:off x="1870553" y="2677229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urchase_2_2t" descr="Editable text; source id purchase_2_2t"/>
          <p:cNvSpPr txBox="1"/>
          <p:nvPr/>
        </p:nvSpPr>
        <p:spPr>
          <a:xfrm>
            <a:off x="1878904" y="2685580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67" name="purchase_2_3" descr="Editable shape; source id purchase_2_3"/>
          <p:cNvSpPr/>
          <p:nvPr/>
        </p:nvSpPr>
        <p:spPr>
          <a:xfrm>
            <a:off x="2438399" y="2677229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urchase_2_3t" descr="Editable text; source id purchase_2_3t"/>
          <p:cNvSpPr txBox="1"/>
          <p:nvPr/>
        </p:nvSpPr>
        <p:spPr>
          <a:xfrm>
            <a:off x="2446750" y="2685580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Jan 2nd</a:t>
            </a:r>
          </a:p>
        </p:txBody>
      </p:sp>
      <p:sp>
        <p:nvSpPr>
          <p:cNvPr id="69" name="purchase_3_0" descr="Editable shape; source id purchase_3_0"/>
          <p:cNvSpPr/>
          <p:nvPr/>
        </p:nvSpPr>
        <p:spPr>
          <a:xfrm>
            <a:off x="734860" y="2892677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urchase_3_0t" descr="Editable text; source id purchase_3_0t"/>
          <p:cNvSpPr txBox="1"/>
          <p:nvPr/>
        </p:nvSpPr>
        <p:spPr>
          <a:xfrm>
            <a:off x="743210" y="2901027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1" name="purchase_3_1" descr="Editable shape; source id purchase_3_1"/>
          <p:cNvSpPr/>
          <p:nvPr/>
        </p:nvSpPr>
        <p:spPr>
          <a:xfrm>
            <a:off x="1302706" y="2892677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urchase_3_1t" descr="Editable text; source id purchase_3_1t"/>
          <p:cNvSpPr txBox="1"/>
          <p:nvPr/>
        </p:nvSpPr>
        <p:spPr>
          <a:xfrm>
            <a:off x="1311057" y="2901027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73" name="purchase_3_2" descr="Editable shape; source id purchase_3_2"/>
          <p:cNvSpPr/>
          <p:nvPr/>
        </p:nvSpPr>
        <p:spPr>
          <a:xfrm>
            <a:off x="1870553" y="2892677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purchase_3_2t" descr="Editable text; source id purchase_3_2t"/>
          <p:cNvSpPr txBox="1"/>
          <p:nvPr/>
        </p:nvSpPr>
        <p:spPr>
          <a:xfrm>
            <a:off x="1878904" y="2901027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5" name="purchase_3_3" descr="Editable shape; source id purchase_3_3"/>
          <p:cNvSpPr/>
          <p:nvPr/>
        </p:nvSpPr>
        <p:spPr>
          <a:xfrm>
            <a:off x="2438399" y="2892677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purchase_3_3t" descr="Editable text; source id purchase_3_3t"/>
          <p:cNvSpPr txBox="1"/>
          <p:nvPr/>
        </p:nvSpPr>
        <p:spPr>
          <a:xfrm>
            <a:off x="2446750" y="2901027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Jan 3rd</a:t>
            </a:r>
          </a:p>
        </p:txBody>
      </p:sp>
      <p:sp>
        <p:nvSpPr>
          <p:cNvPr id="77" name="purchase_4_0" descr="Editable shape; source id purchase_4_0"/>
          <p:cNvSpPr/>
          <p:nvPr/>
        </p:nvSpPr>
        <p:spPr>
          <a:xfrm>
            <a:off x="734860" y="3108124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purchase_4_0t" descr="Editable text; source id purchase_4_0t"/>
          <p:cNvSpPr txBox="1"/>
          <p:nvPr/>
        </p:nvSpPr>
        <p:spPr>
          <a:xfrm>
            <a:off x="743210" y="3116475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9" name="purchase_4_1" descr="Editable shape; source id purchase_4_1"/>
          <p:cNvSpPr/>
          <p:nvPr/>
        </p:nvSpPr>
        <p:spPr>
          <a:xfrm>
            <a:off x="1302706" y="3108124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purchase_4_1t" descr="Editable text; source id purchase_4_1t"/>
          <p:cNvSpPr txBox="1"/>
          <p:nvPr/>
        </p:nvSpPr>
        <p:spPr>
          <a:xfrm>
            <a:off x="1311057" y="3116475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1" name="purchase_4_2" descr="Editable shape; source id purchase_4_2"/>
          <p:cNvSpPr/>
          <p:nvPr/>
        </p:nvSpPr>
        <p:spPr>
          <a:xfrm>
            <a:off x="1870553" y="3108124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purchase_4_2t" descr="Editable text; source id purchase_4_2t"/>
          <p:cNvSpPr txBox="1"/>
          <p:nvPr/>
        </p:nvSpPr>
        <p:spPr>
          <a:xfrm>
            <a:off x="1878904" y="3116475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83" name="purchase_4_3" descr="Editable shape; source id purchase_4_3"/>
          <p:cNvSpPr/>
          <p:nvPr/>
        </p:nvSpPr>
        <p:spPr>
          <a:xfrm>
            <a:off x="2438399" y="3108124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purchase_4_3t" descr="Editable text; source id purchase_4_3t"/>
          <p:cNvSpPr txBox="1"/>
          <p:nvPr/>
        </p:nvSpPr>
        <p:spPr>
          <a:xfrm>
            <a:off x="2446750" y="3116475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Feb 1st</a:t>
            </a:r>
          </a:p>
        </p:txBody>
      </p:sp>
      <p:sp>
        <p:nvSpPr>
          <p:cNvPr id="85" name="purchase_5_0" descr="Editable shape; source id purchase_5_0"/>
          <p:cNvSpPr/>
          <p:nvPr/>
        </p:nvSpPr>
        <p:spPr>
          <a:xfrm>
            <a:off x="734860" y="3323572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purchase_5_0t" descr="Editable text; source id purchase_5_0t"/>
          <p:cNvSpPr txBox="1"/>
          <p:nvPr/>
        </p:nvSpPr>
        <p:spPr>
          <a:xfrm>
            <a:off x="743210" y="3331923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7" name="purchase_5_1" descr="Editable shape; source id purchase_5_1"/>
          <p:cNvSpPr/>
          <p:nvPr/>
        </p:nvSpPr>
        <p:spPr>
          <a:xfrm>
            <a:off x="1302706" y="3323572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urchase_5_1t" descr="Editable text; source id purchase_5_1t"/>
          <p:cNvSpPr txBox="1"/>
          <p:nvPr/>
        </p:nvSpPr>
        <p:spPr>
          <a:xfrm>
            <a:off x="1311057" y="3331923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9" name="purchase_5_2" descr="Editable shape; source id purchase_5_2"/>
          <p:cNvSpPr/>
          <p:nvPr/>
        </p:nvSpPr>
        <p:spPr>
          <a:xfrm>
            <a:off x="1870553" y="3323572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urchase_5_2t" descr="Editable text; source id purchase_5_2t"/>
          <p:cNvSpPr txBox="1"/>
          <p:nvPr/>
        </p:nvSpPr>
        <p:spPr>
          <a:xfrm>
            <a:off x="1878904" y="3331923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1" name="purchase_5_3" descr="Editable shape; source id purchase_5_3"/>
          <p:cNvSpPr/>
          <p:nvPr/>
        </p:nvSpPr>
        <p:spPr>
          <a:xfrm>
            <a:off x="2438399" y="3323572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urchase_5_3t" descr="Editable text; source id purchase_5_3t"/>
          <p:cNvSpPr txBox="1"/>
          <p:nvPr/>
        </p:nvSpPr>
        <p:spPr>
          <a:xfrm>
            <a:off x="2446750" y="3331923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Feb 2nd</a:t>
            </a:r>
          </a:p>
        </p:txBody>
      </p:sp>
      <p:sp>
        <p:nvSpPr>
          <p:cNvPr id="93" name="purchase_6_0" descr="Editable shape; source id purchase_6_0"/>
          <p:cNvSpPr/>
          <p:nvPr/>
        </p:nvSpPr>
        <p:spPr>
          <a:xfrm>
            <a:off x="734860" y="3539020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purchase_6_0t" descr="Editable text; source id purchase_6_0t"/>
          <p:cNvSpPr txBox="1"/>
          <p:nvPr/>
        </p:nvSpPr>
        <p:spPr>
          <a:xfrm>
            <a:off x="743210" y="3547370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5" name="purchase_6_1" descr="Editable shape; source id purchase_6_1"/>
          <p:cNvSpPr/>
          <p:nvPr/>
        </p:nvSpPr>
        <p:spPr>
          <a:xfrm>
            <a:off x="1302706" y="3539020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purchase_6_1t" descr="Editable text; source id purchase_6_1t"/>
          <p:cNvSpPr txBox="1"/>
          <p:nvPr/>
        </p:nvSpPr>
        <p:spPr>
          <a:xfrm>
            <a:off x="1311057" y="3547370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7" name="purchase_6_2" descr="Editable shape; source id purchase_6_2"/>
          <p:cNvSpPr/>
          <p:nvPr/>
        </p:nvSpPr>
        <p:spPr>
          <a:xfrm>
            <a:off x="1870553" y="3539020"/>
            <a:ext cx="567846" cy="215447"/>
          </a:xfrm>
          <a:prstGeom prst="rect">
            <a:avLst/>
          </a:prstGeom>
          <a:solidFill>
            <a:srgbClr val="F8BEBC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purchase_6_2t" descr="Editable text; source id purchase_6_2t"/>
          <p:cNvSpPr txBox="1"/>
          <p:nvPr/>
        </p:nvSpPr>
        <p:spPr>
          <a:xfrm>
            <a:off x="1878904" y="3547370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1" i="0" lang="zh-CN" dirty="0">
                <a:solidFill>
                  <a:srgbClr val="ED21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1" i="0" lang="zh-CN" dirty="0">
                <a:solidFill>
                  <a:srgbClr val="ED2117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99" name="purchase_6_3" descr="Editable shape; source id purchase_6_3"/>
          <p:cNvSpPr/>
          <p:nvPr/>
        </p:nvSpPr>
        <p:spPr>
          <a:xfrm>
            <a:off x="2438399" y="3539020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purchase_6_3t" descr="Editable text; source id purchase_6_3t"/>
          <p:cNvSpPr txBox="1"/>
          <p:nvPr/>
        </p:nvSpPr>
        <p:spPr>
          <a:xfrm>
            <a:off x="2446750" y="3547370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Feb 3rd</a:t>
            </a:r>
          </a:p>
        </p:txBody>
      </p:sp>
      <p:sp>
        <p:nvSpPr>
          <p:cNvPr id="101" name="purchase_7_0" descr="Editable shape; source id purchase_7_0"/>
          <p:cNvSpPr/>
          <p:nvPr/>
        </p:nvSpPr>
        <p:spPr>
          <a:xfrm>
            <a:off x="734860" y="3754467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purchase_7_0t" descr="Editable text; source id purchase_7_0t"/>
          <p:cNvSpPr txBox="1"/>
          <p:nvPr/>
        </p:nvSpPr>
        <p:spPr>
          <a:xfrm>
            <a:off x="743210" y="3762818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03" name="purchase_7_1" descr="Editable shape; source id purchase_7_1"/>
          <p:cNvSpPr/>
          <p:nvPr/>
        </p:nvSpPr>
        <p:spPr>
          <a:xfrm>
            <a:off x="1302706" y="3754467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purchase_7_1t" descr="Editable text; source id purchase_7_1t"/>
          <p:cNvSpPr txBox="1"/>
          <p:nvPr/>
        </p:nvSpPr>
        <p:spPr>
          <a:xfrm>
            <a:off x="1311057" y="3762818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05" name="purchase_7_2" descr="Editable shape; source id purchase_7_2"/>
          <p:cNvSpPr/>
          <p:nvPr/>
        </p:nvSpPr>
        <p:spPr>
          <a:xfrm>
            <a:off x="1870553" y="3754467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purchase_7_2t" descr="Editable text; source id purchase_7_2t"/>
          <p:cNvSpPr txBox="1"/>
          <p:nvPr/>
        </p:nvSpPr>
        <p:spPr>
          <a:xfrm>
            <a:off x="1878904" y="3762818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07" name="purchase_7_3" descr="Editable shape; source id purchase_7_3"/>
          <p:cNvSpPr/>
          <p:nvPr/>
        </p:nvSpPr>
        <p:spPr>
          <a:xfrm>
            <a:off x="2438399" y="3754467"/>
            <a:ext cx="567846" cy="21544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purchase_7_3t" descr="Editable text; source id purchase_7_3t"/>
          <p:cNvSpPr txBox="1"/>
          <p:nvPr/>
        </p:nvSpPr>
        <p:spPr>
          <a:xfrm>
            <a:off x="2446750" y="3762818"/>
            <a:ext cx="551145" cy="2070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07"/>
              </a:lnSpc>
              <a:spcBef>
                <a:spcPts val="0"/>
              </a:spcBef>
              <a:spcAft>
                <a:spcPts val="0"/>
              </a:spcAft>
              <a:def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 1st</a:t>
            </a:r>
          </a:p>
        </p:txBody>
      </p:sp>
      <p:sp>
        <p:nvSpPr>
          <p:cNvPr id="109" name="product_0_0" descr="Editable shape; source id product_0_0"/>
          <p:cNvSpPr/>
          <p:nvPr/>
        </p:nvSpPr>
        <p:spPr>
          <a:xfrm>
            <a:off x="718158" y="4250498"/>
            <a:ext cx="768262" cy="223798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product_0_0t" descr="Editable text; source id product_0_0t"/>
          <p:cNvSpPr txBox="1"/>
          <p:nvPr/>
        </p:nvSpPr>
        <p:spPr>
          <a:xfrm>
            <a:off x="726509" y="4258849"/>
            <a:ext cx="751561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Item ID</a:t>
            </a:r>
          </a:p>
        </p:txBody>
      </p:sp>
      <p:sp>
        <p:nvSpPr>
          <p:cNvPr id="111" name="product_0_1" descr="Editable shape; source id product_0_1"/>
          <p:cNvSpPr/>
          <p:nvPr/>
        </p:nvSpPr>
        <p:spPr>
          <a:xfrm>
            <a:off x="1486421" y="4250498"/>
            <a:ext cx="759912" cy="223798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product_0_1t" descr="Editable text; source id product_0_1t"/>
          <p:cNvSpPr txBox="1"/>
          <p:nvPr/>
        </p:nvSpPr>
        <p:spPr>
          <a:xfrm>
            <a:off x="1494772" y="4258849"/>
            <a:ext cx="743210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Price</a:t>
            </a:r>
          </a:p>
        </p:txBody>
      </p:sp>
      <p:sp>
        <p:nvSpPr>
          <p:cNvPr id="113" name="product_0_2" descr="Editable shape; source id product_0_2"/>
          <p:cNvSpPr/>
          <p:nvPr/>
        </p:nvSpPr>
        <p:spPr>
          <a:xfrm>
            <a:off x="2246334" y="4250498"/>
            <a:ext cx="743210" cy="223798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product_0_2t" descr="Editable text; source id product_0_2t"/>
          <p:cNvSpPr txBox="1"/>
          <p:nvPr/>
        </p:nvSpPr>
        <p:spPr>
          <a:xfrm>
            <a:off x="2254684" y="4258849"/>
            <a:ext cx="726509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Category</a:t>
            </a:r>
          </a:p>
        </p:txBody>
      </p:sp>
      <p:sp>
        <p:nvSpPr>
          <p:cNvPr id="115" name="product_1_0" descr="Editable shape; source id product_1_0"/>
          <p:cNvSpPr/>
          <p:nvPr/>
        </p:nvSpPr>
        <p:spPr>
          <a:xfrm>
            <a:off x="718158" y="4474296"/>
            <a:ext cx="768262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product_1_0t" descr="Editable text; source id product_1_0t"/>
          <p:cNvSpPr txBox="1"/>
          <p:nvPr/>
        </p:nvSpPr>
        <p:spPr>
          <a:xfrm>
            <a:off x="726509" y="4482647"/>
            <a:ext cx="751561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7" name="product_1_1" descr="Editable shape; source id product_1_1"/>
          <p:cNvSpPr/>
          <p:nvPr/>
        </p:nvSpPr>
        <p:spPr>
          <a:xfrm>
            <a:off x="1486421" y="4474296"/>
            <a:ext cx="759912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product_1_1t" descr="Editable text; source id product_1_1t"/>
          <p:cNvSpPr txBox="1"/>
          <p:nvPr/>
        </p:nvSpPr>
        <p:spPr>
          <a:xfrm>
            <a:off x="1494772" y="4482647"/>
            <a:ext cx="743210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$10</a:t>
            </a:r>
          </a:p>
        </p:txBody>
      </p:sp>
      <p:sp>
        <p:nvSpPr>
          <p:cNvPr id="119" name="product_1_2" descr="Editable shape; source id product_1_2"/>
          <p:cNvSpPr/>
          <p:nvPr/>
        </p:nvSpPr>
        <p:spPr>
          <a:xfrm>
            <a:off x="2246334" y="4474296"/>
            <a:ext cx="743210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product_1_2t" descr="Editable text; source id product_1_2t"/>
          <p:cNvSpPr txBox="1"/>
          <p:nvPr/>
        </p:nvSpPr>
        <p:spPr>
          <a:xfrm>
            <a:off x="2254684" y="4482647"/>
            <a:ext cx="726509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Book</a:t>
            </a:r>
          </a:p>
        </p:txBody>
      </p:sp>
      <p:sp>
        <p:nvSpPr>
          <p:cNvPr id="121" name="product_2_0" descr="Editable shape; source id product_2_0"/>
          <p:cNvSpPr/>
          <p:nvPr/>
        </p:nvSpPr>
        <p:spPr>
          <a:xfrm>
            <a:off x="718158" y="4698095"/>
            <a:ext cx="768262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product_2_0t" descr="Editable text; source id product_2_0t"/>
          <p:cNvSpPr txBox="1"/>
          <p:nvPr/>
        </p:nvSpPr>
        <p:spPr>
          <a:xfrm>
            <a:off x="726509" y="4706445"/>
            <a:ext cx="751561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3" name="product_2_1" descr="Editable shape; source id product_2_1"/>
          <p:cNvSpPr/>
          <p:nvPr/>
        </p:nvSpPr>
        <p:spPr>
          <a:xfrm>
            <a:off x="1486421" y="4698095"/>
            <a:ext cx="759912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product_2_1t" descr="Editable text; source id product_2_1t"/>
          <p:cNvSpPr txBox="1"/>
          <p:nvPr/>
        </p:nvSpPr>
        <p:spPr>
          <a:xfrm>
            <a:off x="1494772" y="4706445"/>
            <a:ext cx="743210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$5</a:t>
            </a:r>
          </a:p>
        </p:txBody>
      </p:sp>
      <p:sp>
        <p:nvSpPr>
          <p:cNvPr id="125" name="product_2_2" descr="Editable shape; source id product_2_2"/>
          <p:cNvSpPr/>
          <p:nvPr/>
        </p:nvSpPr>
        <p:spPr>
          <a:xfrm>
            <a:off x="2246334" y="4698095"/>
            <a:ext cx="743210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product_2_2t" descr="Editable text; source id product_2_2t"/>
          <p:cNvSpPr txBox="1"/>
          <p:nvPr/>
        </p:nvSpPr>
        <p:spPr>
          <a:xfrm>
            <a:off x="2254684" y="4706445"/>
            <a:ext cx="726509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Food</a:t>
            </a:r>
          </a:p>
        </p:txBody>
      </p:sp>
      <p:sp>
        <p:nvSpPr>
          <p:cNvPr id="127" name="product_3_0" descr="Editable shape; source id product_3_0"/>
          <p:cNvSpPr/>
          <p:nvPr/>
        </p:nvSpPr>
        <p:spPr>
          <a:xfrm>
            <a:off x="718158" y="4921893"/>
            <a:ext cx="768262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product_3_0t" descr="Editable text; source id product_3_0t"/>
          <p:cNvSpPr txBox="1"/>
          <p:nvPr/>
        </p:nvSpPr>
        <p:spPr>
          <a:xfrm>
            <a:off x="726509" y="4930244"/>
            <a:ext cx="751561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29" name="product_3_1" descr="Editable shape; source id product_3_1"/>
          <p:cNvSpPr/>
          <p:nvPr/>
        </p:nvSpPr>
        <p:spPr>
          <a:xfrm>
            <a:off x="1486421" y="4921893"/>
            <a:ext cx="759912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product_3_1t" descr="Editable text; source id product_3_1t"/>
          <p:cNvSpPr txBox="1"/>
          <p:nvPr/>
        </p:nvSpPr>
        <p:spPr>
          <a:xfrm>
            <a:off x="1494772" y="4930244"/>
            <a:ext cx="743210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$30</a:t>
            </a:r>
          </a:p>
        </p:txBody>
      </p:sp>
      <p:sp>
        <p:nvSpPr>
          <p:cNvPr id="131" name="product_3_2" descr="Editable shape; source id product_3_2"/>
          <p:cNvSpPr/>
          <p:nvPr/>
        </p:nvSpPr>
        <p:spPr>
          <a:xfrm>
            <a:off x="2246334" y="4921893"/>
            <a:ext cx="743210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product_3_2t" descr="Editable text; source id product_3_2t"/>
          <p:cNvSpPr txBox="1"/>
          <p:nvPr/>
        </p:nvSpPr>
        <p:spPr>
          <a:xfrm>
            <a:off x="2254684" y="4930244"/>
            <a:ext cx="726509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Furniture</a:t>
            </a:r>
          </a:p>
        </p:txBody>
      </p:sp>
      <p:sp>
        <p:nvSpPr>
          <p:cNvPr id="133" name="product_4_0" descr="Editable shape; source id product_4_0"/>
          <p:cNvSpPr/>
          <p:nvPr/>
        </p:nvSpPr>
        <p:spPr>
          <a:xfrm>
            <a:off x="718158" y="5145691"/>
            <a:ext cx="768262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product_4_0t" descr="Editable text; source id product_4_0t"/>
          <p:cNvSpPr txBox="1"/>
          <p:nvPr/>
        </p:nvSpPr>
        <p:spPr>
          <a:xfrm>
            <a:off x="726509" y="5154042"/>
            <a:ext cx="751561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35" name="product_4_1" descr="Editable shape; source id product_4_1"/>
          <p:cNvSpPr/>
          <p:nvPr/>
        </p:nvSpPr>
        <p:spPr>
          <a:xfrm>
            <a:off x="1486421" y="5145691"/>
            <a:ext cx="759912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roduct_4_1t" descr="Editable text; source id product_4_1t"/>
          <p:cNvSpPr txBox="1"/>
          <p:nvPr/>
        </p:nvSpPr>
        <p:spPr>
          <a:xfrm>
            <a:off x="1494772" y="5154042"/>
            <a:ext cx="743210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$2</a:t>
            </a:r>
          </a:p>
        </p:txBody>
      </p:sp>
      <p:sp>
        <p:nvSpPr>
          <p:cNvPr id="137" name="product_4_2" descr="Editable shape; source id product_4_2"/>
          <p:cNvSpPr/>
          <p:nvPr/>
        </p:nvSpPr>
        <p:spPr>
          <a:xfrm>
            <a:off x="2246334" y="5145691"/>
            <a:ext cx="743210" cy="22379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product_4_2t" descr="Editable text; source id product_4_2t"/>
          <p:cNvSpPr txBox="1"/>
          <p:nvPr/>
        </p:nvSpPr>
        <p:spPr>
          <a:xfrm>
            <a:off x="2254684" y="5154042"/>
            <a:ext cx="726509" cy="215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Food</a:t>
            </a:r>
          </a:p>
        </p:txBody>
      </p:sp>
      <p:sp>
        <p:nvSpPr>
          <p:cNvPr id="139" name="task_bg" descr="Editable shape; source id task_bg"/>
          <p:cNvSpPr/>
          <p:nvPr/>
        </p:nvSpPr>
        <p:spPr>
          <a:xfrm>
            <a:off x="442586" y="5528153"/>
            <a:ext cx="2755725" cy="200416"/>
          </a:xfrm>
          <a:prstGeom prst="rect">
            <a:avLst/>
          </a:prstGeom>
          <a:solidFill>
            <a:srgbClr val="FAB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ask" descr="Editable text; source id task"/>
          <p:cNvSpPr txBox="1"/>
          <p:nvPr/>
        </p:nvSpPr>
        <p:spPr>
          <a:xfrm>
            <a:off x="475989" y="5553205"/>
            <a:ext cx="2697271" cy="1920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Task:</a:t>
            </a: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What’s the rating of a given purchase record?</a:t>
            </a:r>
          </a:p>
        </p:txBody>
      </p:sp>
      <p:cxnSp>
        <p:nvCxnSpPr>
          <p:cNvPr id="141" name="fkleft0" descr="Editable line; source id fkleft0"/>
          <p:cNvCxnSpPr/>
          <p:nvPr/>
        </p:nvCxnSpPr>
        <p:spPr>
          <a:xfrm>
            <a:off x="567846" y="2780778"/>
            <a:ext cx="158663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fkleft1" descr="Editable line; source id fkleft1"/>
          <p:cNvCxnSpPr/>
          <p:nvPr/>
        </p:nvCxnSpPr>
        <p:spPr>
          <a:xfrm>
            <a:off x="567846" y="2997895"/>
            <a:ext cx="158663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fkleft2" descr="Editable line; source id fkleft2"/>
          <p:cNvCxnSpPr/>
          <p:nvPr/>
        </p:nvCxnSpPr>
        <p:spPr>
          <a:xfrm>
            <a:off x="567846" y="3215013"/>
            <a:ext cx="158663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fkleft3" descr="Editable line; source id fkleft3"/>
          <p:cNvCxnSpPr/>
          <p:nvPr/>
        </p:nvCxnSpPr>
        <p:spPr>
          <a:xfrm>
            <a:off x="567846" y="3432131"/>
            <a:ext cx="158663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fkleft4" descr="Editable line; source id fkleft4"/>
          <p:cNvCxnSpPr/>
          <p:nvPr/>
        </p:nvCxnSpPr>
        <p:spPr>
          <a:xfrm>
            <a:off x="567846" y="3649249"/>
            <a:ext cx="158663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fkleftvert" descr="Editable line; source id fkleftvert"/>
          <p:cNvCxnSpPr/>
          <p:nvPr/>
        </p:nvCxnSpPr>
        <p:spPr>
          <a:xfrm>
            <a:off x="559495" y="1561578"/>
            <a:ext cx="0" cy="2087671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fklefttop" descr="Editable line; source id fklefttop"/>
          <p:cNvCxnSpPr/>
          <p:nvPr/>
        </p:nvCxnSpPr>
        <p:spPr>
          <a:xfrm>
            <a:off x="559495" y="1561578"/>
            <a:ext cx="158663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fkright0" descr="Editable line; source id fkright0"/>
          <p:cNvCxnSpPr/>
          <p:nvPr/>
        </p:nvCxnSpPr>
        <p:spPr>
          <a:xfrm>
            <a:off x="3006246" y="2981194"/>
            <a:ext cx="192066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fkright1" descr="Editable line; source id fkright1"/>
          <p:cNvCxnSpPr/>
          <p:nvPr/>
        </p:nvCxnSpPr>
        <p:spPr>
          <a:xfrm>
            <a:off x="3006246" y="3215013"/>
            <a:ext cx="192066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fkright2" descr="Editable line; source id fkright2"/>
          <p:cNvCxnSpPr/>
          <p:nvPr/>
        </p:nvCxnSpPr>
        <p:spPr>
          <a:xfrm>
            <a:off x="3006246" y="3640898"/>
            <a:ext cx="192066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fkright3" descr="Editable line; source id fkright3"/>
          <p:cNvCxnSpPr/>
          <p:nvPr/>
        </p:nvCxnSpPr>
        <p:spPr>
          <a:xfrm>
            <a:off x="3006246" y="3858016"/>
            <a:ext cx="192066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fkright4" descr="Editable line; source id fkright4"/>
          <p:cNvCxnSpPr/>
          <p:nvPr/>
        </p:nvCxnSpPr>
        <p:spPr>
          <a:xfrm>
            <a:off x="3006246" y="5252580"/>
            <a:ext cx="192066" cy="0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fkrightvert" descr="Editable line; source id fkrightvert"/>
          <p:cNvCxnSpPr/>
          <p:nvPr/>
        </p:nvCxnSpPr>
        <p:spPr>
          <a:xfrm>
            <a:off x="3198312" y="2981194"/>
            <a:ext cx="0" cy="2271386"/>
          </a:xfrm>
          <a:prstGeom prst="line">
            <a:avLst/>
          </a:prstGeom>
          <a:ln w="6680">
            <a:solidFill>
              <a:srgbClr val="000000"/>
            </a:solidFill>
            <a:custDash>
              <a:ds d="125000" sp="125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useridtag" descr="Editable shape; source id useridtag"/>
          <p:cNvSpPr/>
          <p:nvPr/>
        </p:nvSpPr>
        <p:spPr>
          <a:xfrm>
            <a:off x="58454" y="2546958"/>
            <a:ext cx="492690" cy="1837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userid" descr="Editable text; source id userid"/>
          <p:cNvSpPr txBox="1"/>
          <p:nvPr/>
        </p:nvSpPr>
        <p:spPr>
          <a:xfrm>
            <a:off x="58454" y="2563660"/>
            <a:ext cx="492690" cy="17536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 ID</a:t>
            </a:r>
          </a:p>
        </p:txBody>
      </p:sp>
      <p:sp>
        <p:nvSpPr>
          <p:cNvPr id="156" name="itemidtag" descr="Editable shape; source id itemidtag"/>
          <p:cNvSpPr/>
          <p:nvPr/>
        </p:nvSpPr>
        <p:spPr>
          <a:xfrm>
            <a:off x="2638816" y="3991627"/>
            <a:ext cx="484339" cy="19206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itemid" descr="Editable text; source id itemid"/>
          <p:cNvSpPr txBox="1"/>
          <p:nvPr/>
        </p:nvSpPr>
        <p:spPr>
          <a:xfrm>
            <a:off x="2638816" y="4008328"/>
            <a:ext cx="484339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 ID</a:t>
            </a:r>
          </a:p>
        </p:txBody>
      </p:sp>
      <p:cxnSp>
        <p:nvCxnSpPr>
          <p:cNvPr id="158" name="userpoint" descr="Editable line; source id userpoint"/>
          <p:cNvCxnSpPr/>
          <p:nvPr/>
        </p:nvCxnSpPr>
        <p:spPr>
          <a:xfrm flipV="1">
            <a:off x="300624" y="2371594"/>
            <a:ext cx="258871" cy="175364"/>
          </a:xfrm>
          <a:prstGeom prst="line">
            <a:avLst/>
          </a:prstGeom>
          <a:ln w="501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itempoint" descr="Editable line; source id itempoint"/>
          <p:cNvCxnSpPr/>
          <p:nvPr/>
        </p:nvCxnSpPr>
        <p:spPr>
          <a:xfrm>
            <a:off x="2889336" y="4175342"/>
            <a:ext cx="308976" cy="150312"/>
          </a:xfrm>
          <a:prstGeom prst="line">
            <a:avLst/>
          </a:prstGeom>
          <a:ln w="501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sampleedge0" descr="Editable line; source id sampleedge0"/>
          <p:cNvSpPr/>
          <p:nvPr/>
        </p:nvSpPr>
        <p:spPr>
          <a:xfrm>
            <a:off x="4299241" y="1316819"/>
            <a:ext cx="652715" cy="344967"/>
          </a:xfrm>
          <a:custGeom>
            <a:avLst/>
            <a:gdLst/>
            <a:ahLst/>
            <a:cxnLst/>
            <a:rect l="l" t="t" r="r" b="b"/>
            <a:pathLst>
              <a:path w="78163" h="41310">
                <a:moveTo>
                  <a:pt x="326" y="0"/>
                </a:moveTo>
                <a:lnTo>
                  <a:pt x="73900" y="38674"/>
                </a:lnTo>
                <a:lnTo>
                  <a:pt x="74668" y="37213"/>
                </a:lnTo>
                <a:lnTo>
                  <a:pt x="78163" y="41310"/>
                </a:lnTo>
                <a:lnTo>
                  <a:pt x="72807" y="40754"/>
                </a:lnTo>
                <a:lnTo>
                  <a:pt x="73574" y="39293"/>
                </a:lnTo>
                <a:lnTo>
                  <a:pt x="0" y="6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sampleedge1" descr="Editable line; source id sampleedge1"/>
          <p:cNvSpPr/>
          <p:nvPr/>
        </p:nvSpPr>
        <p:spPr>
          <a:xfrm>
            <a:off x="4960307" y="1316845"/>
            <a:ext cx="627704" cy="344942"/>
          </a:xfrm>
          <a:custGeom>
            <a:avLst/>
            <a:gdLst/>
            <a:ahLst/>
            <a:cxnLst/>
            <a:rect l="l" t="t" r="r" b="b"/>
            <a:pathLst>
              <a:path w="75168" h="41307">
                <a:moveTo>
                  <a:pt x="75168" y="614"/>
                </a:moveTo>
                <a:lnTo>
                  <a:pt x="4555" y="39216"/>
                </a:lnTo>
                <a:lnTo>
                  <a:pt x="5347" y="40664"/>
                </a:lnTo>
                <a:lnTo>
                  <a:pt x="0" y="41307"/>
                </a:lnTo>
                <a:lnTo>
                  <a:pt x="3428" y="37154"/>
                </a:lnTo>
                <a:lnTo>
                  <a:pt x="4219" y="38602"/>
                </a:lnTo>
                <a:lnTo>
                  <a:pt x="7483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sampleedge2" descr="Editable line; source id sampleedge2"/>
          <p:cNvSpPr/>
          <p:nvPr/>
        </p:nvSpPr>
        <p:spPr>
          <a:xfrm>
            <a:off x="4943605" y="2121074"/>
            <a:ext cx="33403" cy="375781"/>
          </a:xfrm>
          <a:custGeom>
            <a:avLst/>
            <a:gdLst/>
            <a:ahLst/>
            <a:cxnLst/>
            <a:rect l="l" t="t" r="r" b="b"/>
            <a:pathLst>
              <a:path w="4000" h="45000">
                <a:moveTo>
                  <a:pt x="2350" y="0"/>
                </a:moveTo>
                <a:lnTo>
                  <a:pt x="2350" y="40000"/>
                </a:lnTo>
                <a:lnTo>
                  <a:pt x="4000" y="40000"/>
                </a:lnTo>
                <a:lnTo>
                  <a:pt x="2000" y="45000"/>
                </a:lnTo>
                <a:lnTo>
                  <a:pt x="0" y="40000"/>
                </a:lnTo>
                <a:lnTo>
                  <a:pt x="1650" y="40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ampleedge3" descr="Editable line; source id sampleedge3"/>
          <p:cNvSpPr/>
          <p:nvPr/>
        </p:nvSpPr>
        <p:spPr>
          <a:xfrm>
            <a:off x="4943605" y="2505205"/>
            <a:ext cx="33403" cy="384131"/>
          </a:xfrm>
          <a:custGeom>
            <a:avLst/>
            <a:gdLst/>
            <a:ahLst/>
            <a:cxnLst/>
            <a:rect l="l" t="t" r="r" b="b"/>
            <a:pathLst>
              <a:path w="4000" h="46000">
                <a:moveTo>
                  <a:pt x="2350" y="0"/>
                </a:moveTo>
                <a:lnTo>
                  <a:pt x="2350" y="41000"/>
                </a:lnTo>
                <a:lnTo>
                  <a:pt x="4000" y="41000"/>
                </a:lnTo>
                <a:lnTo>
                  <a:pt x="2000" y="46000"/>
                </a:lnTo>
                <a:lnTo>
                  <a:pt x="0" y="41000"/>
                </a:lnTo>
                <a:lnTo>
                  <a:pt x="1650" y="41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ampleedge4" descr="Editable line; source id sampleedge4"/>
          <p:cNvSpPr/>
          <p:nvPr/>
        </p:nvSpPr>
        <p:spPr>
          <a:xfrm>
            <a:off x="4943605" y="2889337"/>
            <a:ext cx="33403" cy="417534"/>
          </a:xfrm>
          <a:custGeom>
            <a:avLst/>
            <a:gdLst/>
            <a:ahLst/>
            <a:cxnLst/>
            <a:rect l="l" t="t" r="r" b="b"/>
            <a:pathLst>
              <a:path w="4000" h="50000">
                <a:moveTo>
                  <a:pt x="1650" y="50000"/>
                </a:moveTo>
                <a:lnTo>
                  <a:pt x="1650" y="5000"/>
                </a:lnTo>
                <a:lnTo>
                  <a:pt x="0" y="5000"/>
                </a:lnTo>
                <a:lnTo>
                  <a:pt x="2000" y="0"/>
                </a:lnTo>
                <a:lnTo>
                  <a:pt x="4000" y="5000"/>
                </a:lnTo>
                <a:lnTo>
                  <a:pt x="2350" y="5000"/>
                </a:lnTo>
                <a:lnTo>
                  <a:pt x="2350" y="50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sampleedge5" descr="Editable line; source id sampleedge5"/>
          <p:cNvCxnSpPr/>
          <p:nvPr/>
        </p:nvCxnSpPr>
        <p:spPr>
          <a:xfrm flipH="1">
            <a:off x="4275550" y="3791210"/>
            <a:ext cx="475989" cy="275573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ampleedge6" descr="Editable line; source id sampleedge6"/>
          <p:cNvCxnSpPr/>
          <p:nvPr/>
        </p:nvCxnSpPr>
        <p:spPr>
          <a:xfrm>
            <a:off x="4960306" y="3691002"/>
            <a:ext cx="584548" cy="375781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sample_a_0_0" descr="Editable shape; source id sample_a_0_0"/>
          <p:cNvSpPr/>
          <p:nvPr/>
        </p:nvSpPr>
        <p:spPr>
          <a:xfrm>
            <a:off x="3724405" y="943627"/>
            <a:ext cx="609599" cy="187890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sample_a_0_0t" descr="Editable text; source id sample_a_0_0t"/>
          <p:cNvSpPr txBox="1"/>
          <p:nvPr/>
        </p:nvSpPr>
        <p:spPr>
          <a:xfrm>
            <a:off x="3732756" y="951978"/>
            <a:ext cx="592898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Rating</a:t>
            </a:r>
          </a:p>
        </p:txBody>
      </p:sp>
      <p:sp>
        <p:nvSpPr>
          <p:cNvPr id="169" name="sample_a_0_1" descr="Editable shape; source id sample_a_0_1"/>
          <p:cNvSpPr/>
          <p:nvPr/>
        </p:nvSpPr>
        <p:spPr>
          <a:xfrm>
            <a:off x="4334005" y="943627"/>
            <a:ext cx="592898" cy="187890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sample_a_0_1t" descr="Editable text; source id sample_a_0_1t"/>
          <p:cNvSpPr txBox="1"/>
          <p:nvPr/>
        </p:nvSpPr>
        <p:spPr>
          <a:xfrm>
            <a:off x="4342356" y="951978"/>
            <a:ext cx="57619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Timestamp</a:t>
            </a:r>
          </a:p>
        </p:txBody>
      </p:sp>
      <p:sp>
        <p:nvSpPr>
          <p:cNvPr id="171" name="sample_a_1_0" descr="Editable shape; source id sample_a_1_0"/>
          <p:cNvSpPr/>
          <p:nvPr/>
        </p:nvSpPr>
        <p:spPr>
          <a:xfrm>
            <a:off x="3724405" y="1131517"/>
            <a:ext cx="609599" cy="18789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sample_a_1_0t" descr="Editable text; source id sample_a_1_0t"/>
          <p:cNvSpPr txBox="1"/>
          <p:nvPr/>
        </p:nvSpPr>
        <p:spPr>
          <a:xfrm>
            <a:off x="3732756" y="1139868"/>
            <a:ext cx="592898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73" name="sample_a_1_1" descr="Editable shape; source id sample_a_1_1"/>
          <p:cNvSpPr/>
          <p:nvPr/>
        </p:nvSpPr>
        <p:spPr>
          <a:xfrm>
            <a:off x="4334005" y="1131517"/>
            <a:ext cx="592898" cy="18789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ample_a_1_1t" descr="Editable text; source id sample_a_1_1t"/>
          <p:cNvSpPr txBox="1"/>
          <p:nvPr/>
        </p:nvSpPr>
        <p:spPr>
          <a:xfrm>
            <a:off x="4342356" y="1139868"/>
            <a:ext cx="57619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Feb 3rd</a:t>
            </a:r>
          </a:p>
        </p:txBody>
      </p:sp>
      <p:sp>
        <p:nvSpPr>
          <p:cNvPr id="175" name="sample_b_0_0" descr="Editable shape; source id sample_b_0_0"/>
          <p:cNvSpPr/>
          <p:nvPr/>
        </p:nvSpPr>
        <p:spPr>
          <a:xfrm>
            <a:off x="4977008" y="943627"/>
            <a:ext cx="601249" cy="187890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ample_b_0_0t" descr="Editable text; source id sample_b_0_0t"/>
          <p:cNvSpPr txBox="1"/>
          <p:nvPr/>
        </p:nvSpPr>
        <p:spPr>
          <a:xfrm>
            <a:off x="4985358" y="951978"/>
            <a:ext cx="58454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Rating</a:t>
            </a:r>
          </a:p>
        </p:txBody>
      </p:sp>
      <p:sp>
        <p:nvSpPr>
          <p:cNvPr id="177" name="sample_b_0_1" descr="Editable shape; source id sample_b_0_1"/>
          <p:cNvSpPr/>
          <p:nvPr/>
        </p:nvSpPr>
        <p:spPr>
          <a:xfrm>
            <a:off x="5578257" y="943627"/>
            <a:ext cx="592898" cy="187890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sample_b_0_1t" descr="Editable text; source id sample_b_0_1t"/>
          <p:cNvSpPr txBox="1"/>
          <p:nvPr/>
        </p:nvSpPr>
        <p:spPr>
          <a:xfrm>
            <a:off x="5586608" y="951978"/>
            <a:ext cx="57619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Timestamp</a:t>
            </a:r>
          </a:p>
        </p:txBody>
      </p:sp>
      <p:sp>
        <p:nvSpPr>
          <p:cNvPr id="179" name="sample_b_1_0" descr="Editable shape; source id sample_b_1_0"/>
          <p:cNvSpPr/>
          <p:nvPr/>
        </p:nvSpPr>
        <p:spPr>
          <a:xfrm>
            <a:off x="4977008" y="1131517"/>
            <a:ext cx="601249" cy="18789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ample_b_1_0t" descr="Editable text; source id sample_b_1_0t"/>
          <p:cNvSpPr txBox="1"/>
          <p:nvPr/>
        </p:nvSpPr>
        <p:spPr>
          <a:xfrm>
            <a:off x="4985358" y="1139868"/>
            <a:ext cx="58454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81" name="sample_b_1_1" descr="Editable shape; source id sample_b_1_1"/>
          <p:cNvSpPr/>
          <p:nvPr/>
        </p:nvSpPr>
        <p:spPr>
          <a:xfrm>
            <a:off x="5578257" y="1131517"/>
            <a:ext cx="592898" cy="18789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ample_b_1_1t" descr="Editable text; source id sample_b_1_1t"/>
          <p:cNvSpPr txBox="1"/>
          <p:nvPr/>
        </p:nvSpPr>
        <p:spPr>
          <a:xfrm>
            <a:off x="5586608" y="1139868"/>
            <a:ext cx="57619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Feb 2nd</a:t>
            </a:r>
          </a:p>
        </p:txBody>
      </p:sp>
      <p:sp>
        <p:nvSpPr>
          <p:cNvPr id="183" name="sample_user_0_0" descr="Editable shape; source id sample_user_0_0"/>
          <p:cNvSpPr/>
          <p:nvPr/>
        </p:nvSpPr>
        <p:spPr>
          <a:xfrm>
            <a:off x="4334005" y="1661786"/>
            <a:ext cx="617950" cy="300624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ample_user_0_0t" descr="Editable text; source id sample_user_0_0t"/>
          <p:cNvSpPr txBox="1"/>
          <p:nvPr/>
        </p:nvSpPr>
        <p:spPr>
          <a:xfrm>
            <a:off x="4342356" y="1670136"/>
            <a:ext cx="601249" cy="2922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Account</a:t>
            </a:r>
          </a:p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Level</a:t>
            </a:r>
          </a:p>
        </p:txBody>
      </p:sp>
      <p:sp>
        <p:nvSpPr>
          <p:cNvPr id="185" name="sample_user_0_1" descr="Editable shape; source id sample_user_0_1"/>
          <p:cNvSpPr/>
          <p:nvPr/>
        </p:nvSpPr>
        <p:spPr>
          <a:xfrm>
            <a:off x="4951956" y="1661786"/>
            <a:ext cx="617950" cy="300624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sample_user_0_1t" descr="Editable text; source id sample_user_0_1t"/>
          <p:cNvSpPr txBox="1"/>
          <p:nvPr/>
        </p:nvSpPr>
        <p:spPr>
          <a:xfrm>
            <a:off x="4960306" y="1670136"/>
            <a:ext cx="601249" cy="2922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Purchase</a:t>
            </a:r>
          </a:p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Amount</a:t>
            </a:r>
          </a:p>
        </p:txBody>
      </p:sp>
      <p:sp>
        <p:nvSpPr>
          <p:cNvPr id="187" name="sample_user_1_0" descr="Editable shape; source id sample_user_1_0"/>
          <p:cNvSpPr/>
          <p:nvPr/>
        </p:nvSpPr>
        <p:spPr>
          <a:xfrm>
            <a:off x="4334005" y="1962410"/>
            <a:ext cx="617950" cy="158663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sample_user_1_0t" descr="Editable text; source id sample_user_1_0t"/>
          <p:cNvSpPr txBox="1"/>
          <p:nvPr/>
        </p:nvSpPr>
        <p:spPr>
          <a:xfrm>
            <a:off x="4342356" y="1970761"/>
            <a:ext cx="601249" cy="1503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Silver</a:t>
            </a:r>
          </a:p>
        </p:txBody>
      </p:sp>
      <p:sp>
        <p:nvSpPr>
          <p:cNvPr id="189" name="sample_user_1_1" descr="Editable shape; source id sample_user_1_1"/>
          <p:cNvSpPr/>
          <p:nvPr/>
        </p:nvSpPr>
        <p:spPr>
          <a:xfrm>
            <a:off x="4951956" y="1962410"/>
            <a:ext cx="617950" cy="158663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sample_user_1_1t" descr="Editable text; source id sample_user_1_1t"/>
          <p:cNvSpPr txBox="1"/>
          <p:nvPr/>
        </p:nvSpPr>
        <p:spPr>
          <a:xfrm>
            <a:off x="4960306" y="1970761"/>
            <a:ext cx="601249" cy="1503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80</a:t>
            </a:r>
          </a:p>
        </p:txBody>
      </p:sp>
      <p:sp>
        <p:nvSpPr>
          <p:cNvPr id="191" name="sample_target_0_0" descr="Editable shape; source id sample_target_0_0"/>
          <p:cNvSpPr/>
          <p:nvPr/>
        </p:nvSpPr>
        <p:spPr>
          <a:xfrm>
            <a:off x="4325654" y="2496854"/>
            <a:ext cx="626301" cy="192065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sample_target_0_0t" descr="Editable text; source id sample_target_0_0t"/>
          <p:cNvSpPr txBox="1"/>
          <p:nvPr/>
        </p:nvSpPr>
        <p:spPr>
          <a:xfrm>
            <a:off x="4334005" y="2505205"/>
            <a:ext cx="609599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Rating</a:t>
            </a:r>
          </a:p>
        </p:txBody>
      </p:sp>
      <p:sp>
        <p:nvSpPr>
          <p:cNvPr id="193" name="sample_target_0_1" descr="Editable shape; source id sample_target_0_1"/>
          <p:cNvSpPr/>
          <p:nvPr/>
        </p:nvSpPr>
        <p:spPr>
          <a:xfrm>
            <a:off x="4951956" y="2496854"/>
            <a:ext cx="617950" cy="192065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sample_target_0_1t" descr="Editable text; source id sample_target_0_1t"/>
          <p:cNvSpPr txBox="1"/>
          <p:nvPr/>
        </p:nvSpPr>
        <p:spPr>
          <a:xfrm>
            <a:off x="4960306" y="2505205"/>
            <a:ext cx="601249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Timestamp</a:t>
            </a:r>
          </a:p>
        </p:txBody>
      </p:sp>
      <p:sp>
        <p:nvSpPr>
          <p:cNvPr id="195" name="sample_target_1_0" descr="Editable shape; source id sample_target_1_0"/>
          <p:cNvSpPr/>
          <p:nvPr/>
        </p:nvSpPr>
        <p:spPr>
          <a:xfrm>
            <a:off x="4325654" y="2688920"/>
            <a:ext cx="626301" cy="192065"/>
          </a:xfrm>
          <a:prstGeom prst="rect">
            <a:avLst/>
          </a:prstGeom>
          <a:solidFill>
            <a:srgbClr val="F8BEBC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sample_target_1_0t" descr="Editable text; source id sample_target_1_0t"/>
          <p:cNvSpPr txBox="1"/>
          <p:nvPr/>
        </p:nvSpPr>
        <p:spPr>
          <a:xfrm>
            <a:off x="4334005" y="2697271"/>
            <a:ext cx="609599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ED21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ED2117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197" name="sample_target_1_1" descr="Editable shape; source id sample_target_1_1"/>
          <p:cNvSpPr/>
          <p:nvPr/>
        </p:nvSpPr>
        <p:spPr>
          <a:xfrm>
            <a:off x="4951956" y="2688920"/>
            <a:ext cx="617950" cy="192065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sample_target_1_1t" descr="Editable text; source id sample_target_1_1t"/>
          <p:cNvSpPr txBox="1"/>
          <p:nvPr/>
        </p:nvSpPr>
        <p:spPr>
          <a:xfrm>
            <a:off x="4960306" y="2697271"/>
            <a:ext cx="601249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Feb 3rd</a:t>
            </a:r>
          </a:p>
        </p:txBody>
      </p:sp>
      <p:sp>
        <p:nvSpPr>
          <p:cNvPr id="199" name="sample_product_0_0" descr="Editable shape; source id sample_product_0_0"/>
          <p:cNvSpPr/>
          <p:nvPr/>
        </p:nvSpPr>
        <p:spPr>
          <a:xfrm>
            <a:off x="4334005" y="3306871"/>
            <a:ext cx="626301" cy="192065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sample_product_0_0t" descr="Editable text; source id sample_product_0_0t"/>
          <p:cNvSpPr txBox="1"/>
          <p:nvPr/>
        </p:nvSpPr>
        <p:spPr>
          <a:xfrm>
            <a:off x="4342356" y="3315221"/>
            <a:ext cx="609599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Price</a:t>
            </a:r>
          </a:p>
        </p:txBody>
      </p:sp>
      <p:sp>
        <p:nvSpPr>
          <p:cNvPr id="201" name="sample_product_0_1" descr="Editable shape; source id sample_product_0_1"/>
          <p:cNvSpPr/>
          <p:nvPr/>
        </p:nvSpPr>
        <p:spPr>
          <a:xfrm>
            <a:off x="4960306" y="3306871"/>
            <a:ext cx="609599" cy="192065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sample_product_0_1t" descr="Editable text; source id sample_product_0_1t"/>
          <p:cNvSpPr txBox="1"/>
          <p:nvPr/>
        </p:nvSpPr>
        <p:spPr>
          <a:xfrm>
            <a:off x="4968657" y="3315221"/>
            <a:ext cx="592898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Category</a:t>
            </a:r>
          </a:p>
        </p:txBody>
      </p:sp>
      <p:sp>
        <p:nvSpPr>
          <p:cNvPr id="203" name="sample_product_1_0" descr="Editable shape; source id sample_product_1_0"/>
          <p:cNvSpPr/>
          <p:nvPr/>
        </p:nvSpPr>
        <p:spPr>
          <a:xfrm>
            <a:off x="4334005" y="3498936"/>
            <a:ext cx="626301" cy="192065"/>
          </a:xfrm>
          <a:prstGeom prst="rect">
            <a:avLst/>
          </a:prstGeom>
          <a:solidFill>
            <a:srgbClr val="F6C59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sample_product_1_0t" descr="Editable text; source id sample_product_1_0t"/>
          <p:cNvSpPr txBox="1"/>
          <p:nvPr/>
        </p:nvSpPr>
        <p:spPr>
          <a:xfrm>
            <a:off x="4342356" y="3507287"/>
            <a:ext cx="609599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$2</a:t>
            </a:r>
          </a:p>
        </p:txBody>
      </p:sp>
      <p:sp>
        <p:nvSpPr>
          <p:cNvPr id="205" name="sample_product_1_1" descr="Editable shape; source id sample_product_1_1"/>
          <p:cNvSpPr/>
          <p:nvPr/>
        </p:nvSpPr>
        <p:spPr>
          <a:xfrm>
            <a:off x="4960306" y="3498936"/>
            <a:ext cx="609599" cy="192065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ample_product_1_1t" descr="Editable text; source id sample_product_1_1t"/>
          <p:cNvSpPr txBox="1"/>
          <p:nvPr/>
        </p:nvSpPr>
        <p:spPr>
          <a:xfrm>
            <a:off x="4968657" y="3507287"/>
            <a:ext cx="592898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Food</a:t>
            </a:r>
          </a:p>
        </p:txBody>
      </p:sp>
      <p:sp>
        <p:nvSpPr>
          <p:cNvPr id="207" name="sample_p1_0_0" descr="Editable shape; source id sample_p1_0_0"/>
          <p:cNvSpPr/>
          <p:nvPr/>
        </p:nvSpPr>
        <p:spPr>
          <a:xfrm>
            <a:off x="3674301" y="4066783"/>
            <a:ext cx="601249" cy="187890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sample_p1_0_0t" descr="Editable text; source id sample_p1_0_0t"/>
          <p:cNvSpPr txBox="1"/>
          <p:nvPr/>
        </p:nvSpPr>
        <p:spPr>
          <a:xfrm>
            <a:off x="3682651" y="4075134"/>
            <a:ext cx="58454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Rating</a:t>
            </a:r>
          </a:p>
        </p:txBody>
      </p:sp>
      <p:sp>
        <p:nvSpPr>
          <p:cNvPr id="209" name="sample_p1_0_1" descr="Editable shape; source id sample_p1_0_1"/>
          <p:cNvSpPr/>
          <p:nvPr/>
        </p:nvSpPr>
        <p:spPr>
          <a:xfrm>
            <a:off x="4275550" y="4066783"/>
            <a:ext cx="601249" cy="187890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sample_p1_0_1t" descr="Editable text; source id sample_p1_0_1t"/>
          <p:cNvSpPr txBox="1"/>
          <p:nvPr/>
        </p:nvSpPr>
        <p:spPr>
          <a:xfrm>
            <a:off x="4283901" y="4075134"/>
            <a:ext cx="58454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Timestamp</a:t>
            </a:r>
          </a:p>
        </p:txBody>
      </p:sp>
      <p:sp>
        <p:nvSpPr>
          <p:cNvPr id="211" name="sample_p1_1_0" descr="Editable shape; source id sample_p1_1_0"/>
          <p:cNvSpPr/>
          <p:nvPr/>
        </p:nvSpPr>
        <p:spPr>
          <a:xfrm>
            <a:off x="3674301" y="4254673"/>
            <a:ext cx="601249" cy="18789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sample_p1_1_0t" descr="Editable text; source id sample_p1_1_0t"/>
          <p:cNvSpPr txBox="1"/>
          <p:nvPr/>
        </p:nvSpPr>
        <p:spPr>
          <a:xfrm>
            <a:off x="3682651" y="4263024"/>
            <a:ext cx="58454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13" name="sample_p1_1_1" descr="Editable shape; source id sample_p1_1_1"/>
          <p:cNvSpPr/>
          <p:nvPr/>
        </p:nvSpPr>
        <p:spPr>
          <a:xfrm>
            <a:off x="4275550" y="4254673"/>
            <a:ext cx="601249" cy="18789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sample_p1_1_1t" descr="Editable text; source id sample_p1_1_1t"/>
          <p:cNvSpPr txBox="1"/>
          <p:nvPr/>
        </p:nvSpPr>
        <p:spPr>
          <a:xfrm>
            <a:off x="4283901" y="4263024"/>
            <a:ext cx="58454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Jan 3rd</a:t>
            </a:r>
          </a:p>
        </p:txBody>
      </p:sp>
      <p:sp>
        <p:nvSpPr>
          <p:cNvPr id="215" name="sample_p2_0_0" descr="Editable shape; source id sample_p2_0_0"/>
          <p:cNvSpPr/>
          <p:nvPr/>
        </p:nvSpPr>
        <p:spPr>
          <a:xfrm>
            <a:off x="4926903" y="4066783"/>
            <a:ext cx="601249" cy="187890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sample_p2_0_0t" descr="Editable text; source id sample_p2_0_0t"/>
          <p:cNvSpPr txBox="1"/>
          <p:nvPr/>
        </p:nvSpPr>
        <p:spPr>
          <a:xfrm>
            <a:off x="4935254" y="4075134"/>
            <a:ext cx="58454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Rating</a:t>
            </a:r>
          </a:p>
        </p:txBody>
      </p:sp>
      <p:sp>
        <p:nvSpPr>
          <p:cNvPr id="217" name="sample_p2_0_1" descr="Editable shape; source id sample_p2_0_1"/>
          <p:cNvSpPr/>
          <p:nvPr/>
        </p:nvSpPr>
        <p:spPr>
          <a:xfrm>
            <a:off x="5528153" y="4066783"/>
            <a:ext cx="592898" cy="187890"/>
          </a:xfrm>
          <a:prstGeom prst="rect">
            <a:avLst/>
          </a:prstGeom>
          <a:solidFill>
            <a:srgbClr val="777373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ample_p2_0_1t" descr="Editable text; source id sample_p2_0_1t"/>
          <p:cNvSpPr txBox="1"/>
          <p:nvPr/>
        </p:nvSpPr>
        <p:spPr>
          <a:xfrm>
            <a:off x="5536503" y="4075134"/>
            <a:ext cx="57619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Timestamp</a:t>
            </a:r>
          </a:p>
        </p:txBody>
      </p:sp>
      <p:sp>
        <p:nvSpPr>
          <p:cNvPr id="219" name="sample_p2_1_0" descr="Editable shape; source id sample_p2_1_0"/>
          <p:cNvSpPr/>
          <p:nvPr/>
        </p:nvSpPr>
        <p:spPr>
          <a:xfrm>
            <a:off x="4926903" y="4254673"/>
            <a:ext cx="601249" cy="18789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ample_p2_1_0t" descr="Editable text; source id sample_p2_1_0t"/>
          <p:cNvSpPr txBox="1"/>
          <p:nvPr/>
        </p:nvSpPr>
        <p:spPr>
          <a:xfrm>
            <a:off x="4935254" y="4263024"/>
            <a:ext cx="58454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21" name="sample_p2_1_1" descr="Editable shape; source id sample_p2_1_1"/>
          <p:cNvSpPr/>
          <p:nvPr/>
        </p:nvSpPr>
        <p:spPr>
          <a:xfrm>
            <a:off x="5528153" y="4254673"/>
            <a:ext cx="592898" cy="18789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ample_p2_1_1t" descr="Editable text; source id sample_p2_1_1t"/>
          <p:cNvSpPr txBox="1"/>
          <p:nvPr/>
        </p:nvSpPr>
        <p:spPr>
          <a:xfrm>
            <a:off x="5536503" y="4263024"/>
            <a:ext cx="576197" cy="1795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 1st</a:t>
            </a:r>
          </a:p>
        </p:txBody>
      </p:sp>
      <p:sp>
        <p:nvSpPr>
          <p:cNvPr id="223" name="highlight_price" descr="Editable shape; source id highlight_price"/>
          <p:cNvSpPr/>
          <p:nvPr/>
        </p:nvSpPr>
        <p:spPr>
          <a:xfrm>
            <a:off x="4267199" y="3473884"/>
            <a:ext cx="709808" cy="233819"/>
          </a:xfrm>
          <a:prstGeom prst="roundRect">
            <a:avLst>
              <a:gd name="adj" fmla="val 14285"/>
            </a:avLst>
          </a:prstGeom>
          <a:noFill/>
          <a:ln w="25052">
            <a:solidFill>
              <a:srgbClr val="D16B17"/>
            </a:solidFill>
            <a:custDash>
              <a:ds d="200000" sp="66667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up" descr="Editable shape; source id up"/>
          <p:cNvSpPr/>
          <p:nvPr/>
        </p:nvSpPr>
        <p:spPr>
          <a:xfrm>
            <a:off x="3674301" y="1369512"/>
            <a:ext cx="601249" cy="334027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upt0" descr="Editable text; source id upt0"/>
          <p:cNvSpPr txBox="1"/>
          <p:nvPr/>
        </p:nvSpPr>
        <p:spPr>
          <a:xfrm>
            <a:off x="3699353" y="1386213"/>
            <a:ext cx="551145" cy="15866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User-</a:t>
            </a:r>
          </a:p>
        </p:txBody>
      </p:sp>
      <p:sp>
        <p:nvSpPr>
          <p:cNvPr id="226" name="upt1" descr="Editable text; source id upt1"/>
          <p:cNvSpPr txBox="1"/>
          <p:nvPr/>
        </p:nvSpPr>
        <p:spPr>
          <a:xfrm>
            <a:off x="3699353" y="1528175"/>
            <a:ext cx="551145" cy="15866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Purchase</a:t>
            </a:r>
          </a:p>
        </p:txBody>
      </p:sp>
      <p:sp>
        <p:nvSpPr>
          <p:cNvPr id="227" name="pu" descr="Editable shape; source id pu"/>
          <p:cNvSpPr/>
          <p:nvPr/>
        </p:nvSpPr>
        <p:spPr>
          <a:xfrm>
            <a:off x="4058432" y="2229632"/>
            <a:ext cx="810016" cy="1837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put" descr="Editable text; source id put"/>
          <p:cNvSpPr txBox="1"/>
          <p:nvPr/>
        </p:nvSpPr>
        <p:spPr>
          <a:xfrm>
            <a:off x="4083484" y="2246334"/>
            <a:ext cx="759912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Purchase-User</a:t>
            </a:r>
          </a:p>
        </p:txBody>
      </p:sp>
      <p:sp>
        <p:nvSpPr>
          <p:cNvPr id="229" name="pp" descr="Editable shape; source id pp"/>
          <p:cNvSpPr/>
          <p:nvPr/>
        </p:nvSpPr>
        <p:spPr>
          <a:xfrm>
            <a:off x="3908120" y="2939441"/>
            <a:ext cx="960328" cy="1837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ppt" descr="Editable text; source id ppt"/>
          <p:cNvSpPr txBox="1"/>
          <p:nvPr/>
        </p:nvSpPr>
        <p:spPr>
          <a:xfrm>
            <a:off x="3933172" y="2956142"/>
            <a:ext cx="910224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Purchase-Product</a:t>
            </a:r>
          </a:p>
        </p:txBody>
      </p:sp>
      <p:sp>
        <p:nvSpPr>
          <p:cNvPr id="231" name="prp" descr="Editable shape; source id prp"/>
          <p:cNvSpPr/>
          <p:nvPr/>
        </p:nvSpPr>
        <p:spPr>
          <a:xfrm>
            <a:off x="3532339" y="3816262"/>
            <a:ext cx="901873" cy="1837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prpt" descr="Editable text; source id prpt"/>
          <p:cNvSpPr txBox="1"/>
          <p:nvPr/>
        </p:nvSpPr>
        <p:spPr>
          <a:xfrm>
            <a:off x="3557391" y="3832964"/>
            <a:ext cx="851769" cy="1837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Product-Purchase</a:t>
            </a:r>
          </a:p>
        </p:txBody>
      </p:sp>
      <p:sp>
        <p:nvSpPr>
          <p:cNvPr id="233" name="lenc" descr="Editable shape; source id lenc"/>
          <p:cNvSpPr/>
          <p:nvPr/>
        </p:nvSpPr>
        <p:spPr>
          <a:xfrm>
            <a:off x="3749457" y="4943605"/>
            <a:ext cx="501041" cy="183715"/>
          </a:xfrm>
          <a:prstGeom prst="roundRect">
            <a:avLst>
              <a:gd name="adj" fmla="val 22727"/>
            </a:avLst>
          </a:prstGeom>
          <a:solidFill>
            <a:srgbClr val="FBE4D1"/>
          </a:solidFill>
          <a:ln w="16701">
            <a:solidFill>
              <a:srgbClr val="CE5C00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lenct" descr="Editable text; source id lenct"/>
          <p:cNvSpPr txBox="1"/>
          <p:nvPr/>
        </p:nvSpPr>
        <p:spPr>
          <a:xfrm>
            <a:off x="4359057" y="4801643"/>
            <a:ext cx="918575" cy="5010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Unified</a:t>
            </a:r>
          </a:p>
          <a:p>
            <a:pPr algn="l" fontAlgn="base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Feature</a:t>
            </a:r>
          </a:p>
          <a:p>
            <a:pPr algn="l" fontAlgn="base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235" name="lmpnn" descr="Editable shape; source id lmpnn"/>
          <p:cNvSpPr/>
          <p:nvPr/>
        </p:nvSpPr>
        <p:spPr>
          <a:xfrm>
            <a:off x="5043813" y="4935254"/>
            <a:ext cx="501041" cy="183715"/>
          </a:xfrm>
          <a:prstGeom prst="roundRect">
            <a:avLst>
              <a:gd name="adj" fmla="val 22727"/>
            </a:avLst>
          </a:prstGeom>
          <a:solidFill>
            <a:srgbClr val="E1EDF7"/>
          </a:solidFill>
          <a:ln w="16701">
            <a:solidFill>
              <a:srgbClr val="2879BD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lmpnnt" descr="Editable text; source id lmpnnt"/>
          <p:cNvSpPr txBox="1"/>
          <p:nvPr/>
        </p:nvSpPr>
        <p:spPr>
          <a:xfrm>
            <a:off x="5645062" y="4901851"/>
            <a:ext cx="918575" cy="5010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MPNN</a:t>
            </a:r>
          </a:p>
        </p:txBody>
      </p:sp>
      <p:sp>
        <p:nvSpPr>
          <p:cNvPr id="237" name="lcross" descr="Editable shape; source id lcross"/>
          <p:cNvSpPr/>
          <p:nvPr/>
        </p:nvSpPr>
        <p:spPr>
          <a:xfrm>
            <a:off x="3749457" y="5394542"/>
            <a:ext cx="501041" cy="183715"/>
          </a:xfrm>
          <a:prstGeom prst="roundRect">
            <a:avLst>
              <a:gd name="adj" fmla="val 22727"/>
            </a:avLst>
          </a:prstGeom>
          <a:solidFill>
            <a:srgbClr val="E1EED6"/>
          </a:solidFill>
          <a:ln w="16701">
            <a:solidFill>
              <a:srgbClr val="598633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lcrosst0" descr="Editable text; source id lcrosst0"/>
          <p:cNvSpPr txBox="1"/>
          <p:nvPr/>
        </p:nvSpPr>
        <p:spPr>
          <a:xfrm>
            <a:off x="4350706" y="5361139"/>
            <a:ext cx="918575" cy="15866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</a:t>
            </a:r>
          </a:p>
        </p:txBody>
      </p:sp>
      <p:sp>
        <p:nvSpPr>
          <p:cNvPr id="239" name="lcrosst1" descr="Editable text; source id lcrosst1"/>
          <p:cNvSpPr txBox="1"/>
          <p:nvPr/>
        </p:nvSpPr>
        <p:spPr>
          <a:xfrm>
            <a:off x="4350706" y="5503101"/>
            <a:ext cx="918575" cy="15866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Attention</a:t>
            </a:r>
          </a:p>
        </p:txBody>
      </p:sp>
      <p:sp>
        <p:nvSpPr>
          <p:cNvPr id="240" name="ltemp" descr="Editable shape; source id ltemp"/>
          <p:cNvSpPr/>
          <p:nvPr/>
        </p:nvSpPr>
        <p:spPr>
          <a:xfrm>
            <a:off x="5043813" y="5402893"/>
            <a:ext cx="501041" cy="183715"/>
          </a:xfrm>
          <a:prstGeom prst="roundRect">
            <a:avLst>
              <a:gd name="adj" fmla="val 22727"/>
            </a:avLst>
          </a:prstGeom>
          <a:solidFill>
            <a:srgbClr val="FFF2CC"/>
          </a:solidFill>
          <a:ln w="16701">
            <a:solidFill>
              <a:srgbClr val="FFD65C"/>
            </a:solidFill>
            <a:custDash>
              <a:ds d="300000" sp="1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ltempt" descr="Editable text; source id ltempt"/>
          <p:cNvSpPr txBox="1"/>
          <p:nvPr/>
        </p:nvSpPr>
        <p:spPr>
          <a:xfrm>
            <a:off x="5645062" y="5369490"/>
            <a:ext cx="918575" cy="5010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Temporal</a:t>
            </a:r>
          </a:p>
          <a:p>
            <a:pPr algn="l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Restriction</a:t>
            </a:r>
          </a:p>
          <a:p>
            <a:pPr algn="l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Masking</a:t>
            </a:r>
          </a:p>
        </p:txBody>
      </p:sp>
      <p:sp>
        <p:nvSpPr>
          <p:cNvPr id="242" name="tasktoken" descr="Editable shape; source id tasktoken"/>
          <p:cNvSpPr/>
          <p:nvPr/>
        </p:nvSpPr>
        <p:spPr>
          <a:xfrm>
            <a:off x="6814158" y="759912"/>
            <a:ext cx="300624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asktokent" descr="Editable text; source id tasktokent"/>
          <p:cNvSpPr txBox="1"/>
          <p:nvPr/>
        </p:nvSpPr>
        <p:spPr>
          <a:xfrm>
            <a:off x="6814158" y="784964"/>
            <a:ext cx="300624" cy="2254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244" name="price" descr="Editable shape; source id price"/>
          <p:cNvSpPr/>
          <p:nvPr/>
        </p:nvSpPr>
        <p:spPr>
          <a:xfrm>
            <a:off x="7265095" y="759912"/>
            <a:ext cx="567846" cy="225468"/>
          </a:xfrm>
          <a:prstGeom prst="rect">
            <a:avLst/>
          </a:prstGeom>
          <a:solidFill>
            <a:srgbClr val="606060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pricet" descr="Editable text; source id pricet"/>
          <p:cNvSpPr txBox="1"/>
          <p:nvPr/>
        </p:nvSpPr>
        <p:spPr>
          <a:xfrm>
            <a:off x="7265095" y="784964"/>
            <a:ext cx="567846" cy="2254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Price</a:t>
            </a:r>
          </a:p>
        </p:txBody>
      </p:sp>
      <p:sp>
        <p:nvSpPr>
          <p:cNvPr id="246" name="category" descr="Editable shape; source id category"/>
          <p:cNvSpPr/>
          <p:nvPr/>
        </p:nvSpPr>
        <p:spPr>
          <a:xfrm>
            <a:off x="7832942" y="759912"/>
            <a:ext cx="559495" cy="225468"/>
          </a:xfrm>
          <a:prstGeom prst="rect">
            <a:avLst/>
          </a:prstGeom>
          <a:solidFill>
            <a:srgbClr val="606060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categoryt" descr="Editable text; source id categoryt"/>
          <p:cNvSpPr txBox="1"/>
          <p:nvPr/>
        </p:nvSpPr>
        <p:spPr>
          <a:xfrm>
            <a:off x="7832942" y="784964"/>
            <a:ext cx="559495" cy="2254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Category</a:t>
            </a:r>
          </a:p>
        </p:txBody>
      </p:sp>
      <p:sp>
        <p:nvSpPr>
          <p:cNvPr id="248" name="dollar" descr="Editable shape; source id dollar"/>
          <p:cNvSpPr/>
          <p:nvPr/>
        </p:nvSpPr>
        <p:spPr>
          <a:xfrm>
            <a:off x="8509347" y="759912"/>
            <a:ext cx="40083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dollart" descr="Editable text; source id dollart"/>
          <p:cNvSpPr txBox="1"/>
          <p:nvPr/>
        </p:nvSpPr>
        <p:spPr>
          <a:xfrm>
            <a:off x="8509347" y="784964"/>
            <a:ext cx="400832" cy="2254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$2</a:t>
            </a:r>
          </a:p>
        </p:txBody>
      </p:sp>
      <p:sp>
        <p:nvSpPr>
          <p:cNvPr id="250" name="food" descr="Editable shape; source id food"/>
          <p:cNvSpPr/>
          <p:nvPr/>
        </p:nvSpPr>
        <p:spPr>
          <a:xfrm>
            <a:off x="8910180" y="759912"/>
            <a:ext cx="400832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oodt" descr="Editable text; source id foodt"/>
          <p:cNvSpPr txBox="1"/>
          <p:nvPr/>
        </p:nvSpPr>
        <p:spPr>
          <a:xfrm>
            <a:off x="8910180" y="784964"/>
            <a:ext cx="400832" cy="2254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Food</a:t>
            </a:r>
          </a:p>
        </p:txBody>
      </p:sp>
      <p:sp>
        <p:nvSpPr>
          <p:cNvPr id="252" name="encoderin0" descr="Editable line; source id encoderin0"/>
          <p:cNvSpPr/>
          <p:nvPr/>
        </p:nvSpPr>
        <p:spPr>
          <a:xfrm>
            <a:off x="6956120" y="993731"/>
            <a:ext cx="33403" cy="192066"/>
          </a:xfrm>
          <a:custGeom>
            <a:avLst/>
            <a:gdLst/>
            <a:ahLst/>
            <a:cxnLst/>
            <a:rect l="l" t="t" r="r" b="b"/>
            <a:pathLst>
              <a:path w="4000" h="23000">
                <a:moveTo>
                  <a:pt x="2350" y="0"/>
                </a:moveTo>
                <a:lnTo>
                  <a:pt x="2350" y="18000"/>
                </a:lnTo>
                <a:lnTo>
                  <a:pt x="4000" y="18000"/>
                </a:lnTo>
                <a:lnTo>
                  <a:pt x="2000" y="23000"/>
                </a:lnTo>
                <a:lnTo>
                  <a:pt x="0" y="18000"/>
                </a:lnTo>
                <a:lnTo>
                  <a:pt x="1650" y="18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ncoderin1" descr="Editable line; source id encoderin1"/>
          <p:cNvSpPr/>
          <p:nvPr/>
        </p:nvSpPr>
        <p:spPr>
          <a:xfrm>
            <a:off x="7816241" y="993731"/>
            <a:ext cx="33403" cy="192066"/>
          </a:xfrm>
          <a:custGeom>
            <a:avLst/>
            <a:gdLst/>
            <a:ahLst/>
            <a:cxnLst/>
            <a:rect l="l" t="t" r="r" b="b"/>
            <a:pathLst>
              <a:path w="4000" h="23000">
                <a:moveTo>
                  <a:pt x="2350" y="0"/>
                </a:moveTo>
                <a:lnTo>
                  <a:pt x="2350" y="18000"/>
                </a:lnTo>
                <a:lnTo>
                  <a:pt x="4000" y="18000"/>
                </a:lnTo>
                <a:lnTo>
                  <a:pt x="2000" y="23000"/>
                </a:lnTo>
                <a:lnTo>
                  <a:pt x="0" y="18000"/>
                </a:lnTo>
                <a:lnTo>
                  <a:pt x="1650" y="18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ncoderin2" descr="Editable line; source id encoderin2"/>
          <p:cNvSpPr/>
          <p:nvPr/>
        </p:nvSpPr>
        <p:spPr>
          <a:xfrm>
            <a:off x="8901830" y="993731"/>
            <a:ext cx="33403" cy="192066"/>
          </a:xfrm>
          <a:custGeom>
            <a:avLst/>
            <a:gdLst/>
            <a:ahLst/>
            <a:cxnLst/>
            <a:rect l="l" t="t" r="r" b="b"/>
            <a:pathLst>
              <a:path w="4000" h="23000">
                <a:moveTo>
                  <a:pt x="2350" y="0"/>
                </a:moveTo>
                <a:lnTo>
                  <a:pt x="2350" y="18000"/>
                </a:lnTo>
                <a:lnTo>
                  <a:pt x="4000" y="18000"/>
                </a:lnTo>
                <a:lnTo>
                  <a:pt x="2000" y="23000"/>
                </a:lnTo>
                <a:lnTo>
                  <a:pt x="0" y="18000"/>
                </a:lnTo>
                <a:lnTo>
                  <a:pt x="1650" y="18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ncoderlabel" descr="Editable text; source id encoderlabel"/>
          <p:cNvSpPr txBox="1"/>
          <p:nvPr/>
        </p:nvSpPr>
        <p:spPr>
          <a:xfrm>
            <a:off x="6805808" y="1311057"/>
            <a:ext cx="475989" cy="4926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Unified</a:t>
            </a:r>
          </a:p>
          <a:p>
            <a:pPr algn="l" fontAlgn="base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Feature</a:t>
            </a:r>
          </a:p>
          <a:p>
            <a:pPr algn="l" fontAlgn="base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256" name="sentence" descr="Editable shape; source id sentence"/>
          <p:cNvSpPr/>
          <p:nvPr/>
        </p:nvSpPr>
        <p:spPr>
          <a:xfrm>
            <a:off x="7290147" y="1319408"/>
            <a:ext cx="801665" cy="434235"/>
          </a:xfrm>
          <a:prstGeom prst="rect">
            <a:avLst/>
          </a:prstGeom>
          <a:solidFill>
            <a:srgbClr val="EFB185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entencet" descr="Editable text; source id sentencet"/>
          <p:cNvSpPr txBox="1"/>
          <p:nvPr/>
        </p:nvSpPr>
        <p:spPr>
          <a:xfrm>
            <a:off x="7315199" y="1319408"/>
            <a:ext cx="751561" cy="43423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Sentence</a:t>
            </a:r>
          </a:p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258" name="numeric" descr="Editable shape; source id numeric"/>
          <p:cNvSpPr/>
          <p:nvPr/>
        </p:nvSpPr>
        <p:spPr>
          <a:xfrm>
            <a:off x="8300580" y="1319408"/>
            <a:ext cx="810016" cy="434235"/>
          </a:xfrm>
          <a:prstGeom prst="rect">
            <a:avLst/>
          </a:prstGeom>
          <a:solidFill>
            <a:srgbClr val="EFB185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numerict" descr="Editable text; source id numerict"/>
          <p:cNvSpPr txBox="1"/>
          <p:nvPr/>
        </p:nvSpPr>
        <p:spPr>
          <a:xfrm>
            <a:off x="8325632" y="1319408"/>
            <a:ext cx="759912" cy="43423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Pretrained</a:t>
            </a:r>
          </a:p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Numeric</a:t>
            </a:r>
          </a:p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260" name="ti" descr="Editable shape; source id ti"/>
          <p:cNvSpPr/>
          <p:nvPr/>
        </p:nvSpPr>
        <p:spPr>
          <a:xfrm>
            <a:off x="6830860" y="2079320"/>
            <a:ext cx="300624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it" descr="Editable text; source id tit"/>
          <p:cNvSpPr txBox="1"/>
          <p:nvPr/>
        </p:nvSpPr>
        <p:spPr>
          <a:xfrm>
            <a:off x="6847561" y="2096021"/>
            <a:ext cx="267221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defRPr sz="986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tᵢ</a:t>
            </a:r>
          </a:p>
        </p:txBody>
      </p:sp>
      <p:sp>
        <p:nvSpPr>
          <p:cNvPr id="262" name="mi" descr="Editable shape; source id mi"/>
          <p:cNvSpPr/>
          <p:nvPr/>
        </p:nvSpPr>
        <p:spPr>
          <a:xfrm>
            <a:off x="7415408" y="2079320"/>
            <a:ext cx="843419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mit" descr="Editable text; source id mit"/>
          <p:cNvSpPr txBox="1"/>
          <p:nvPr/>
        </p:nvSpPr>
        <p:spPr>
          <a:xfrm>
            <a:off x="7432109" y="2096021"/>
            <a:ext cx="810016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defRPr sz="986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mᵢ</a:t>
            </a:r>
          </a:p>
        </p:txBody>
      </p:sp>
      <p:sp>
        <p:nvSpPr>
          <p:cNvPr id="264" name="miinner" descr="Editable shape; source id miinner"/>
          <p:cNvSpPr/>
          <p:nvPr/>
        </p:nvSpPr>
        <p:spPr>
          <a:xfrm>
            <a:off x="7440460" y="2096021"/>
            <a:ext cx="793315" cy="192065"/>
          </a:xfrm>
          <a:prstGeom prst="rect">
            <a:avLst/>
          </a:prstGeom>
          <a:noFill/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xi" descr="Editable shape; source id xi"/>
          <p:cNvSpPr/>
          <p:nvPr/>
        </p:nvSpPr>
        <p:spPr>
          <a:xfrm>
            <a:off x="8500997" y="2079320"/>
            <a:ext cx="843419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xit" descr="Editable text; source id xit"/>
          <p:cNvSpPr txBox="1"/>
          <p:nvPr/>
        </p:nvSpPr>
        <p:spPr>
          <a:xfrm>
            <a:off x="8517698" y="2096021"/>
            <a:ext cx="810016" cy="21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defRPr sz="986" b="0" i="1" lang="zh-CN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b="0" i="1" lang="zh-CN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xᵢ</a:t>
            </a:r>
          </a:p>
        </p:txBody>
      </p:sp>
      <p:sp>
        <p:nvSpPr>
          <p:cNvPr id="267" name="xiinner" descr="Editable shape; source id xiinner"/>
          <p:cNvSpPr/>
          <p:nvPr/>
        </p:nvSpPr>
        <p:spPr>
          <a:xfrm>
            <a:off x="8526049" y="2096021"/>
            <a:ext cx="793315" cy="192065"/>
          </a:xfrm>
          <a:prstGeom prst="rect">
            <a:avLst/>
          </a:prstGeom>
          <a:noFill/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ncoderout0" descr="Editable line; source id encoderout0"/>
          <p:cNvSpPr/>
          <p:nvPr/>
        </p:nvSpPr>
        <p:spPr>
          <a:xfrm>
            <a:off x="6964471" y="1862203"/>
            <a:ext cx="33403" cy="208767"/>
          </a:xfrm>
          <a:custGeom>
            <a:avLst/>
            <a:gdLst/>
            <a:ahLst/>
            <a:cxnLst/>
            <a:rect l="l" t="t" r="r" b="b"/>
            <a:pathLst>
              <a:path w="4000" h="25000">
                <a:moveTo>
                  <a:pt x="2350" y="0"/>
                </a:moveTo>
                <a:lnTo>
                  <a:pt x="2350" y="20000"/>
                </a:lnTo>
                <a:lnTo>
                  <a:pt x="4000" y="20000"/>
                </a:lnTo>
                <a:lnTo>
                  <a:pt x="2000" y="25000"/>
                </a:lnTo>
                <a:lnTo>
                  <a:pt x="0" y="20000"/>
                </a:lnTo>
                <a:lnTo>
                  <a:pt x="1650" y="20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ncoderout1" descr="Editable line; source id encoderout1"/>
          <p:cNvSpPr/>
          <p:nvPr/>
        </p:nvSpPr>
        <p:spPr>
          <a:xfrm>
            <a:off x="7799540" y="1862203"/>
            <a:ext cx="33403" cy="208767"/>
          </a:xfrm>
          <a:custGeom>
            <a:avLst/>
            <a:gdLst/>
            <a:ahLst/>
            <a:cxnLst/>
            <a:rect l="l" t="t" r="r" b="b"/>
            <a:pathLst>
              <a:path w="4000" h="25000">
                <a:moveTo>
                  <a:pt x="2350" y="0"/>
                </a:moveTo>
                <a:lnTo>
                  <a:pt x="2350" y="20000"/>
                </a:lnTo>
                <a:lnTo>
                  <a:pt x="4000" y="20000"/>
                </a:lnTo>
                <a:lnTo>
                  <a:pt x="2000" y="25000"/>
                </a:lnTo>
                <a:lnTo>
                  <a:pt x="0" y="20000"/>
                </a:lnTo>
                <a:lnTo>
                  <a:pt x="1650" y="20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ncoderout2" descr="Editable line; source id encoderout2"/>
          <p:cNvSpPr/>
          <p:nvPr/>
        </p:nvSpPr>
        <p:spPr>
          <a:xfrm>
            <a:off x="8901830" y="1862203"/>
            <a:ext cx="33403" cy="208767"/>
          </a:xfrm>
          <a:custGeom>
            <a:avLst/>
            <a:gdLst/>
            <a:ahLst/>
            <a:cxnLst/>
            <a:rect l="l" t="t" r="r" b="b"/>
            <a:pathLst>
              <a:path w="4000" h="25000">
                <a:moveTo>
                  <a:pt x="2350" y="0"/>
                </a:moveTo>
                <a:lnTo>
                  <a:pt x="2350" y="20000"/>
                </a:lnTo>
                <a:lnTo>
                  <a:pt x="4000" y="20000"/>
                </a:lnTo>
                <a:lnTo>
                  <a:pt x="2000" y="25000"/>
                </a:lnTo>
                <a:lnTo>
                  <a:pt x="0" y="20000"/>
                </a:lnTo>
                <a:lnTo>
                  <a:pt x="1650" y="20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attnin0_0" descr="Editable line; source id attnin0_0"/>
          <p:cNvCxnSpPr/>
          <p:nvPr/>
        </p:nvCxnSpPr>
        <p:spPr>
          <a:xfrm>
            <a:off x="6981172" y="2304788"/>
            <a:ext cx="0" cy="392483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attnin0_1" descr="Editable line; source id attnin0_1"/>
          <p:cNvCxnSpPr/>
          <p:nvPr/>
        </p:nvCxnSpPr>
        <p:spPr>
          <a:xfrm>
            <a:off x="6981172" y="2697271"/>
            <a:ext cx="300625" cy="0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attnin0_2" descr="Editable line; source id attnin0_2"/>
          <p:cNvSpPr/>
          <p:nvPr/>
        </p:nvSpPr>
        <p:spPr>
          <a:xfrm>
            <a:off x="7265096" y="2697271"/>
            <a:ext cx="33403" cy="392482"/>
          </a:xfrm>
          <a:custGeom>
            <a:avLst/>
            <a:gdLst/>
            <a:ahLst/>
            <a:cxnLst/>
            <a:rect l="l" t="t" r="r" b="b"/>
            <a:pathLst>
              <a:path w="4000" h="47000">
                <a:moveTo>
                  <a:pt x="2350" y="0"/>
                </a:moveTo>
                <a:lnTo>
                  <a:pt x="2350" y="42000"/>
                </a:lnTo>
                <a:lnTo>
                  <a:pt x="4000" y="42000"/>
                </a:lnTo>
                <a:lnTo>
                  <a:pt x="2000" y="47000"/>
                </a:lnTo>
                <a:lnTo>
                  <a:pt x="0" y="42000"/>
                </a:lnTo>
                <a:lnTo>
                  <a:pt x="1650" y="42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4" name="attnin1_0" descr="Editable line; source id attnin1_0"/>
          <p:cNvCxnSpPr/>
          <p:nvPr/>
        </p:nvCxnSpPr>
        <p:spPr>
          <a:xfrm>
            <a:off x="7841292" y="2329841"/>
            <a:ext cx="0" cy="375780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attnin1_1" descr="Editable line; source id attnin1_1"/>
          <p:cNvCxnSpPr/>
          <p:nvPr/>
        </p:nvCxnSpPr>
        <p:spPr>
          <a:xfrm>
            <a:off x="7841292" y="2705621"/>
            <a:ext cx="66806" cy="0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attnin1_2" descr="Editable line; source id attnin1_2"/>
          <p:cNvSpPr/>
          <p:nvPr/>
        </p:nvSpPr>
        <p:spPr>
          <a:xfrm>
            <a:off x="7891397" y="2705622"/>
            <a:ext cx="33403" cy="392482"/>
          </a:xfrm>
          <a:custGeom>
            <a:avLst/>
            <a:gdLst/>
            <a:ahLst/>
            <a:cxnLst/>
            <a:rect l="l" t="t" r="r" b="b"/>
            <a:pathLst>
              <a:path w="4000" h="47000">
                <a:moveTo>
                  <a:pt x="2350" y="0"/>
                </a:moveTo>
                <a:lnTo>
                  <a:pt x="2350" y="42000"/>
                </a:lnTo>
                <a:lnTo>
                  <a:pt x="4000" y="42000"/>
                </a:lnTo>
                <a:lnTo>
                  <a:pt x="2000" y="47000"/>
                </a:lnTo>
                <a:lnTo>
                  <a:pt x="0" y="42000"/>
                </a:lnTo>
                <a:lnTo>
                  <a:pt x="1650" y="42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7" name="attnin2_0" descr="Editable line; source id attnin2_0"/>
          <p:cNvCxnSpPr/>
          <p:nvPr/>
        </p:nvCxnSpPr>
        <p:spPr>
          <a:xfrm>
            <a:off x="8926881" y="2329841"/>
            <a:ext cx="0" cy="375780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attnin2_1" descr="Editable line; source id attnin2_1"/>
          <p:cNvCxnSpPr/>
          <p:nvPr/>
        </p:nvCxnSpPr>
        <p:spPr>
          <a:xfrm flipH="1">
            <a:off x="8542750" y="2705621"/>
            <a:ext cx="384131" cy="0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attnin2_2" descr="Editable line; source id attnin2_2"/>
          <p:cNvSpPr/>
          <p:nvPr/>
        </p:nvSpPr>
        <p:spPr>
          <a:xfrm>
            <a:off x="8526049" y="2705622"/>
            <a:ext cx="33403" cy="392482"/>
          </a:xfrm>
          <a:custGeom>
            <a:avLst/>
            <a:gdLst/>
            <a:ahLst/>
            <a:cxnLst/>
            <a:rect l="l" t="t" r="r" b="b"/>
            <a:pathLst>
              <a:path w="4000" h="47000">
                <a:moveTo>
                  <a:pt x="2350" y="0"/>
                </a:moveTo>
                <a:lnTo>
                  <a:pt x="2350" y="42000"/>
                </a:lnTo>
                <a:lnTo>
                  <a:pt x="4000" y="42000"/>
                </a:lnTo>
                <a:lnTo>
                  <a:pt x="2000" y="47000"/>
                </a:lnTo>
                <a:lnTo>
                  <a:pt x="0" y="42000"/>
                </a:lnTo>
                <a:lnTo>
                  <a:pt x="1650" y="42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q" descr="Editable shape; source id q"/>
          <p:cNvSpPr/>
          <p:nvPr/>
        </p:nvSpPr>
        <p:spPr>
          <a:xfrm>
            <a:off x="7139835" y="3106454"/>
            <a:ext cx="275572" cy="267221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qt" descr="Editable text; source id qt"/>
          <p:cNvSpPr txBox="1"/>
          <p:nvPr/>
        </p:nvSpPr>
        <p:spPr>
          <a:xfrm>
            <a:off x="7139835" y="3156558"/>
            <a:ext cx="275572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defRPr sz="986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282" name="k" descr="Editable shape; source id k"/>
          <p:cNvSpPr/>
          <p:nvPr/>
        </p:nvSpPr>
        <p:spPr>
          <a:xfrm>
            <a:off x="7766136" y="3106454"/>
            <a:ext cx="275572" cy="267221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kt" descr="Editable text; source id kt"/>
          <p:cNvSpPr txBox="1"/>
          <p:nvPr/>
        </p:nvSpPr>
        <p:spPr>
          <a:xfrm>
            <a:off x="7766136" y="3156558"/>
            <a:ext cx="275572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defRPr sz="986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84" name="v" descr="Editable shape; source id v"/>
          <p:cNvSpPr/>
          <p:nvPr/>
        </p:nvSpPr>
        <p:spPr>
          <a:xfrm>
            <a:off x="8409139" y="3106454"/>
            <a:ext cx="275572" cy="267221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vt" descr="Editable text; source id vt"/>
          <p:cNvSpPr txBox="1"/>
          <p:nvPr/>
        </p:nvSpPr>
        <p:spPr>
          <a:xfrm>
            <a:off x="8409139" y="3156558"/>
            <a:ext cx="275572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defRPr sz="986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86" name="cross_title" descr="Editable text; source id cross_title"/>
          <p:cNvSpPr txBox="1"/>
          <p:nvPr/>
        </p:nvSpPr>
        <p:spPr>
          <a:xfrm>
            <a:off x="7164887" y="3624197"/>
            <a:ext cx="1544876" cy="23381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52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2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Cross-Attention</a:t>
            </a:r>
          </a:p>
        </p:txBody>
      </p:sp>
      <p:sp>
        <p:nvSpPr>
          <p:cNvPr id="287" name="cross_out" descr="Editable line; source id cross_out"/>
          <p:cNvSpPr/>
          <p:nvPr/>
        </p:nvSpPr>
        <p:spPr>
          <a:xfrm>
            <a:off x="7899748" y="4434214"/>
            <a:ext cx="33403" cy="576197"/>
          </a:xfrm>
          <a:custGeom>
            <a:avLst/>
            <a:gdLst/>
            <a:ahLst/>
            <a:cxnLst/>
            <a:rect l="l" t="t" r="r" b="b"/>
            <a:pathLst>
              <a:path w="4000" h="69000">
                <a:moveTo>
                  <a:pt x="2350" y="0"/>
                </a:moveTo>
                <a:lnTo>
                  <a:pt x="2350" y="64000"/>
                </a:lnTo>
                <a:lnTo>
                  <a:pt x="4000" y="64000"/>
                </a:lnTo>
                <a:lnTo>
                  <a:pt x="2000" y="69000"/>
                </a:lnTo>
                <a:lnTo>
                  <a:pt x="0" y="64000"/>
                </a:lnTo>
                <a:lnTo>
                  <a:pt x="1650" y="64000"/>
                </a:lnTo>
                <a:lnTo>
                  <a:pt x="16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vi" descr="Editable shape; source id vi"/>
          <p:cNvSpPr/>
          <p:nvPr/>
        </p:nvSpPr>
        <p:spPr>
          <a:xfrm>
            <a:off x="7757786" y="5010410"/>
            <a:ext cx="317326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vit" descr="Editable text; source id vit"/>
          <p:cNvSpPr txBox="1"/>
          <p:nvPr/>
        </p:nvSpPr>
        <p:spPr>
          <a:xfrm>
            <a:off x="7757786" y="5027112"/>
            <a:ext cx="317326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defRPr sz="986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vᵢ</a:t>
            </a:r>
          </a:p>
        </p:txBody>
      </p:sp>
      <p:sp>
        <p:nvSpPr>
          <p:cNvPr id="290" name="vi_mpnn" descr="Editable line; source id vi_mpnn"/>
          <p:cNvSpPr/>
          <p:nvPr/>
        </p:nvSpPr>
        <p:spPr>
          <a:xfrm>
            <a:off x="8075112" y="5110619"/>
            <a:ext cx="2480153" cy="33403"/>
          </a:xfrm>
          <a:custGeom>
            <a:avLst/>
            <a:gdLst/>
            <a:ahLst/>
            <a:cxnLst/>
            <a:rect l="l" t="t" r="r" b="b"/>
            <a:pathLst>
              <a:path w="297000" h="4000">
                <a:moveTo>
                  <a:pt x="0" y="1700"/>
                </a:moveTo>
                <a:lnTo>
                  <a:pt x="292000" y="1700"/>
                </a:lnTo>
                <a:lnTo>
                  <a:pt x="292000" y="0"/>
                </a:lnTo>
                <a:lnTo>
                  <a:pt x="297000" y="2000"/>
                </a:lnTo>
                <a:lnTo>
                  <a:pt x="292000" y="4000"/>
                </a:lnTo>
                <a:lnTo>
                  <a:pt x="292000" y="2300"/>
                </a:lnTo>
                <a:lnTo>
                  <a:pt x="0" y="230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_x" descr="Editable line; source id r_x"/>
          <p:cNvSpPr/>
          <p:nvPr/>
        </p:nvSpPr>
        <p:spPr>
          <a:xfrm>
            <a:off x="10703123" y="4617929"/>
            <a:ext cx="261326" cy="402419"/>
          </a:xfrm>
          <a:custGeom>
            <a:avLst/>
            <a:gdLst/>
            <a:ahLst/>
            <a:cxnLst/>
            <a:rect l="l" t="t" r="r" b="b"/>
            <a:pathLst>
              <a:path w="31294" h="48190">
                <a:moveTo>
                  <a:pt x="0" y="47810"/>
                </a:moveTo>
                <a:lnTo>
                  <a:pt x="28287" y="4010"/>
                </a:lnTo>
                <a:lnTo>
                  <a:pt x="26901" y="3115"/>
                </a:lnTo>
                <a:lnTo>
                  <a:pt x="31294" y="0"/>
                </a:lnTo>
                <a:lnTo>
                  <a:pt x="30261" y="5285"/>
                </a:lnTo>
                <a:lnTo>
                  <a:pt x="28875" y="4390"/>
                </a:lnTo>
                <a:lnTo>
                  <a:pt x="588" y="481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_u" descr="Editable line; source id r_u"/>
          <p:cNvSpPr/>
          <p:nvPr/>
        </p:nvSpPr>
        <p:spPr>
          <a:xfrm>
            <a:off x="10964449" y="4617929"/>
            <a:ext cx="253001" cy="402378"/>
          </a:xfrm>
          <a:custGeom>
            <a:avLst/>
            <a:gdLst/>
            <a:ahLst/>
            <a:cxnLst/>
            <a:rect l="l" t="t" r="r" b="b"/>
            <a:pathLst>
              <a:path w="30297" h="48185">
                <a:moveTo>
                  <a:pt x="29703" y="48185"/>
                </a:moveTo>
                <a:lnTo>
                  <a:pt x="2353" y="4425"/>
                </a:lnTo>
                <a:lnTo>
                  <a:pt x="954" y="5300"/>
                </a:lnTo>
                <a:lnTo>
                  <a:pt x="0" y="0"/>
                </a:lnTo>
                <a:lnTo>
                  <a:pt x="4346" y="3180"/>
                </a:lnTo>
                <a:lnTo>
                  <a:pt x="2947" y="4054"/>
                </a:lnTo>
                <a:lnTo>
                  <a:pt x="30297" y="478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a_x" descr="Editable line; source id a_x"/>
          <p:cNvSpPr/>
          <p:nvPr/>
        </p:nvSpPr>
        <p:spPr>
          <a:xfrm>
            <a:off x="10435976" y="5244230"/>
            <a:ext cx="269602" cy="377476"/>
          </a:xfrm>
          <a:custGeom>
            <a:avLst/>
            <a:gdLst/>
            <a:ahLst/>
            <a:cxnLst/>
            <a:rect l="l" t="t" r="r" b="b"/>
            <a:pathLst>
              <a:path w="32285" h="45203">
                <a:moveTo>
                  <a:pt x="0" y="44797"/>
                </a:moveTo>
                <a:lnTo>
                  <a:pt x="29102" y="3872"/>
                </a:lnTo>
                <a:lnTo>
                  <a:pt x="27757" y="2916"/>
                </a:lnTo>
                <a:lnTo>
                  <a:pt x="32285" y="0"/>
                </a:lnTo>
                <a:lnTo>
                  <a:pt x="31017" y="5234"/>
                </a:lnTo>
                <a:lnTo>
                  <a:pt x="29673" y="4278"/>
                </a:lnTo>
                <a:lnTo>
                  <a:pt x="570" y="4520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b_u" descr="Editable line; source id b_u"/>
          <p:cNvSpPr/>
          <p:nvPr/>
        </p:nvSpPr>
        <p:spPr>
          <a:xfrm>
            <a:off x="10986996" y="5244230"/>
            <a:ext cx="227974" cy="377284"/>
          </a:xfrm>
          <a:custGeom>
            <a:avLst/>
            <a:gdLst/>
            <a:ahLst/>
            <a:cxnLst/>
            <a:rect l="l" t="t" r="r" b="b"/>
            <a:pathLst>
              <a:path w="27300" h="45180">
                <a:moveTo>
                  <a:pt x="0" y="44820"/>
                </a:moveTo>
                <a:lnTo>
                  <a:pt x="24427" y="4107"/>
                </a:lnTo>
                <a:lnTo>
                  <a:pt x="23013" y="3258"/>
                </a:lnTo>
                <a:lnTo>
                  <a:pt x="27300" y="0"/>
                </a:lnTo>
                <a:lnTo>
                  <a:pt x="26443" y="5316"/>
                </a:lnTo>
                <a:lnTo>
                  <a:pt x="25028" y="4468"/>
                </a:lnTo>
                <a:lnTo>
                  <a:pt x="600" y="451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c_u" descr="Editable line; source id c_u"/>
          <p:cNvSpPr/>
          <p:nvPr/>
        </p:nvSpPr>
        <p:spPr>
          <a:xfrm>
            <a:off x="11214970" y="5244230"/>
            <a:ext cx="294579" cy="377576"/>
          </a:xfrm>
          <a:custGeom>
            <a:avLst/>
            <a:gdLst/>
            <a:ahLst/>
            <a:cxnLst/>
            <a:rect l="l" t="t" r="r" b="b"/>
            <a:pathLst>
              <a:path w="35276" h="45215">
                <a:moveTo>
                  <a:pt x="34724" y="45215"/>
                </a:moveTo>
                <a:lnTo>
                  <a:pt x="2793" y="4162"/>
                </a:lnTo>
                <a:lnTo>
                  <a:pt x="1491" y="5175"/>
                </a:lnTo>
                <a:lnTo>
                  <a:pt x="0" y="0"/>
                </a:lnTo>
                <a:lnTo>
                  <a:pt x="4648" y="2719"/>
                </a:lnTo>
                <a:lnTo>
                  <a:pt x="3346" y="3732"/>
                </a:lnTo>
                <a:lnTo>
                  <a:pt x="35276" y="4478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6" name="loop0" descr="Editable line; source id loop0"/>
          <p:cNvCxnSpPr/>
          <p:nvPr/>
        </p:nvCxnSpPr>
        <p:spPr>
          <a:xfrm flipH="1">
            <a:off x="10438355" y="5135671"/>
            <a:ext cx="116910" cy="0"/>
          </a:xfrm>
          <a:prstGeom prst="line">
            <a:avLst/>
          </a:prstGeom>
          <a:ln w="417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loop1" descr="Editable line; source id loop1"/>
          <p:cNvCxnSpPr/>
          <p:nvPr/>
        </p:nvCxnSpPr>
        <p:spPr>
          <a:xfrm>
            <a:off x="10438355" y="5135671"/>
            <a:ext cx="0" cy="233819"/>
          </a:xfrm>
          <a:prstGeom prst="line">
            <a:avLst/>
          </a:prstGeom>
          <a:ln w="417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loop2" descr="Editable line; source id loop2"/>
          <p:cNvCxnSpPr/>
          <p:nvPr/>
        </p:nvCxnSpPr>
        <p:spPr>
          <a:xfrm>
            <a:off x="10438355" y="5369490"/>
            <a:ext cx="275573" cy="0"/>
          </a:xfrm>
          <a:prstGeom prst="line">
            <a:avLst/>
          </a:prstGeom>
          <a:ln w="417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loop3" descr="Editable line; source id loop3"/>
          <p:cNvCxnSpPr/>
          <p:nvPr/>
        </p:nvCxnSpPr>
        <p:spPr>
          <a:xfrm flipV="1">
            <a:off x="10713928" y="5244230"/>
            <a:ext cx="0" cy="125260"/>
          </a:xfrm>
          <a:prstGeom prst="line">
            <a:avLst/>
          </a:prstGeom>
          <a:ln w="417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loop4" descr="Editable line; source id loop4"/>
          <p:cNvCxnSpPr/>
          <p:nvPr/>
        </p:nvCxnSpPr>
        <p:spPr>
          <a:xfrm flipV="1">
            <a:off x="10713928" y="4910202"/>
            <a:ext cx="0" cy="108559"/>
          </a:xfrm>
          <a:prstGeom prst="line">
            <a:avLst/>
          </a:prstGeom>
          <a:ln w="417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loop5" descr="Editable line; source id loop5"/>
          <p:cNvCxnSpPr/>
          <p:nvPr/>
        </p:nvCxnSpPr>
        <p:spPr>
          <a:xfrm flipH="1">
            <a:off x="10438355" y="4910202"/>
            <a:ext cx="275573" cy="0"/>
          </a:xfrm>
          <a:prstGeom prst="line">
            <a:avLst/>
          </a:prstGeom>
          <a:ln w="417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loop6" descr="Editable line; source id loop6"/>
          <p:cNvSpPr/>
          <p:nvPr/>
        </p:nvSpPr>
        <p:spPr>
          <a:xfrm>
            <a:off x="10421655" y="4910203"/>
            <a:ext cx="33403" cy="225468"/>
          </a:xfrm>
          <a:custGeom>
            <a:avLst/>
            <a:gdLst/>
            <a:ahLst/>
            <a:cxnLst/>
            <a:rect l="l" t="t" r="r" b="b"/>
            <a:pathLst>
              <a:path w="4000" h="27000">
                <a:moveTo>
                  <a:pt x="2250" y="0"/>
                </a:moveTo>
                <a:lnTo>
                  <a:pt x="2250" y="22000"/>
                </a:lnTo>
                <a:lnTo>
                  <a:pt x="4000" y="22000"/>
                </a:lnTo>
                <a:lnTo>
                  <a:pt x="2000" y="27000"/>
                </a:lnTo>
                <a:lnTo>
                  <a:pt x="0" y="22000"/>
                </a:lnTo>
                <a:lnTo>
                  <a:pt x="1750" y="22000"/>
                </a:lnTo>
                <a:lnTo>
                  <a:pt x="175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ot" descr="Editable shape; source id root"/>
          <p:cNvSpPr/>
          <p:nvPr/>
        </p:nvSpPr>
        <p:spPr>
          <a:xfrm>
            <a:off x="10713928" y="4392460"/>
            <a:ext cx="501041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oott" descr="Editable text; source id roott"/>
          <p:cNvSpPr txBox="1"/>
          <p:nvPr/>
        </p:nvSpPr>
        <p:spPr>
          <a:xfrm>
            <a:off x="10713928" y="4425862"/>
            <a:ext cx="501041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Purchase</a:t>
            </a:r>
          </a:p>
        </p:txBody>
      </p:sp>
      <p:sp>
        <p:nvSpPr>
          <p:cNvPr id="305" name="xnode" descr="Editable shape; source id xnode"/>
          <p:cNvSpPr/>
          <p:nvPr/>
        </p:nvSpPr>
        <p:spPr>
          <a:xfrm>
            <a:off x="10555265" y="5018761"/>
            <a:ext cx="300624" cy="225468"/>
          </a:xfrm>
          <a:prstGeom prst="rect">
            <a:avLst/>
          </a:prstGeom>
          <a:solidFill>
            <a:srgbClr val="F8BEBC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xnodet" descr="Editable text; source id xnodet"/>
          <p:cNvSpPr txBox="1"/>
          <p:nvPr/>
        </p:nvSpPr>
        <p:spPr>
          <a:xfrm>
            <a:off x="10555265" y="5052164"/>
            <a:ext cx="300624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1" lang="zh-CN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1" lang="zh-CN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xᵢ</a:t>
            </a:r>
          </a:p>
        </p:txBody>
      </p:sp>
      <p:sp>
        <p:nvSpPr>
          <p:cNvPr id="307" name="unode" descr="Editable shape; source id unode"/>
          <p:cNvSpPr/>
          <p:nvPr/>
        </p:nvSpPr>
        <p:spPr>
          <a:xfrm>
            <a:off x="11056306" y="5018761"/>
            <a:ext cx="308975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unodet" descr="Editable text; source id unodet"/>
          <p:cNvSpPr txBox="1"/>
          <p:nvPr/>
        </p:nvSpPr>
        <p:spPr>
          <a:xfrm>
            <a:off x="11056306" y="5052164"/>
            <a:ext cx="308975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</a:t>
            </a:r>
          </a:p>
        </p:txBody>
      </p:sp>
      <p:sp>
        <p:nvSpPr>
          <p:cNvPr id="309" name="pa" descr="Editable shape; source id pa"/>
          <p:cNvSpPr/>
          <p:nvPr/>
        </p:nvSpPr>
        <p:spPr>
          <a:xfrm>
            <a:off x="10204536" y="5620010"/>
            <a:ext cx="467638" cy="21711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pat" descr="Editable text; source id pat"/>
          <p:cNvSpPr txBox="1"/>
          <p:nvPr/>
        </p:nvSpPr>
        <p:spPr>
          <a:xfrm>
            <a:off x="10204536" y="5653413"/>
            <a:ext cx="467638" cy="1920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Purchase</a:t>
            </a:r>
          </a:p>
        </p:txBody>
      </p:sp>
      <p:sp>
        <p:nvSpPr>
          <p:cNvPr id="311" name="pb" descr="Editable shape; source id pb"/>
          <p:cNvSpPr/>
          <p:nvPr/>
        </p:nvSpPr>
        <p:spPr>
          <a:xfrm>
            <a:off x="10755681" y="5620010"/>
            <a:ext cx="467638" cy="21711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pbt" descr="Editable text; source id pbt"/>
          <p:cNvSpPr txBox="1"/>
          <p:nvPr/>
        </p:nvSpPr>
        <p:spPr>
          <a:xfrm>
            <a:off x="10755681" y="5653413"/>
            <a:ext cx="467638" cy="1920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Purchase</a:t>
            </a:r>
          </a:p>
        </p:txBody>
      </p:sp>
      <p:sp>
        <p:nvSpPr>
          <p:cNvPr id="313" name="pc" descr="Editable shape; source id pc"/>
          <p:cNvSpPr/>
          <p:nvPr/>
        </p:nvSpPr>
        <p:spPr>
          <a:xfrm>
            <a:off x="11273424" y="5620010"/>
            <a:ext cx="467638" cy="21711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pct" descr="Editable text; source id pct"/>
          <p:cNvSpPr txBox="1"/>
          <p:nvPr/>
        </p:nvSpPr>
        <p:spPr>
          <a:xfrm>
            <a:off x="11273424" y="5653413"/>
            <a:ext cx="467638" cy="1920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Purchase</a:t>
            </a:r>
          </a:p>
        </p:txBody>
      </p:sp>
      <p:sp>
        <p:nvSpPr>
          <p:cNvPr id="315" name="mpnntitle" descr="Editable text; source id mpnntitle"/>
          <p:cNvSpPr txBox="1"/>
          <p:nvPr/>
        </p:nvSpPr>
        <p:spPr>
          <a:xfrm>
            <a:off x="10480109" y="4041731"/>
            <a:ext cx="1002082" cy="2505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52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2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MPNN</a:t>
            </a:r>
          </a:p>
        </p:txBody>
      </p:sp>
      <p:sp>
        <p:nvSpPr>
          <p:cNvPr id="316" name="mpnn_z" descr="Editable line; source id mpnn_z"/>
          <p:cNvSpPr/>
          <p:nvPr/>
        </p:nvSpPr>
        <p:spPr>
          <a:xfrm>
            <a:off x="10956098" y="3457183"/>
            <a:ext cx="33403" cy="492690"/>
          </a:xfrm>
          <a:custGeom>
            <a:avLst/>
            <a:gdLst/>
            <a:ahLst/>
            <a:cxnLst/>
            <a:rect l="l" t="t" r="r" b="b"/>
            <a:pathLst>
              <a:path w="4000" h="59000">
                <a:moveTo>
                  <a:pt x="1650" y="59000"/>
                </a:moveTo>
                <a:lnTo>
                  <a:pt x="1650" y="5000"/>
                </a:lnTo>
                <a:lnTo>
                  <a:pt x="0" y="5000"/>
                </a:lnTo>
                <a:lnTo>
                  <a:pt x="2000" y="0"/>
                </a:lnTo>
                <a:lnTo>
                  <a:pt x="4000" y="5000"/>
                </a:lnTo>
                <a:lnTo>
                  <a:pt x="2350" y="5000"/>
                </a:lnTo>
                <a:lnTo>
                  <a:pt x="2350" y="59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z" descr="Editable shape; source id z"/>
          <p:cNvSpPr/>
          <p:nvPr/>
        </p:nvSpPr>
        <p:spPr>
          <a:xfrm>
            <a:off x="10822487" y="3240065"/>
            <a:ext cx="300624" cy="208767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zt" descr="Editable text; source id zt"/>
          <p:cNvSpPr txBox="1"/>
          <p:nvPr/>
        </p:nvSpPr>
        <p:spPr>
          <a:xfrm>
            <a:off x="10822487" y="3265117"/>
            <a:ext cx="300624" cy="1920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19" name="z_reg" descr="Editable line; source id z_reg"/>
          <p:cNvSpPr/>
          <p:nvPr/>
        </p:nvSpPr>
        <p:spPr>
          <a:xfrm>
            <a:off x="10363200" y="2388296"/>
            <a:ext cx="611980" cy="853473"/>
          </a:xfrm>
          <a:custGeom>
            <a:avLst/>
            <a:gdLst/>
            <a:ahLst/>
            <a:cxnLst/>
            <a:rect l="l" t="t" r="r" b="b"/>
            <a:pathLst>
              <a:path w="73285" h="102204">
                <a:moveTo>
                  <a:pt x="72715" y="102204"/>
                </a:moveTo>
                <a:lnTo>
                  <a:pt x="2625" y="4270"/>
                </a:lnTo>
                <a:lnTo>
                  <a:pt x="1284" y="5230"/>
                </a:lnTo>
                <a:lnTo>
                  <a:pt x="0" y="0"/>
                </a:lnTo>
                <a:lnTo>
                  <a:pt x="4536" y="2902"/>
                </a:lnTo>
                <a:lnTo>
                  <a:pt x="3195" y="3862"/>
                </a:lnTo>
                <a:lnTo>
                  <a:pt x="73285" y="1017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z_class" descr="Editable line; source id z_class"/>
          <p:cNvSpPr/>
          <p:nvPr/>
        </p:nvSpPr>
        <p:spPr>
          <a:xfrm>
            <a:off x="10970052" y="2388296"/>
            <a:ext cx="313184" cy="852764"/>
          </a:xfrm>
          <a:custGeom>
            <a:avLst/>
            <a:gdLst/>
            <a:ahLst/>
            <a:cxnLst/>
            <a:rect l="l" t="t" r="r" b="b"/>
            <a:pathLst>
              <a:path w="37504" h="102119">
                <a:moveTo>
                  <a:pt x="0" y="101881"/>
                </a:moveTo>
                <a:lnTo>
                  <a:pt x="35295" y="4581"/>
                </a:lnTo>
                <a:lnTo>
                  <a:pt x="33744" y="4018"/>
                </a:lnTo>
                <a:lnTo>
                  <a:pt x="37329" y="0"/>
                </a:lnTo>
                <a:lnTo>
                  <a:pt x="37504" y="5382"/>
                </a:lnTo>
                <a:lnTo>
                  <a:pt x="35953" y="4820"/>
                </a:lnTo>
                <a:lnTo>
                  <a:pt x="658" y="1021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decodertitle" descr="Editable text; source id decodertitle"/>
          <p:cNvSpPr txBox="1"/>
          <p:nvPr/>
        </p:nvSpPr>
        <p:spPr>
          <a:xfrm>
            <a:off x="10104328" y="1227550"/>
            <a:ext cx="1878904" cy="2254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defRPr sz="98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Unified Task Decoder</a:t>
            </a:r>
          </a:p>
        </p:txBody>
      </p:sp>
      <p:sp>
        <p:nvSpPr>
          <p:cNvPr id="322" name="regtitle" descr="Editable text; source id regtitle"/>
          <p:cNvSpPr txBox="1"/>
          <p:nvPr/>
        </p:nvSpPr>
        <p:spPr>
          <a:xfrm>
            <a:off x="9903912" y="1461369"/>
            <a:ext cx="951978" cy="20876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Regression Task</a:t>
            </a:r>
          </a:p>
        </p:txBody>
      </p:sp>
      <p:sp>
        <p:nvSpPr>
          <p:cNvPr id="323" name="classtitle" descr="Editable text; source id classtitle"/>
          <p:cNvSpPr txBox="1"/>
          <p:nvPr/>
        </p:nvSpPr>
        <p:spPr>
          <a:xfrm>
            <a:off x="10989501" y="1453019"/>
            <a:ext cx="1010432" cy="20876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 Task</a:t>
            </a:r>
          </a:p>
        </p:txBody>
      </p:sp>
      <p:sp>
        <p:nvSpPr>
          <p:cNvPr id="324" name="regdecoder" descr="Editable shape; source id regdecoder"/>
          <p:cNvSpPr/>
          <p:nvPr/>
        </p:nvSpPr>
        <p:spPr>
          <a:xfrm>
            <a:off x="9962366" y="1645084"/>
            <a:ext cx="793315" cy="74321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gtxt" descr="Editable text; source id regtxt"/>
          <p:cNvSpPr txBox="1"/>
          <p:nvPr/>
        </p:nvSpPr>
        <p:spPr>
          <a:xfrm>
            <a:off x="10029172" y="1812098"/>
            <a:ext cx="668054" cy="5260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Pretrained</a:t>
            </a:r>
          </a:p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Numeric</a:t>
            </a:r>
          </a:p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326" name="classdecoder" descr="Editable shape; source id classdecoder"/>
          <p:cNvSpPr/>
          <p:nvPr/>
        </p:nvSpPr>
        <p:spPr>
          <a:xfrm>
            <a:off x="11006202" y="1645084"/>
            <a:ext cx="542794" cy="743210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classtxt" descr="Editable text; source id classtxt"/>
          <p:cNvSpPr txBox="1"/>
          <p:nvPr/>
        </p:nvSpPr>
        <p:spPr>
          <a:xfrm>
            <a:off x="11031254" y="1812098"/>
            <a:ext cx="492690" cy="5260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</a:t>
            </a:r>
          </a:p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Candidate</a:t>
            </a:r>
          </a:p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Labels</a:t>
            </a:r>
          </a:p>
        </p:txBody>
      </p:sp>
      <p:cxnSp>
        <p:nvCxnSpPr>
          <p:cNvPr id="328" name="classout0" descr="Editable line; source id classout0"/>
          <p:cNvCxnSpPr/>
          <p:nvPr/>
        </p:nvCxnSpPr>
        <p:spPr>
          <a:xfrm>
            <a:off x="11548996" y="1753643"/>
            <a:ext cx="125261" cy="0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classlabel0" descr="Editable shape; source id classlabel0"/>
          <p:cNvSpPr/>
          <p:nvPr/>
        </p:nvSpPr>
        <p:spPr>
          <a:xfrm>
            <a:off x="11674257" y="1645084"/>
            <a:ext cx="300624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classlabel0t" descr="Editable text; source id classlabel0t"/>
          <p:cNvSpPr txBox="1"/>
          <p:nvPr/>
        </p:nvSpPr>
        <p:spPr>
          <a:xfrm>
            <a:off x="11674257" y="1678487"/>
            <a:ext cx="300624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EF1D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EF1D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331" name="classout1" descr="Editable line; source id classout1"/>
          <p:cNvCxnSpPr/>
          <p:nvPr/>
        </p:nvCxnSpPr>
        <p:spPr>
          <a:xfrm>
            <a:off x="11548996" y="2012515"/>
            <a:ext cx="125261" cy="0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classlabel1" descr="Editable shape; source id classlabel1"/>
          <p:cNvSpPr/>
          <p:nvPr/>
        </p:nvSpPr>
        <p:spPr>
          <a:xfrm>
            <a:off x="11674257" y="1903956"/>
            <a:ext cx="300624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classlabel1t" descr="Editable text; source id classlabel1t"/>
          <p:cNvSpPr txBox="1"/>
          <p:nvPr/>
        </p:nvSpPr>
        <p:spPr>
          <a:xfrm>
            <a:off x="11674257" y="1937358"/>
            <a:ext cx="300624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cxnSp>
        <p:nvCxnSpPr>
          <p:cNvPr id="334" name="classout2" descr="Editable line; source id classout2"/>
          <p:cNvCxnSpPr/>
          <p:nvPr/>
        </p:nvCxnSpPr>
        <p:spPr>
          <a:xfrm>
            <a:off x="11548996" y="2271386"/>
            <a:ext cx="125261" cy="0"/>
          </a:xfrm>
          <a:prstGeom prst="line">
            <a:avLst/>
          </a:prstGeom>
          <a:ln w="584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classlabel2" descr="Editable shape; source id classlabel2"/>
          <p:cNvSpPr/>
          <p:nvPr/>
        </p:nvSpPr>
        <p:spPr>
          <a:xfrm>
            <a:off x="11674257" y="2162827"/>
            <a:ext cx="300624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classlabel2t" descr="Editable text; source id classlabel2t"/>
          <p:cNvSpPr txBox="1"/>
          <p:nvPr/>
        </p:nvSpPr>
        <p:spPr>
          <a:xfrm>
            <a:off x="11674257" y="2196230"/>
            <a:ext cx="300624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58"/>
              </a:lnSpc>
              <a:spcBef>
                <a:spcPts val="0"/>
              </a:spcBef>
              <a:spcAft>
                <a:spcPts val="0"/>
              </a:spcAft>
              <a:defRPr sz="920" b="0" i="0" lang="zh-CN" dirty="0">
                <a:solidFill>
                  <a:srgbClr val="EF1D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 b="0" i="0" lang="zh-CN" dirty="0">
                <a:solidFill>
                  <a:srgbClr val="EF1D1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37" name="prediction" descr="Editable shape; source id prediction"/>
          <p:cNvSpPr/>
          <p:nvPr/>
        </p:nvSpPr>
        <p:spPr>
          <a:xfrm>
            <a:off x="10555265" y="751561"/>
            <a:ext cx="835068" cy="225468"/>
          </a:xfrm>
          <a:prstGeom prst="rect">
            <a:avLst/>
          </a:prstGeom>
          <a:solidFill>
            <a:srgbClr val="FFFFFF"/>
          </a:solidFill>
          <a:ln w="8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predictiont" descr="Editable text; source id predictiont"/>
          <p:cNvSpPr txBox="1"/>
          <p:nvPr/>
        </p:nvSpPr>
        <p:spPr>
          <a:xfrm>
            <a:off x="10555265" y="784964"/>
            <a:ext cx="835068" cy="2004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83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Prediction</a:t>
            </a:r>
          </a:p>
        </p:txBody>
      </p:sp>
      <p:sp>
        <p:nvSpPr>
          <p:cNvPr id="339" name="predictionline" descr="Editable line; source id predictionline"/>
          <p:cNvSpPr/>
          <p:nvPr/>
        </p:nvSpPr>
        <p:spPr>
          <a:xfrm>
            <a:off x="10964449" y="977030"/>
            <a:ext cx="33403" cy="208767"/>
          </a:xfrm>
          <a:custGeom>
            <a:avLst/>
            <a:gdLst/>
            <a:ahLst/>
            <a:cxnLst/>
            <a:rect l="l" t="t" r="r" b="b"/>
            <a:pathLst>
              <a:path w="4000" h="25000">
                <a:moveTo>
                  <a:pt x="1650" y="25000"/>
                </a:moveTo>
                <a:lnTo>
                  <a:pt x="1650" y="5000"/>
                </a:lnTo>
                <a:lnTo>
                  <a:pt x="0" y="5000"/>
                </a:lnTo>
                <a:lnTo>
                  <a:pt x="2000" y="0"/>
                </a:lnTo>
                <a:lnTo>
                  <a:pt x="4000" y="5000"/>
                </a:lnTo>
                <a:lnTo>
                  <a:pt x="2350" y="5000"/>
                </a:lnTo>
                <a:lnTo>
                  <a:pt x="2350" y="2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