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 smoke: documented diagonal formula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ey_label_0" descr="Editable text; source id key_label_0"/>
          <p:cNvSpPr txBox="1"/>
          <p:nvPr/>
        </p:nvSpPr>
        <p:spPr>
          <a:xfrm rot="18900000">
            <a:off x="9019803" y="1138377"/>
            <a:ext cx="63137" cy="143255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1025"/>
              </a:lnSpc>
              <a:spcBef>
                <a:spcPts val="0"/>
              </a:spcBef>
              <a:spcAft>
                <a:spcPts val="0"/>
              </a:spcAft>
              <a:defRPr sz="89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91" b="0" i="1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3" name="key_label_1" descr="Editable text; source id key_label_1"/>
          <p:cNvSpPr txBox="1"/>
          <p:nvPr/>
        </p:nvSpPr>
        <p:spPr>
          <a:xfrm rot="18900000">
            <a:off x="9085758" y="1155785"/>
            <a:ext cx="50074" cy="97971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668"/>
              </a:lnSpc>
              <a:spcBef>
                <a:spcPts val="0"/>
              </a:spcBef>
              <a:spcAft>
                <a:spcPts val="0"/>
              </a:spcAft>
              <a:defRPr sz="5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" name="key_label_2" descr="Editable text; source id key_label_2"/>
          <p:cNvSpPr txBox="1"/>
          <p:nvPr/>
        </p:nvSpPr>
        <p:spPr>
          <a:xfrm rot="18900000">
            <a:off x="9014295" y="1070344"/>
            <a:ext cx="117565" cy="97971"/>
          </a:xfrm>
          <a:prstGeom prst="rect">
            <a:avLst/>
          </a:prstGeom>
          <a:noFill/>
          <a:effectLst/>
        </p:spPr>
        <p:txBody>
          <a:bodyPr wrap="none" anchor="t" tIns="4354" rIns="0" bIns="0" lIns="4354" anchorCtr="0" vertOverflow="overflow">
            <a:noAutofit/>
          </a:bodyPr>
          <a:lstStyle/>
          <a:p>
            <a:pPr algn="l" fontAlgn="base">
              <a:lnSpc>
                <a:spcPts val="668"/>
              </a:lnSpc>
              <a:spcBef>
                <a:spcPts val="0"/>
              </a:spcBef>
              <a:spcAft>
                <a:spcPts val="0"/>
              </a:spcAft>
              <a:defRPr sz="5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79" b="0" i="0" lang="zh-C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