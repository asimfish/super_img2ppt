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809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label" descr="Editable text; source id label"/>
          <p:cNvSpPr txBox="1"/>
          <p:nvPr/>
        </p:nvSpPr>
        <p:spPr>
          <a:xfrm>
            <a:off x="761999" y="761999"/>
            <a:ext cx="10667999" cy="2095499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l" fontAlgn="base">
              <a:lnSpc>
                <a:spcPts val="10724"/>
              </a:lnSpc>
              <a:spcBef>
                <a:spcPts val="0"/>
              </a:spcBef>
              <a:spcAft>
                <a:spcPts val="0"/>
              </a:spcAft>
              <a:defRPr sz="7799" b="0" i="0" lang="zh-CN" dirty="0">
                <a:solidFill>
                  <a:srgbClr val="111827"/>
                </a:solidFill>
                <a:latin typeface="Avenir"/>
                <a:ea typeface="Avenir"/>
                <a:cs typeface="Avenir"/>
              </a:defRPr>
            </a:pPr>
            <a:r>
              <a:rPr sz="7799" b="0" i="0" lang="zh-CN" dirty="0">
                <a:solidFill>
                  <a:srgbClr val="111827"/>
                </a:solidFill>
                <a:latin typeface="Avenir"/>
                <a:ea typeface="Avenir"/>
                <a:cs typeface="Avenir"/>
              </a:rPr>
              <a:t>Encoder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