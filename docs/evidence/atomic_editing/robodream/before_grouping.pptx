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5777837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Adapted from Junjie Ye et al., RoboDream: Compositional World Models for Scalable Robot Data Synthesis, arXiv:2606.02577v1, Figure 2 (2026-06-01). CC BY 4.0 https://creativecommons.org/licenses/by/4.0/. Changes: editable reconstruction from raster pixels/local OCR; Arial and Courier New approximate source typography; five independent artwork crops remain raster, token gradients approximate diagonal source blends.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views_rear" descr="Editable shape; source id views_rear"/>
          <p:cNvSpPr/>
          <p:nvPr/>
        </p:nvSpPr>
        <p:spPr>
          <a:xfrm>
            <a:off x="458154" y="1107206"/>
            <a:ext cx="6153269" cy="3404342"/>
          </a:xfrm>
          <a:prstGeom prst="roundRect">
            <a:avLst>
              <a:gd name="adj" fmla="val 3364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views_front" descr="Editable shape; source id views_front"/>
          <p:cNvSpPr/>
          <p:nvPr/>
        </p:nvSpPr>
        <p:spPr>
          <a:xfrm>
            <a:off x="305436" y="1240835"/>
            <a:ext cx="6172358" cy="3404342"/>
          </a:xfrm>
          <a:prstGeom prst="roundRect">
            <a:avLst>
              <a:gd name="adj" fmla="val 3364"/>
            </a:avLst>
          </a:prstGeom>
          <a:solidFill>
            <a:srgbClr val="F2F2F2"/>
          </a:solidFill>
          <a:ln w="19089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utput_rear" descr="Editable shape; source id output_rear"/>
          <p:cNvSpPr/>
          <p:nvPr/>
        </p:nvSpPr>
        <p:spPr>
          <a:xfrm>
            <a:off x="8323139" y="1107206"/>
            <a:ext cx="381795" cy="3130722"/>
          </a:xfrm>
          <a:prstGeom prst="roundRect">
            <a:avLst>
              <a:gd name="adj" fmla="val 2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utput_front" descr="Editable shape; source id output_front"/>
          <p:cNvSpPr/>
          <p:nvPr/>
        </p:nvSpPr>
        <p:spPr>
          <a:xfrm>
            <a:off x="8176784" y="1240835"/>
            <a:ext cx="388158" cy="3137085"/>
          </a:xfrm>
          <a:prstGeom prst="roundRect">
            <a:avLst>
              <a:gd name="adj" fmla="val 24590"/>
            </a:avLst>
          </a:prstGeom>
          <a:solidFill>
            <a:srgbClr val="F2F2F2"/>
          </a:solidFill>
          <a:ln w="19089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ncoder" descr="Editable shape; source id encoder"/>
          <p:cNvSpPr/>
          <p:nvPr/>
        </p:nvSpPr>
        <p:spPr>
          <a:xfrm>
            <a:off x="2284409" y="1336283"/>
            <a:ext cx="935398" cy="4136116"/>
          </a:xfrm>
          <a:prstGeom prst="roundRect">
            <a:avLst>
              <a:gd name="adj" fmla="val 9523"/>
            </a:avLst>
          </a:prstGeom>
          <a:solidFill>
            <a:srgbClr val="40A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ncoder_label" descr="Editable text; source id encoder_label"/>
          <p:cNvSpPr txBox="1"/>
          <p:nvPr/>
        </p:nvSpPr>
        <p:spPr>
          <a:xfrm>
            <a:off x="2322588" y="3296803"/>
            <a:ext cx="859039" cy="25325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defRPr sz="1302" b="0" i="0" lang="zh-CN" dirty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2" b="0" i="0" lang="zh-CN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8" name="trajectory_projector" descr="Editable shape; source id trajectory_projector"/>
          <p:cNvSpPr/>
          <p:nvPr/>
        </p:nvSpPr>
        <p:spPr>
          <a:xfrm>
            <a:off x="4766079" y="197260"/>
            <a:ext cx="1094480" cy="521787"/>
          </a:xfrm>
          <a:prstGeom prst="roundRect">
            <a:avLst>
              <a:gd name="adj" fmla="val 17073"/>
            </a:avLst>
          </a:prstGeom>
          <a:solidFill>
            <a:srgbClr val="DCD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rajectory_projector_label" descr="Editable text; source id trajectory_projector_label"/>
          <p:cNvSpPr txBox="1"/>
          <p:nvPr/>
        </p:nvSpPr>
        <p:spPr>
          <a:xfrm>
            <a:off x="4804258" y="223986"/>
            <a:ext cx="1018121" cy="51924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758"/>
              </a:lnSpc>
              <a:spcBef>
                <a:spcPts val="0"/>
              </a:spcBef>
              <a:spcAft>
                <a:spcPts val="0"/>
              </a:spcAft>
              <a:defRPr sz="130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Trajectory</a:t>
            </a:r>
          </a:p>
          <a:p>
            <a:pPr algn="ctr" fontAlgn="base">
              <a:lnSpc>
                <a:spcPts val="1758"/>
              </a:lnSpc>
              <a:spcBef>
                <a:spcPts val="0"/>
              </a:spcBef>
              <a:spcAft>
                <a:spcPts val="0"/>
              </a:spcAft>
              <a:defRPr sz="130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projector</a:t>
            </a:r>
          </a:p>
        </p:txBody>
      </p:sp>
      <p:sp>
        <p:nvSpPr>
          <p:cNvPr id="10" name="text_encoder" descr="Editable shape; source id text_encoder"/>
          <p:cNvSpPr/>
          <p:nvPr/>
        </p:nvSpPr>
        <p:spPr>
          <a:xfrm>
            <a:off x="8959465" y="197260"/>
            <a:ext cx="1030847" cy="521787"/>
          </a:xfrm>
          <a:prstGeom prst="roundRect">
            <a:avLst>
              <a:gd name="adj" fmla="val 17073"/>
            </a:avLst>
          </a:prstGeom>
          <a:solidFill>
            <a:srgbClr val="DCD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_encoder_label" descr="Editable text; source id text_encoder_label"/>
          <p:cNvSpPr txBox="1"/>
          <p:nvPr/>
        </p:nvSpPr>
        <p:spPr>
          <a:xfrm>
            <a:off x="8997644" y="223986"/>
            <a:ext cx="954488" cy="51924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758"/>
              </a:lnSpc>
              <a:spcBef>
                <a:spcPts val="0"/>
              </a:spcBef>
              <a:spcAft>
                <a:spcPts val="0"/>
              </a:spcAft>
              <a:defRPr sz="130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Text</a:t>
            </a:r>
          </a:p>
          <a:p>
            <a:pPr algn="ctr" fontAlgn="base">
              <a:lnSpc>
                <a:spcPts val="1758"/>
              </a:lnSpc>
              <a:spcBef>
                <a:spcPts val="0"/>
              </a:spcBef>
              <a:spcAft>
                <a:spcPts val="0"/>
              </a:spcAft>
              <a:defRPr sz="130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12" name="concat" descr="Editable shape; source id concat"/>
          <p:cNvSpPr/>
          <p:nvPr/>
        </p:nvSpPr>
        <p:spPr>
          <a:xfrm>
            <a:off x="4766079" y="2583482"/>
            <a:ext cx="1094480" cy="458154"/>
          </a:xfrm>
          <a:prstGeom prst="roundRect">
            <a:avLst>
              <a:gd name="adj" fmla="val 19444"/>
            </a:avLst>
          </a:prstGeom>
          <a:solidFill>
            <a:srgbClr val="DCD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ncat_label" descr="Editable text; source id concat_label"/>
          <p:cNvSpPr txBox="1"/>
          <p:nvPr/>
        </p:nvSpPr>
        <p:spPr>
          <a:xfrm>
            <a:off x="4804258" y="2578391"/>
            <a:ext cx="1018121" cy="51924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758"/>
              </a:lnSpc>
              <a:spcBef>
                <a:spcPts val="0"/>
              </a:spcBef>
              <a:spcAft>
                <a:spcPts val="0"/>
              </a:spcAft>
              <a:defRPr sz="130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Concat &amp;</a:t>
            </a:r>
          </a:p>
          <a:p>
            <a:pPr algn="ctr" fontAlgn="base">
              <a:lnSpc>
                <a:spcPts val="1758"/>
              </a:lnSpc>
              <a:spcBef>
                <a:spcPts val="0"/>
              </a:spcBef>
              <a:spcAft>
                <a:spcPts val="0"/>
              </a:spcAft>
              <a:defRPr sz="130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MLP</a:t>
            </a:r>
          </a:p>
        </p:txBody>
      </p:sp>
      <p:sp>
        <p:nvSpPr>
          <p:cNvPr id="14" name="mlp" descr="Editable shape; source id mlp"/>
          <p:cNvSpPr/>
          <p:nvPr/>
        </p:nvSpPr>
        <p:spPr>
          <a:xfrm>
            <a:off x="4766079" y="4874254"/>
            <a:ext cx="1094480" cy="458154"/>
          </a:xfrm>
          <a:prstGeom prst="roundRect">
            <a:avLst>
              <a:gd name="adj" fmla="val 19444"/>
            </a:avLst>
          </a:prstGeom>
          <a:solidFill>
            <a:srgbClr val="DCD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mlp_label" descr="Editable text; source id mlp_label"/>
          <p:cNvSpPr txBox="1"/>
          <p:nvPr/>
        </p:nvSpPr>
        <p:spPr>
          <a:xfrm>
            <a:off x="4804258" y="4995792"/>
            <a:ext cx="1018121" cy="25325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defRPr sz="130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MLP</a:t>
            </a:r>
          </a:p>
        </p:txBody>
      </p:sp>
      <p:sp>
        <p:nvSpPr>
          <p:cNvPr id="16" name="dit" descr="Editable shape; source id dit"/>
          <p:cNvSpPr/>
          <p:nvPr/>
        </p:nvSpPr>
        <p:spPr>
          <a:xfrm>
            <a:off x="6815047" y="1126296"/>
            <a:ext cx="1215382" cy="4346104"/>
          </a:xfrm>
          <a:prstGeom prst="roundRect">
            <a:avLst>
              <a:gd name="adj" fmla="val 7329"/>
            </a:avLst>
          </a:prstGeom>
          <a:solidFill>
            <a:srgbClr val="5D8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it_label" descr="Editable text; source id dit_label"/>
          <p:cNvSpPr txBox="1"/>
          <p:nvPr/>
        </p:nvSpPr>
        <p:spPr>
          <a:xfrm>
            <a:off x="6853227" y="3065180"/>
            <a:ext cx="1139022" cy="51924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758"/>
              </a:lnSpc>
              <a:spcBef>
                <a:spcPts val="0"/>
              </a:spcBef>
              <a:spcAft>
                <a:spcPts val="0"/>
              </a:spcAft>
              <a:defRPr sz="1302" b="0" i="0" lang="zh-CN" dirty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2" b="0" i="0" lang="zh-CN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Diffusion</a:t>
            </a:r>
          </a:p>
          <a:p>
            <a:pPr algn="ctr" fontAlgn="base">
              <a:lnSpc>
                <a:spcPts val="1758"/>
              </a:lnSpc>
              <a:spcBef>
                <a:spcPts val="0"/>
              </a:spcBef>
              <a:spcAft>
                <a:spcPts val="0"/>
              </a:spcAft>
              <a:defRPr sz="1302" b="0" i="0" lang="zh-CN" dirty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2" b="0" i="0" lang="zh-CN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Transformer</a:t>
            </a:r>
          </a:p>
        </p:txBody>
      </p:sp>
      <p:sp>
        <p:nvSpPr>
          <p:cNvPr id="18" name="decoder" descr="Editable shape; source id decoder"/>
          <p:cNvSpPr/>
          <p:nvPr/>
        </p:nvSpPr>
        <p:spPr>
          <a:xfrm>
            <a:off x="9004008" y="1126296"/>
            <a:ext cx="948125" cy="3264350"/>
          </a:xfrm>
          <a:prstGeom prst="roundRect">
            <a:avLst>
              <a:gd name="adj" fmla="val 9395"/>
            </a:avLst>
          </a:prstGeom>
          <a:solidFill>
            <a:srgbClr val="40A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ecoder_label" descr="Editable text; source id decoder_label"/>
          <p:cNvSpPr txBox="1"/>
          <p:nvPr/>
        </p:nvSpPr>
        <p:spPr>
          <a:xfrm>
            <a:off x="9042187" y="2650932"/>
            <a:ext cx="871766" cy="25325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defRPr sz="1302" b="0" i="0" lang="zh-CN" dirty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2" b="0" i="0" lang="zh-CN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Decoder</a:t>
            </a:r>
          </a:p>
        </p:txBody>
      </p:sp>
      <p:pic>
        <p:nvPicPr>
          <p:cNvPr id="20" name="noise" descr="Exact crop of official RoboDream Figure 2, Ye et al. 2026, arXiv:2606.02577v1, CC BY 4.0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603" y="1342647"/>
            <a:ext cx="1355373" cy="750864"/>
          </a:xfrm>
          <a:prstGeom prst="rect">
            <a:avLst/>
          </a:prstGeom>
          <a:effectLst/>
        </p:spPr>
      </p:pic>
      <p:sp>
        <p:nvSpPr>
          <p:cNvPr id="21" name="noise_label" descr="Editable text; source id noise_label"/>
          <p:cNvSpPr txBox="1"/>
          <p:nvPr/>
        </p:nvSpPr>
        <p:spPr>
          <a:xfrm>
            <a:off x="598146" y="2163507"/>
            <a:ext cx="1323557" cy="24180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defRPr sz="1302" b="0" i="0" lang="zh-CN" dirty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02" b="0" i="0" lang="zh-CN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Noisy frames</a:t>
            </a:r>
          </a:p>
        </p:txBody>
      </p:sp>
      <p:pic>
        <p:nvPicPr>
          <p:cNvPr id="22" name="motion" descr="Exact crop of official RoboDream Figure 2, Ye et al. 2026, arXiv:2606.02577v1, CC BY 4.0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876" y="2430764"/>
            <a:ext cx="1368100" cy="763590"/>
          </a:xfrm>
          <a:prstGeom prst="rect">
            <a:avLst/>
          </a:prstGeom>
          <a:effectLst/>
        </p:spPr>
      </p:pic>
      <p:sp>
        <p:nvSpPr>
          <p:cNvPr id="23" name="motion_label" descr="Editable text; source id motion_label"/>
          <p:cNvSpPr txBox="1"/>
          <p:nvPr/>
        </p:nvSpPr>
        <p:spPr>
          <a:xfrm>
            <a:off x="604509" y="3277077"/>
            <a:ext cx="1425369" cy="24180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defRPr sz="1302" b="0" i="0" lang="zh-CN" dirty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02" b="0" i="0" lang="zh-CN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Rendered motion</a:t>
            </a:r>
          </a:p>
        </p:txBody>
      </p:sp>
      <p:pic>
        <p:nvPicPr>
          <p:cNvPr id="24" name="scene" descr="Exact crop of official RoboDream Figure 2, Ye et al. 2026, arXiv:2606.02577v1, CC BY 4.0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876" y="3576150"/>
            <a:ext cx="1368100" cy="763590"/>
          </a:xfrm>
          <a:prstGeom prst="rect">
            <a:avLst/>
          </a:prstGeom>
          <a:effectLst/>
        </p:spPr>
      </p:pic>
      <p:sp>
        <p:nvSpPr>
          <p:cNvPr id="25" name="scene_label" descr="Editable text; source id scene_label"/>
          <p:cNvSpPr txBox="1"/>
          <p:nvPr/>
        </p:nvSpPr>
        <p:spPr>
          <a:xfrm>
            <a:off x="801770" y="4416100"/>
            <a:ext cx="999031" cy="24180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defRPr sz="1302" b="0" i="0" lang="zh-CN" dirty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02" b="0" i="0" lang="zh-CN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Scene prior</a:t>
            </a:r>
          </a:p>
        </p:txBody>
      </p:sp>
      <p:pic>
        <p:nvPicPr>
          <p:cNvPr id="26" name="object" descr="Exact crop of official RoboDream Figure 2, Ye et al. 2026, arXiv:2606.02577v1, CC BY 4.0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876" y="4715173"/>
            <a:ext cx="1368100" cy="757227"/>
          </a:xfrm>
          <a:prstGeom prst="rect">
            <a:avLst/>
          </a:prstGeom>
          <a:effectLst/>
        </p:spPr>
      </p:pic>
      <p:sp>
        <p:nvSpPr>
          <p:cNvPr id="27" name="object_label" descr="Editable text; source id object_label"/>
          <p:cNvSpPr txBox="1"/>
          <p:nvPr/>
        </p:nvSpPr>
        <p:spPr>
          <a:xfrm>
            <a:off x="769954" y="5542396"/>
            <a:ext cx="1113569" cy="23544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defRPr sz="1302" b="0" i="0" lang="zh-CN" dirty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02" b="0" i="0" lang="zh-CN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Object prior</a:t>
            </a:r>
          </a:p>
        </p:txBody>
      </p:sp>
      <p:pic>
        <p:nvPicPr>
          <p:cNvPr id="28" name="generated" descr="Exact crop of official RoboDream Figure 2, Ye et al. 2026, arXiv:2606.02577v1, CC BY 4.0.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21202" y="1221745"/>
            <a:ext cx="1667173" cy="1864434"/>
          </a:xfrm>
          <a:prstGeom prst="rect">
            <a:avLst/>
          </a:prstGeom>
          <a:effectLst/>
        </p:spPr>
      </p:pic>
      <p:sp>
        <p:nvSpPr>
          <p:cNvPr id="29" name="generated_label" descr="Editable text; source id generated_label"/>
          <p:cNvSpPr txBox="1"/>
          <p:nvPr/>
        </p:nvSpPr>
        <p:spPr>
          <a:xfrm>
            <a:off x="10206663" y="3162538"/>
            <a:ext cx="1966246" cy="24180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defRPr sz="1302" b="0" i="0" lang="zh-CN" dirty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02" b="0" i="0" lang="zh-CN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Generated demonstration</a:t>
            </a:r>
          </a:p>
        </p:txBody>
      </p:sp>
      <p:sp>
        <p:nvSpPr>
          <p:cNvPr id="30" name="trajectory_frame" descr="Editable shape; source id trajectory_frame"/>
          <p:cNvSpPr/>
          <p:nvPr/>
        </p:nvSpPr>
        <p:spPr>
          <a:xfrm>
            <a:off x="553603" y="82722"/>
            <a:ext cx="1361736" cy="750864"/>
          </a:xfrm>
          <a:prstGeom prst="rect">
            <a:avLst/>
          </a:prstGeom>
          <a:solidFill>
            <a:srgbClr val="FFFFFF"/>
          </a:solidFill>
          <a:ln w="7635">
            <a:solidFill>
              <a:srgbClr val="3553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rajectory_label" descr="Editable text; source id trajectory_label"/>
          <p:cNvSpPr txBox="1"/>
          <p:nvPr/>
        </p:nvSpPr>
        <p:spPr>
          <a:xfrm>
            <a:off x="629962" y="890855"/>
            <a:ext cx="1476275" cy="24180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defRPr sz="1302" b="0" i="0" lang="zh-CN" dirty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02" b="0" i="0" lang="zh-CN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Robot trajectory</a:t>
            </a:r>
          </a:p>
        </p:txBody>
      </p:sp>
      <p:cxnSp>
        <p:nvCxnSpPr>
          <p:cNvPr id="32" name="trajectory_curve_0" descr="Editable line; source id trajectory_curve_0"/>
          <p:cNvCxnSpPr/>
          <p:nvPr/>
        </p:nvCxnSpPr>
        <p:spPr>
          <a:xfrm flipV="1">
            <a:off x="798588" y="374636"/>
            <a:ext cx="12727" cy="6098"/>
          </a:xfrm>
          <a:prstGeom prst="line">
            <a:avLst/>
          </a:prstGeom>
          <a:ln w="25453" cap="rnd">
            <a:solidFill>
              <a:srgbClr val="C0C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trajectory_curve_1" descr="Editable line; source id trajectory_curve_1"/>
          <p:cNvCxnSpPr/>
          <p:nvPr/>
        </p:nvCxnSpPr>
        <p:spPr>
          <a:xfrm flipV="1">
            <a:off x="811315" y="368273"/>
            <a:ext cx="6363" cy="6363"/>
          </a:xfrm>
          <a:prstGeom prst="line">
            <a:avLst/>
          </a:prstGeom>
          <a:ln w="25453" cap="rnd">
            <a:solidFill>
              <a:srgbClr val="C0C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trajectory_curve_2" descr="Editable line; source id trajectory_curve_2"/>
          <p:cNvCxnSpPr/>
          <p:nvPr/>
        </p:nvCxnSpPr>
        <p:spPr>
          <a:xfrm flipV="1">
            <a:off x="817678" y="306231"/>
            <a:ext cx="44543" cy="62042"/>
          </a:xfrm>
          <a:prstGeom prst="line">
            <a:avLst/>
          </a:prstGeom>
          <a:ln w="25453" cap="rnd">
            <a:solidFill>
              <a:srgbClr val="C0C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trajectory_curve_3" descr="Editable line; source id trajectory_curve_3"/>
          <p:cNvCxnSpPr/>
          <p:nvPr/>
        </p:nvCxnSpPr>
        <p:spPr>
          <a:xfrm flipV="1">
            <a:off x="862221" y="286346"/>
            <a:ext cx="19090" cy="19885"/>
          </a:xfrm>
          <a:prstGeom prst="line">
            <a:avLst/>
          </a:prstGeom>
          <a:ln w="25453" cap="rnd">
            <a:solidFill>
              <a:srgbClr val="C0C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trajectory_curve_4" descr="Editable line; source id trajectory_curve_4"/>
          <p:cNvCxnSpPr/>
          <p:nvPr/>
        </p:nvCxnSpPr>
        <p:spPr>
          <a:xfrm flipV="1">
            <a:off x="881311" y="271233"/>
            <a:ext cx="19089" cy="15113"/>
          </a:xfrm>
          <a:prstGeom prst="line">
            <a:avLst/>
          </a:prstGeom>
          <a:ln w="25453" cap="rnd">
            <a:solidFill>
              <a:srgbClr val="C0C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trajectory_curve_5" descr="Editable line; source id trajectory_curve_5"/>
          <p:cNvCxnSpPr/>
          <p:nvPr/>
        </p:nvCxnSpPr>
        <p:spPr>
          <a:xfrm flipV="1">
            <a:off x="900400" y="264075"/>
            <a:ext cx="12727" cy="7158"/>
          </a:xfrm>
          <a:prstGeom prst="line">
            <a:avLst/>
          </a:prstGeom>
          <a:ln w="25453" cap="rnd">
            <a:solidFill>
              <a:srgbClr val="C0C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trajectory_curve_6" descr="Editable line; source id trajectory_curve_6"/>
          <p:cNvCxnSpPr/>
          <p:nvPr/>
        </p:nvCxnSpPr>
        <p:spPr>
          <a:xfrm flipV="1">
            <a:off x="913127" y="260893"/>
            <a:ext cx="12726" cy="3182"/>
          </a:xfrm>
          <a:prstGeom prst="line">
            <a:avLst/>
          </a:prstGeom>
          <a:ln w="25453" cap="rnd">
            <a:solidFill>
              <a:srgbClr val="C0C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trajectory_curve_7" descr="Editable line; source id trajectory_curve_7"/>
          <p:cNvCxnSpPr/>
          <p:nvPr/>
        </p:nvCxnSpPr>
        <p:spPr>
          <a:xfrm>
            <a:off x="925853" y="260893"/>
            <a:ext cx="25453" cy="0"/>
          </a:xfrm>
          <a:prstGeom prst="line">
            <a:avLst/>
          </a:prstGeom>
          <a:ln w="25453" cap="rnd">
            <a:solidFill>
              <a:srgbClr val="C0C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trajectory_curve_8" descr="Editable line; source id trajectory_curve_8"/>
          <p:cNvCxnSpPr/>
          <p:nvPr/>
        </p:nvCxnSpPr>
        <p:spPr>
          <a:xfrm>
            <a:off x="951306" y="260893"/>
            <a:ext cx="12727" cy="3977"/>
          </a:xfrm>
          <a:prstGeom prst="line">
            <a:avLst/>
          </a:prstGeom>
          <a:ln w="25453" cap="rnd">
            <a:solidFill>
              <a:srgbClr val="C0C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trajectory_curve_9" descr="Editable line; source id trajectory_curve_9"/>
          <p:cNvCxnSpPr/>
          <p:nvPr/>
        </p:nvCxnSpPr>
        <p:spPr>
          <a:xfrm>
            <a:off x="964033" y="264870"/>
            <a:ext cx="31816" cy="28635"/>
          </a:xfrm>
          <a:prstGeom prst="line">
            <a:avLst/>
          </a:prstGeom>
          <a:ln w="25453" cap="rnd">
            <a:solidFill>
              <a:srgbClr val="C0C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trajectory_curve_10" descr="Editable line; source id trajectory_curve_10"/>
          <p:cNvCxnSpPr/>
          <p:nvPr/>
        </p:nvCxnSpPr>
        <p:spPr>
          <a:xfrm>
            <a:off x="995849" y="293505"/>
            <a:ext cx="25453" cy="38179"/>
          </a:xfrm>
          <a:prstGeom prst="line">
            <a:avLst/>
          </a:prstGeom>
          <a:ln w="25453" cap="rnd">
            <a:solidFill>
              <a:srgbClr val="C0C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trajectory_curve_11" descr="Editable line; source id trajectory_curve_11"/>
          <p:cNvCxnSpPr/>
          <p:nvPr/>
        </p:nvCxnSpPr>
        <p:spPr>
          <a:xfrm>
            <a:off x="1021302" y="331684"/>
            <a:ext cx="120902" cy="237827"/>
          </a:xfrm>
          <a:prstGeom prst="line">
            <a:avLst/>
          </a:prstGeom>
          <a:ln w="25453" cap="rnd">
            <a:solidFill>
              <a:srgbClr val="C0C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trajectory_curve_12" descr="Editable line; source id trajectory_curve_12"/>
          <p:cNvCxnSpPr/>
          <p:nvPr/>
        </p:nvCxnSpPr>
        <p:spPr>
          <a:xfrm>
            <a:off x="1142204" y="569511"/>
            <a:ext cx="31816" cy="54088"/>
          </a:xfrm>
          <a:prstGeom prst="line">
            <a:avLst/>
          </a:prstGeom>
          <a:ln w="25453" cap="rnd">
            <a:solidFill>
              <a:srgbClr val="C0C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trajectory_curve_13" descr="Editable line; source id trajectory_curve_13"/>
          <p:cNvCxnSpPr/>
          <p:nvPr/>
        </p:nvCxnSpPr>
        <p:spPr>
          <a:xfrm>
            <a:off x="1174020" y="623599"/>
            <a:ext cx="25453" cy="31816"/>
          </a:xfrm>
          <a:prstGeom prst="line">
            <a:avLst/>
          </a:prstGeom>
          <a:ln w="25453" cap="rnd">
            <a:solidFill>
              <a:srgbClr val="C0C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trajectory_curve_14" descr="Editable line; source id trajectory_curve_14"/>
          <p:cNvCxnSpPr/>
          <p:nvPr/>
        </p:nvCxnSpPr>
        <p:spPr>
          <a:xfrm>
            <a:off x="1199473" y="655415"/>
            <a:ext cx="25453" cy="24658"/>
          </a:xfrm>
          <a:prstGeom prst="line">
            <a:avLst/>
          </a:prstGeom>
          <a:ln w="25453" cap="rnd">
            <a:solidFill>
              <a:srgbClr val="C0C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trajectory_curve_15" descr="Editable line; source id trajectory_curve_15"/>
          <p:cNvCxnSpPr/>
          <p:nvPr/>
        </p:nvCxnSpPr>
        <p:spPr>
          <a:xfrm>
            <a:off x="1224926" y="680073"/>
            <a:ext cx="19090" cy="12726"/>
          </a:xfrm>
          <a:prstGeom prst="line">
            <a:avLst/>
          </a:prstGeom>
          <a:ln w="25453" cap="rnd">
            <a:solidFill>
              <a:srgbClr val="C0C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trajectory_curve_16" descr="Editable line; source id trajectory_curve_16"/>
          <p:cNvCxnSpPr/>
          <p:nvPr/>
        </p:nvCxnSpPr>
        <p:spPr>
          <a:xfrm>
            <a:off x="1244016" y="692799"/>
            <a:ext cx="12727" cy="0"/>
          </a:xfrm>
          <a:prstGeom prst="line">
            <a:avLst/>
          </a:prstGeom>
          <a:ln w="25453" cap="rnd">
            <a:solidFill>
              <a:srgbClr val="C0C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trajectory_curve_17" descr="Editable line; source id trajectory_curve_17"/>
          <p:cNvCxnSpPr/>
          <p:nvPr/>
        </p:nvCxnSpPr>
        <p:spPr>
          <a:xfrm flipV="1">
            <a:off x="1256743" y="673709"/>
            <a:ext cx="25453" cy="19090"/>
          </a:xfrm>
          <a:prstGeom prst="line">
            <a:avLst/>
          </a:prstGeom>
          <a:ln w="25453" cap="rnd">
            <a:solidFill>
              <a:srgbClr val="C0C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trajectory_curve_18" descr="Editable line; source id trajectory_curve_18"/>
          <p:cNvCxnSpPr/>
          <p:nvPr/>
        </p:nvCxnSpPr>
        <p:spPr>
          <a:xfrm flipV="1">
            <a:off x="1282196" y="648256"/>
            <a:ext cx="19089" cy="25453"/>
          </a:xfrm>
          <a:prstGeom prst="line">
            <a:avLst/>
          </a:prstGeom>
          <a:ln w="25453" cap="rnd">
            <a:solidFill>
              <a:srgbClr val="C0C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trajectory_curve_19" descr="Editable line; source id trajectory_curve_19"/>
          <p:cNvCxnSpPr/>
          <p:nvPr/>
        </p:nvCxnSpPr>
        <p:spPr>
          <a:xfrm flipV="1">
            <a:off x="1301285" y="625189"/>
            <a:ext cx="12727" cy="23067"/>
          </a:xfrm>
          <a:prstGeom prst="line">
            <a:avLst/>
          </a:prstGeom>
          <a:ln w="25453" cap="rnd">
            <a:solidFill>
              <a:srgbClr val="C0C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trajectory_curve_20" descr="Editable line; source id trajectory_curve_20"/>
          <p:cNvCxnSpPr/>
          <p:nvPr/>
        </p:nvCxnSpPr>
        <p:spPr>
          <a:xfrm flipV="1">
            <a:off x="1314012" y="532922"/>
            <a:ext cx="38180" cy="92267"/>
          </a:xfrm>
          <a:prstGeom prst="line">
            <a:avLst/>
          </a:prstGeom>
          <a:ln w="25453" cap="rnd">
            <a:solidFill>
              <a:srgbClr val="C0C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trajectory_curve_21" descr="Editable line; source id trajectory_curve_21"/>
          <p:cNvCxnSpPr/>
          <p:nvPr/>
        </p:nvCxnSpPr>
        <p:spPr>
          <a:xfrm flipV="1">
            <a:off x="1352192" y="388954"/>
            <a:ext cx="50906" cy="143968"/>
          </a:xfrm>
          <a:prstGeom prst="line">
            <a:avLst/>
          </a:prstGeom>
          <a:ln w="25453" cap="rnd">
            <a:solidFill>
              <a:srgbClr val="C0C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trajectory_curve_22" descr="Editable line; source id trajectory_curve_22"/>
          <p:cNvCxnSpPr/>
          <p:nvPr/>
        </p:nvCxnSpPr>
        <p:spPr>
          <a:xfrm flipV="1">
            <a:off x="1403098" y="325321"/>
            <a:ext cx="25453" cy="63633"/>
          </a:xfrm>
          <a:prstGeom prst="line">
            <a:avLst/>
          </a:prstGeom>
          <a:ln w="25453" cap="rnd">
            <a:solidFill>
              <a:srgbClr val="C0C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trajectory_curve_23" descr="Editable line; source id trajectory_curve_23"/>
          <p:cNvCxnSpPr/>
          <p:nvPr/>
        </p:nvCxnSpPr>
        <p:spPr>
          <a:xfrm flipV="1">
            <a:off x="1428551" y="276801"/>
            <a:ext cx="25453" cy="48520"/>
          </a:xfrm>
          <a:prstGeom prst="line">
            <a:avLst/>
          </a:prstGeom>
          <a:ln w="25453" cap="rnd">
            <a:solidFill>
              <a:srgbClr val="C0C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trajectory_curve_24" descr="Editable line; source id trajectory_curve_24"/>
          <p:cNvCxnSpPr/>
          <p:nvPr/>
        </p:nvCxnSpPr>
        <p:spPr>
          <a:xfrm flipV="1">
            <a:off x="1454004" y="249757"/>
            <a:ext cx="19089" cy="27044"/>
          </a:xfrm>
          <a:prstGeom prst="line">
            <a:avLst/>
          </a:prstGeom>
          <a:ln w="25453" cap="rnd">
            <a:solidFill>
              <a:srgbClr val="C0C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trajectory_curve_25" descr="Editable line; source id trajectory_curve_25"/>
          <p:cNvCxnSpPr/>
          <p:nvPr/>
        </p:nvCxnSpPr>
        <p:spPr>
          <a:xfrm flipV="1">
            <a:off x="1473093" y="232258"/>
            <a:ext cx="25453" cy="17499"/>
          </a:xfrm>
          <a:prstGeom prst="line">
            <a:avLst/>
          </a:prstGeom>
          <a:ln w="25453" cap="rnd">
            <a:solidFill>
              <a:srgbClr val="C0C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trajectory_curve_26" descr="Editable line; source id trajectory_curve_26"/>
          <p:cNvCxnSpPr/>
          <p:nvPr/>
        </p:nvCxnSpPr>
        <p:spPr>
          <a:xfrm flipV="1">
            <a:off x="1498546" y="223509"/>
            <a:ext cx="25453" cy="8749"/>
          </a:xfrm>
          <a:prstGeom prst="line">
            <a:avLst/>
          </a:prstGeom>
          <a:ln w="25453" cap="rnd">
            <a:solidFill>
              <a:srgbClr val="C0C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trajectory_curve_27" descr="Editable line; source id trajectory_curve_27"/>
          <p:cNvCxnSpPr/>
          <p:nvPr/>
        </p:nvCxnSpPr>
        <p:spPr>
          <a:xfrm>
            <a:off x="1523999" y="223509"/>
            <a:ext cx="38180" cy="10870"/>
          </a:xfrm>
          <a:prstGeom prst="line">
            <a:avLst/>
          </a:prstGeom>
          <a:ln w="25453" cap="rnd">
            <a:solidFill>
              <a:srgbClr val="C0C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rajectory_head" descr="Editable line; source id trajectory_head"/>
          <p:cNvSpPr/>
          <p:nvPr/>
        </p:nvSpPr>
        <p:spPr>
          <a:xfrm>
            <a:off x="1553996" y="224629"/>
            <a:ext cx="100450" cy="87170"/>
          </a:xfrm>
          <a:custGeom>
            <a:avLst/>
            <a:gdLst/>
            <a:ahLst/>
            <a:cxnLst/>
            <a:rect l="l" t="t" r="r" b="b"/>
            <a:pathLst>
              <a:path w="15786" h="13699">
                <a:moveTo>
                  <a:pt x="2572" y="0"/>
                </a:moveTo>
                <a:lnTo>
                  <a:pt x="7879" y="4454"/>
                </a:lnTo>
                <a:lnTo>
                  <a:pt x="10450" y="1389"/>
                </a:lnTo>
                <a:lnTo>
                  <a:pt x="15786" y="13699"/>
                </a:lnTo>
                <a:lnTo>
                  <a:pt x="2737" y="10582"/>
                </a:lnTo>
                <a:lnTo>
                  <a:pt x="5308" y="7518"/>
                </a:lnTo>
                <a:lnTo>
                  <a:pt x="0" y="3064"/>
                </a:lnTo>
                <a:close/>
              </a:path>
            </a:pathLst>
          </a:cu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ndering_label" descr="Editable text; source id rendering_label"/>
          <p:cNvSpPr txBox="1"/>
          <p:nvPr/>
        </p:nvSpPr>
        <p:spPr>
          <a:xfrm rot="16200000">
            <a:off x="-260893" y="1520818"/>
            <a:ext cx="782680" cy="21635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defRPr sz="1202" b="0" i="0" lang="zh-CN" dirty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2" b="0" i="0" lang="zh-CN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Rendering</a:t>
            </a:r>
          </a:p>
        </p:txBody>
      </p:sp>
      <p:sp>
        <p:nvSpPr>
          <p:cNvPr id="62" name="trajectory_token_bg" descr="Editable shape; source id trajectory_token_bg"/>
          <p:cNvSpPr/>
          <p:nvPr/>
        </p:nvSpPr>
        <p:spPr>
          <a:xfrm>
            <a:off x="6675056" y="279983"/>
            <a:ext cx="699958" cy="349979"/>
          </a:xfrm>
          <a:prstGeom prst="roundRect">
            <a:avLst>
              <a:gd name="adj" fmla="val 21818"/>
            </a:avLst>
          </a:prstGeom>
          <a:solidFill>
            <a:srgbClr val="EF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rajectory_token1" descr="Editable shape; source id trajectory_token1"/>
          <p:cNvSpPr/>
          <p:nvPr/>
        </p:nvSpPr>
        <p:spPr>
          <a:xfrm>
            <a:off x="6745052" y="330889"/>
            <a:ext cx="248167" cy="248167"/>
          </a:xfrm>
          <a:prstGeom prst="roundRect">
            <a:avLst>
              <a:gd name="adj" fmla="val 23076"/>
            </a:avLst>
          </a:prstGeom>
          <a:solidFill>
            <a:srgbClr val="B5C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rajectory_token2" descr="Editable shape; source id trajectory_token2"/>
          <p:cNvSpPr/>
          <p:nvPr/>
        </p:nvSpPr>
        <p:spPr>
          <a:xfrm>
            <a:off x="7056851" y="330889"/>
            <a:ext cx="248167" cy="248167"/>
          </a:xfrm>
          <a:prstGeom prst="roundRect">
            <a:avLst>
              <a:gd name="adj" fmla="val 23076"/>
            </a:avLst>
          </a:prstGeom>
          <a:solidFill>
            <a:srgbClr val="B5C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_token_bg" descr="Editable shape; source id text_token_bg"/>
          <p:cNvSpPr/>
          <p:nvPr/>
        </p:nvSpPr>
        <p:spPr>
          <a:xfrm>
            <a:off x="7470463" y="279983"/>
            <a:ext cx="687231" cy="349979"/>
          </a:xfrm>
          <a:prstGeom prst="roundRect">
            <a:avLst>
              <a:gd name="adj" fmla="val 21818"/>
            </a:avLst>
          </a:prstGeom>
          <a:solidFill>
            <a:srgbClr val="F9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_token1" descr="Editable shape; source id text_token1"/>
          <p:cNvSpPr/>
          <p:nvPr/>
        </p:nvSpPr>
        <p:spPr>
          <a:xfrm>
            <a:off x="7527732" y="330889"/>
            <a:ext cx="248167" cy="248167"/>
          </a:xfrm>
          <a:prstGeom prst="roundRect">
            <a:avLst>
              <a:gd name="adj" fmla="val 23076"/>
            </a:avLst>
          </a:prstGeom>
          <a:solidFill>
            <a:srgbClr val="EBC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_token2" descr="Editable shape; source id text_token2"/>
          <p:cNvSpPr/>
          <p:nvPr/>
        </p:nvSpPr>
        <p:spPr>
          <a:xfrm>
            <a:off x="7839532" y="330889"/>
            <a:ext cx="248167" cy="248167"/>
          </a:xfrm>
          <a:prstGeom prst="roundRect">
            <a:avLst>
              <a:gd name="adj" fmla="val 23076"/>
            </a:avLst>
          </a:prstGeom>
          <a:solidFill>
            <a:srgbClr val="EBC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instruction_bg" descr="Editable shape; source id instruction_bg"/>
          <p:cNvSpPr/>
          <p:nvPr/>
        </p:nvSpPr>
        <p:spPr>
          <a:xfrm>
            <a:off x="10270296" y="184534"/>
            <a:ext cx="1768985" cy="54724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instruction" descr="Editable text; source id instruction"/>
          <p:cNvSpPr txBox="1"/>
          <p:nvPr/>
        </p:nvSpPr>
        <p:spPr>
          <a:xfrm>
            <a:off x="10321202" y="197260"/>
            <a:ext cx="1667173" cy="50906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799"/>
              </a:lnSpc>
              <a:spcBef>
                <a:spcPts val="0"/>
              </a:spcBef>
              <a:spcAft>
                <a:spcPts val="0"/>
              </a:spcAft>
              <a:defRPr sz="1463" b="0" i="0" lang="zh-CN" dirty="0">
                <a:solidFill>
                  <a:srgbClr val="111827"/>
                </a:solidFill>
                <a:latin typeface="Courier New"/>
                <a:ea typeface="Courier New"/>
                <a:cs typeface="Courier New"/>
              </a:defRPr>
            </a:pPr>
            <a:r>
              <a:rPr sz="1463" b="0" i="0" lang="zh-CN" dirty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Put the marker</a:t>
            </a:r>
          </a:p>
          <a:p>
            <a:pPr algn="ctr" fontAlgn="base">
              <a:lnSpc>
                <a:spcPts val="1799"/>
              </a:lnSpc>
              <a:spcBef>
                <a:spcPts val="0"/>
              </a:spcBef>
              <a:spcAft>
                <a:spcPts val="0"/>
              </a:spcAft>
              <a:defRPr sz="1463" b="0" i="0" lang="zh-CN" dirty="0">
                <a:solidFill>
                  <a:srgbClr val="111827"/>
                </a:solidFill>
                <a:latin typeface="Courier New"/>
                <a:ea typeface="Courier New"/>
                <a:cs typeface="Courier New"/>
              </a:defRPr>
            </a:pPr>
            <a:r>
              <a:rPr sz="1463" b="0" i="0" lang="zh-CN" dirty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in the bowl</a:t>
            </a:r>
          </a:p>
        </p:txBody>
      </p:sp>
      <p:sp>
        <p:nvSpPr>
          <p:cNvPr id="70" name="instruction_label" descr="Editable text; source id instruction_label"/>
          <p:cNvSpPr txBox="1"/>
          <p:nvPr/>
        </p:nvSpPr>
        <p:spPr>
          <a:xfrm>
            <a:off x="10543916" y="890855"/>
            <a:ext cx="1406279" cy="24180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defRPr sz="1302" b="0" i="0" lang="zh-CN" dirty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02" b="0" i="0" lang="zh-CN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Task instruction</a:t>
            </a:r>
          </a:p>
        </p:txBody>
      </p:sp>
      <p:sp>
        <p:nvSpPr>
          <p:cNvPr id="71" name="cross_attention_label" descr="Editable text; source id cross_attention_label"/>
          <p:cNvSpPr txBox="1"/>
          <p:nvPr/>
        </p:nvSpPr>
        <p:spPr>
          <a:xfrm>
            <a:off x="7572275" y="871766"/>
            <a:ext cx="1336283" cy="24180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defRPr sz="1302" b="0" i="0" lang="zh-CN" dirty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02" b="0" i="0" lang="zh-CN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Cross attention</a:t>
            </a:r>
          </a:p>
        </p:txBody>
      </p:sp>
      <p:sp>
        <p:nvSpPr>
          <p:cNvPr id="72" name="noise_tokens_0" descr="Editable shape; source id noise_tokens_0"/>
          <p:cNvSpPr/>
          <p:nvPr/>
        </p:nvSpPr>
        <p:spPr>
          <a:xfrm>
            <a:off x="3563423" y="1342647"/>
            <a:ext cx="203624" cy="203624"/>
          </a:xfrm>
          <a:prstGeom prst="roundRect">
            <a:avLst>
              <a:gd name="adj" fmla="val 15625"/>
            </a:avLst>
          </a:prstGeom>
          <a:solidFill>
            <a:srgbClr val="9BBEA0"/>
          </a:solidFill>
          <a:ln w="19089">
            <a:solidFill>
              <a:srgbClr val="8EA9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noise_tokens_1" descr="Editable shape; source id noise_tokens_1"/>
          <p:cNvSpPr/>
          <p:nvPr/>
        </p:nvSpPr>
        <p:spPr>
          <a:xfrm>
            <a:off x="3837043" y="1342647"/>
            <a:ext cx="203624" cy="203624"/>
          </a:xfrm>
          <a:prstGeom prst="roundRect">
            <a:avLst>
              <a:gd name="adj" fmla="val 15625"/>
            </a:avLst>
          </a:prstGeom>
          <a:solidFill>
            <a:srgbClr val="9BBEA0"/>
          </a:solidFill>
          <a:ln w="19089">
            <a:solidFill>
              <a:srgbClr val="8EA9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noise_tokens_2" descr="Editable shape; source id noise_tokens_2"/>
          <p:cNvSpPr/>
          <p:nvPr/>
        </p:nvSpPr>
        <p:spPr>
          <a:xfrm>
            <a:off x="4110663" y="1342647"/>
            <a:ext cx="203624" cy="203624"/>
          </a:xfrm>
          <a:prstGeom prst="roundRect">
            <a:avLst>
              <a:gd name="adj" fmla="val 15625"/>
            </a:avLst>
          </a:prstGeom>
          <a:solidFill>
            <a:srgbClr val="9BBEA0"/>
          </a:solidFill>
          <a:ln w="19089">
            <a:solidFill>
              <a:srgbClr val="8EA9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noise_tokens_3" descr="Editable shape; source id noise_tokens_3"/>
          <p:cNvSpPr/>
          <p:nvPr/>
        </p:nvSpPr>
        <p:spPr>
          <a:xfrm>
            <a:off x="3563423" y="1616267"/>
            <a:ext cx="203624" cy="203624"/>
          </a:xfrm>
          <a:prstGeom prst="roundRect">
            <a:avLst>
              <a:gd name="adj" fmla="val 15625"/>
            </a:avLst>
          </a:prstGeom>
          <a:solidFill>
            <a:srgbClr val="9BBEA0"/>
          </a:solidFill>
          <a:ln w="19089">
            <a:solidFill>
              <a:srgbClr val="8EA9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noise_tokens_4" descr="Editable shape; source id noise_tokens_4"/>
          <p:cNvSpPr/>
          <p:nvPr/>
        </p:nvSpPr>
        <p:spPr>
          <a:xfrm>
            <a:off x="3837043" y="1616267"/>
            <a:ext cx="203624" cy="203624"/>
          </a:xfrm>
          <a:prstGeom prst="roundRect">
            <a:avLst>
              <a:gd name="adj" fmla="val 15625"/>
            </a:avLst>
          </a:prstGeom>
          <a:solidFill>
            <a:srgbClr val="9BBEA0"/>
          </a:solidFill>
          <a:ln w="19089">
            <a:solidFill>
              <a:srgbClr val="8EA9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noise_tokens_5" descr="Editable shape; source id noise_tokens_5"/>
          <p:cNvSpPr/>
          <p:nvPr/>
        </p:nvSpPr>
        <p:spPr>
          <a:xfrm>
            <a:off x="4110663" y="1616267"/>
            <a:ext cx="203624" cy="203624"/>
          </a:xfrm>
          <a:prstGeom prst="roundRect">
            <a:avLst>
              <a:gd name="adj" fmla="val 15625"/>
            </a:avLst>
          </a:prstGeom>
          <a:solidFill>
            <a:srgbClr val="9BBEA0"/>
          </a:solidFill>
          <a:ln w="19089">
            <a:solidFill>
              <a:srgbClr val="8EA9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noise_tokens_6" descr="Editable shape; source id noise_tokens_6"/>
          <p:cNvSpPr/>
          <p:nvPr/>
        </p:nvSpPr>
        <p:spPr>
          <a:xfrm>
            <a:off x="3563423" y="1889887"/>
            <a:ext cx="203624" cy="203624"/>
          </a:xfrm>
          <a:prstGeom prst="roundRect">
            <a:avLst>
              <a:gd name="adj" fmla="val 15625"/>
            </a:avLst>
          </a:prstGeom>
          <a:solidFill>
            <a:srgbClr val="9BBEA0"/>
          </a:solidFill>
          <a:ln w="19089">
            <a:solidFill>
              <a:srgbClr val="8EA9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noise_tokens_7" descr="Editable shape; source id noise_tokens_7"/>
          <p:cNvSpPr/>
          <p:nvPr/>
        </p:nvSpPr>
        <p:spPr>
          <a:xfrm>
            <a:off x="3837043" y="1889887"/>
            <a:ext cx="203624" cy="203624"/>
          </a:xfrm>
          <a:prstGeom prst="roundRect">
            <a:avLst>
              <a:gd name="adj" fmla="val 15625"/>
            </a:avLst>
          </a:prstGeom>
          <a:solidFill>
            <a:srgbClr val="9BBEA0"/>
          </a:solidFill>
          <a:ln w="19089">
            <a:solidFill>
              <a:srgbClr val="8EA9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noise_tokens_8" descr="Editable shape; source id noise_tokens_8"/>
          <p:cNvSpPr/>
          <p:nvPr/>
        </p:nvSpPr>
        <p:spPr>
          <a:xfrm>
            <a:off x="4110663" y="1889887"/>
            <a:ext cx="203624" cy="203624"/>
          </a:xfrm>
          <a:prstGeom prst="roundRect">
            <a:avLst>
              <a:gd name="adj" fmla="val 15625"/>
            </a:avLst>
          </a:prstGeom>
          <a:solidFill>
            <a:srgbClr val="9BBEA0"/>
          </a:solidFill>
          <a:ln w="19089">
            <a:solidFill>
              <a:srgbClr val="8EA9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motion_tokens_0" descr="Editable shape; source id motion_tokens_0"/>
          <p:cNvSpPr/>
          <p:nvPr/>
        </p:nvSpPr>
        <p:spPr>
          <a:xfrm>
            <a:off x="3563423" y="2437127"/>
            <a:ext cx="203624" cy="203624"/>
          </a:xfrm>
          <a:prstGeom prst="roundRect">
            <a:avLst>
              <a:gd name="adj" fmla="val 15625"/>
            </a:avLst>
          </a:prstGeom>
          <a:solidFill>
            <a:srgbClr val="D4D9B7"/>
          </a:solidFill>
          <a:ln w="19089">
            <a:solidFill>
              <a:srgbClr val="BAC1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motion_tokens_1" descr="Editable shape; source id motion_tokens_1"/>
          <p:cNvSpPr/>
          <p:nvPr/>
        </p:nvSpPr>
        <p:spPr>
          <a:xfrm>
            <a:off x="3837043" y="2437127"/>
            <a:ext cx="203624" cy="203624"/>
          </a:xfrm>
          <a:prstGeom prst="roundRect">
            <a:avLst>
              <a:gd name="adj" fmla="val 15625"/>
            </a:avLst>
          </a:prstGeom>
          <a:solidFill>
            <a:srgbClr val="D4D9B7"/>
          </a:solidFill>
          <a:ln w="19089">
            <a:solidFill>
              <a:srgbClr val="BAC1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motion_tokens_2" descr="Editable shape; source id motion_tokens_2"/>
          <p:cNvSpPr/>
          <p:nvPr/>
        </p:nvSpPr>
        <p:spPr>
          <a:xfrm>
            <a:off x="4110663" y="2437127"/>
            <a:ext cx="203624" cy="203624"/>
          </a:xfrm>
          <a:prstGeom prst="roundRect">
            <a:avLst>
              <a:gd name="adj" fmla="val 15625"/>
            </a:avLst>
          </a:prstGeom>
          <a:solidFill>
            <a:srgbClr val="D4D9B7"/>
          </a:solidFill>
          <a:ln w="19089">
            <a:solidFill>
              <a:srgbClr val="BAC1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motion_tokens_3" descr="Editable shape; source id motion_tokens_3"/>
          <p:cNvSpPr/>
          <p:nvPr/>
        </p:nvSpPr>
        <p:spPr>
          <a:xfrm>
            <a:off x="3563423" y="2710747"/>
            <a:ext cx="203624" cy="203624"/>
          </a:xfrm>
          <a:prstGeom prst="roundRect">
            <a:avLst>
              <a:gd name="adj" fmla="val 15625"/>
            </a:avLst>
          </a:prstGeom>
          <a:solidFill>
            <a:srgbClr val="D4D9B7"/>
          </a:solidFill>
          <a:ln w="19089">
            <a:solidFill>
              <a:srgbClr val="BAC1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motion_tokens_4" descr="Editable shape; source id motion_tokens_4"/>
          <p:cNvSpPr/>
          <p:nvPr/>
        </p:nvSpPr>
        <p:spPr>
          <a:xfrm>
            <a:off x="3837043" y="2710747"/>
            <a:ext cx="203624" cy="203624"/>
          </a:xfrm>
          <a:prstGeom prst="roundRect">
            <a:avLst>
              <a:gd name="adj" fmla="val 15625"/>
            </a:avLst>
          </a:prstGeom>
          <a:solidFill>
            <a:srgbClr val="D4D9B7"/>
          </a:solidFill>
          <a:ln w="19089">
            <a:solidFill>
              <a:srgbClr val="BAC1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motion_tokens_5" descr="Editable shape; source id motion_tokens_5"/>
          <p:cNvSpPr/>
          <p:nvPr/>
        </p:nvSpPr>
        <p:spPr>
          <a:xfrm>
            <a:off x="4110663" y="2710747"/>
            <a:ext cx="203624" cy="203624"/>
          </a:xfrm>
          <a:prstGeom prst="roundRect">
            <a:avLst>
              <a:gd name="adj" fmla="val 15625"/>
            </a:avLst>
          </a:prstGeom>
          <a:solidFill>
            <a:srgbClr val="D4D9B7"/>
          </a:solidFill>
          <a:ln w="19089">
            <a:solidFill>
              <a:srgbClr val="BAC1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motion_tokens_6" descr="Editable shape; source id motion_tokens_6"/>
          <p:cNvSpPr/>
          <p:nvPr/>
        </p:nvSpPr>
        <p:spPr>
          <a:xfrm>
            <a:off x="3563423" y="2984367"/>
            <a:ext cx="203624" cy="203624"/>
          </a:xfrm>
          <a:prstGeom prst="roundRect">
            <a:avLst>
              <a:gd name="adj" fmla="val 15625"/>
            </a:avLst>
          </a:prstGeom>
          <a:solidFill>
            <a:srgbClr val="D4D9B7"/>
          </a:solidFill>
          <a:ln w="19089">
            <a:solidFill>
              <a:srgbClr val="BAC1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motion_tokens_7" descr="Editable shape; source id motion_tokens_7"/>
          <p:cNvSpPr/>
          <p:nvPr/>
        </p:nvSpPr>
        <p:spPr>
          <a:xfrm>
            <a:off x="3837043" y="2984367"/>
            <a:ext cx="203624" cy="203624"/>
          </a:xfrm>
          <a:prstGeom prst="roundRect">
            <a:avLst>
              <a:gd name="adj" fmla="val 15625"/>
            </a:avLst>
          </a:prstGeom>
          <a:solidFill>
            <a:srgbClr val="D4D9B7"/>
          </a:solidFill>
          <a:ln w="19089">
            <a:solidFill>
              <a:srgbClr val="BAC1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motion_tokens_8" descr="Editable shape; source id motion_tokens_8"/>
          <p:cNvSpPr/>
          <p:nvPr/>
        </p:nvSpPr>
        <p:spPr>
          <a:xfrm>
            <a:off x="4110663" y="2984367"/>
            <a:ext cx="203624" cy="203624"/>
          </a:xfrm>
          <a:prstGeom prst="roundRect">
            <a:avLst>
              <a:gd name="adj" fmla="val 15625"/>
            </a:avLst>
          </a:prstGeom>
          <a:solidFill>
            <a:srgbClr val="D4D9B7"/>
          </a:solidFill>
          <a:ln w="19089">
            <a:solidFill>
              <a:srgbClr val="BAC1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scene_tokens_0" descr="Editable shape; source id scene_tokens_0"/>
          <p:cNvSpPr/>
          <p:nvPr/>
        </p:nvSpPr>
        <p:spPr>
          <a:xfrm>
            <a:off x="3563423" y="3588876"/>
            <a:ext cx="203624" cy="203624"/>
          </a:xfrm>
          <a:prstGeom prst="roundRect">
            <a:avLst>
              <a:gd name="adj" fmla="val 15625"/>
            </a:avLst>
          </a:prstGeom>
          <a:solidFill>
            <a:srgbClr val="F8B5A9"/>
          </a:solidFill>
          <a:ln w="19089">
            <a:solidFill>
              <a:srgbClr val="D9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scene_tokens_1" descr="Editable shape; source id scene_tokens_1"/>
          <p:cNvSpPr/>
          <p:nvPr/>
        </p:nvSpPr>
        <p:spPr>
          <a:xfrm>
            <a:off x="3837043" y="3588876"/>
            <a:ext cx="203624" cy="203624"/>
          </a:xfrm>
          <a:prstGeom prst="roundRect">
            <a:avLst>
              <a:gd name="adj" fmla="val 15625"/>
            </a:avLst>
          </a:prstGeom>
          <a:solidFill>
            <a:srgbClr val="F8B5A9"/>
          </a:solidFill>
          <a:ln w="19089">
            <a:solidFill>
              <a:srgbClr val="D9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scene_tokens_2" descr="Editable shape; source id scene_tokens_2"/>
          <p:cNvSpPr/>
          <p:nvPr/>
        </p:nvSpPr>
        <p:spPr>
          <a:xfrm>
            <a:off x="4110663" y="3588876"/>
            <a:ext cx="203624" cy="203624"/>
          </a:xfrm>
          <a:prstGeom prst="roundRect">
            <a:avLst>
              <a:gd name="adj" fmla="val 15625"/>
            </a:avLst>
          </a:prstGeom>
          <a:solidFill>
            <a:srgbClr val="F8B5A9"/>
          </a:solidFill>
          <a:ln w="19089">
            <a:solidFill>
              <a:srgbClr val="D9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scene_tokens_3" descr="Editable shape; source id scene_tokens_3"/>
          <p:cNvSpPr/>
          <p:nvPr/>
        </p:nvSpPr>
        <p:spPr>
          <a:xfrm>
            <a:off x="3563423" y="3862496"/>
            <a:ext cx="203624" cy="203624"/>
          </a:xfrm>
          <a:prstGeom prst="roundRect">
            <a:avLst>
              <a:gd name="adj" fmla="val 15625"/>
            </a:avLst>
          </a:prstGeom>
          <a:solidFill>
            <a:srgbClr val="F8B5A9"/>
          </a:solidFill>
          <a:ln w="19089">
            <a:solidFill>
              <a:srgbClr val="D9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scene_tokens_4" descr="Editable shape; source id scene_tokens_4"/>
          <p:cNvSpPr/>
          <p:nvPr/>
        </p:nvSpPr>
        <p:spPr>
          <a:xfrm>
            <a:off x="3837043" y="3862496"/>
            <a:ext cx="203624" cy="203624"/>
          </a:xfrm>
          <a:prstGeom prst="roundRect">
            <a:avLst>
              <a:gd name="adj" fmla="val 15625"/>
            </a:avLst>
          </a:prstGeom>
          <a:solidFill>
            <a:srgbClr val="F8B5A9"/>
          </a:solidFill>
          <a:ln w="19089">
            <a:solidFill>
              <a:srgbClr val="D9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scene_tokens_5" descr="Editable shape; source id scene_tokens_5"/>
          <p:cNvSpPr/>
          <p:nvPr/>
        </p:nvSpPr>
        <p:spPr>
          <a:xfrm>
            <a:off x="4110663" y="3862496"/>
            <a:ext cx="203624" cy="203624"/>
          </a:xfrm>
          <a:prstGeom prst="roundRect">
            <a:avLst>
              <a:gd name="adj" fmla="val 15625"/>
            </a:avLst>
          </a:prstGeom>
          <a:solidFill>
            <a:srgbClr val="F8B5A9"/>
          </a:solidFill>
          <a:ln w="19089">
            <a:solidFill>
              <a:srgbClr val="D9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scene_tokens_6" descr="Editable shape; source id scene_tokens_6"/>
          <p:cNvSpPr/>
          <p:nvPr/>
        </p:nvSpPr>
        <p:spPr>
          <a:xfrm>
            <a:off x="3563423" y="4136116"/>
            <a:ext cx="203624" cy="203624"/>
          </a:xfrm>
          <a:prstGeom prst="roundRect">
            <a:avLst>
              <a:gd name="adj" fmla="val 15625"/>
            </a:avLst>
          </a:prstGeom>
          <a:solidFill>
            <a:srgbClr val="F8B5A9"/>
          </a:solidFill>
          <a:ln w="19089">
            <a:solidFill>
              <a:srgbClr val="D9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scene_tokens_7" descr="Editable shape; source id scene_tokens_7"/>
          <p:cNvSpPr/>
          <p:nvPr/>
        </p:nvSpPr>
        <p:spPr>
          <a:xfrm>
            <a:off x="3837043" y="4136116"/>
            <a:ext cx="203624" cy="203624"/>
          </a:xfrm>
          <a:prstGeom prst="roundRect">
            <a:avLst>
              <a:gd name="adj" fmla="val 15625"/>
            </a:avLst>
          </a:prstGeom>
          <a:solidFill>
            <a:srgbClr val="F8B5A9"/>
          </a:solidFill>
          <a:ln w="19089">
            <a:solidFill>
              <a:srgbClr val="D9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scene_tokens_8" descr="Editable shape; source id scene_tokens_8"/>
          <p:cNvSpPr/>
          <p:nvPr/>
        </p:nvSpPr>
        <p:spPr>
          <a:xfrm>
            <a:off x="4110663" y="4136116"/>
            <a:ext cx="203624" cy="203624"/>
          </a:xfrm>
          <a:prstGeom prst="roundRect">
            <a:avLst>
              <a:gd name="adj" fmla="val 15625"/>
            </a:avLst>
          </a:prstGeom>
          <a:solidFill>
            <a:srgbClr val="F8B5A9"/>
          </a:solidFill>
          <a:ln w="19089">
            <a:solidFill>
              <a:srgbClr val="D9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bject_tokens_0" descr="Editable shape; source id object_tokens_0"/>
          <p:cNvSpPr/>
          <p:nvPr/>
        </p:nvSpPr>
        <p:spPr>
          <a:xfrm>
            <a:off x="3563423" y="4727899"/>
            <a:ext cx="203624" cy="203624"/>
          </a:xfrm>
          <a:prstGeom prst="roundRect">
            <a:avLst>
              <a:gd name="adj" fmla="val 15625"/>
            </a:avLst>
          </a:prstGeom>
          <a:solidFill>
            <a:srgbClr val="FFD06F"/>
          </a:solidFill>
          <a:ln w="19089">
            <a:solidFill>
              <a:srgbClr val="E6A0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bject_tokens_1" descr="Editable shape; source id object_tokens_1"/>
          <p:cNvSpPr/>
          <p:nvPr/>
        </p:nvSpPr>
        <p:spPr>
          <a:xfrm>
            <a:off x="3837043" y="4727899"/>
            <a:ext cx="203624" cy="203624"/>
          </a:xfrm>
          <a:prstGeom prst="roundRect">
            <a:avLst>
              <a:gd name="adj" fmla="val 15625"/>
            </a:avLst>
          </a:prstGeom>
          <a:solidFill>
            <a:srgbClr val="FFD06F"/>
          </a:solidFill>
          <a:ln w="19089">
            <a:solidFill>
              <a:srgbClr val="E6A0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bject_tokens_2" descr="Editable shape; source id object_tokens_2"/>
          <p:cNvSpPr/>
          <p:nvPr/>
        </p:nvSpPr>
        <p:spPr>
          <a:xfrm>
            <a:off x="4110663" y="4727899"/>
            <a:ext cx="203624" cy="203624"/>
          </a:xfrm>
          <a:prstGeom prst="roundRect">
            <a:avLst>
              <a:gd name="adj" fmla="val 15625"/>
            </a:avLst>
          </a:prstGeom>
          <a:solidFill>
            <a:srgbClr val="FFD06F"/>
          </a:solidFill>
          <a:ln w="19089">
            <a:solidFill>
              <a:srgbClr val="E6A0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bject_tokens_3" descr="Editable shape; source id object_tokens_3"/>
          <p:cNvSpPr/>
          <p:nvPr/>
        </p:nvSpPr>
        <p:spPr>
          <a:xfrm>
            <a:off x="3563423" y="5001519"/>
            <a:ext cx="203624" cy="203624"/>
          </a:xfrm>
          <a:prstGeom prst="roundRect">
            <a:avLst>
              <a:gd name="adj" fmla="val 15625"/>
            </a:avLst>
          </a:prstGeom>
          <a:solidFill>
            <a:srgbClr val="FFD06F"/>
          </a:solidFill>
          <a:ln w="19089">
            <a:solidFill>
              <a:srgbClr val="E6A0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bject_tokens_4" descr="Editable shape; source id object_tokens_4"/>
          <p:cNvSpPr/>
          <p:nvPr/>
        </p:nvSpPr>
        <p:spPr>
          <a:xfrm>
            <a:off x="3837043" y="5001519"/>
            <a:ext cx="203624" cy="203624"/>
          </a:xfrm>
          <a:prstGeom prst="roundRect">
            <a:avLst>
              <a:gd name="adj" fmla="val 15625"/>
            </a:avLst>
          </a:prstGeom>
          <a:solidFill>
            <a:srgbClr val="FFD06F"/>
          </a:solidFill>
          <a:ln w="19089">
            <a:solidFill>
              <a:srgbClr val="E6A0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bject_tokens_5" descr="Editable shape; source id object_tokens_5"/>
          <p:cNvSpPr/>
          <p:nvPr/>
        </p:nvSpPr>
        <p:spPr>
          <a:xfrm>
            <a:off x="4110663" y="5001519"/>
            <a:ext cx="203624" cy="203624"/>
          </a:xfrm>
          <a:prstGeom prst="roundRect">
            <a:avLst>
              <a:gd name="adj" fmla="val 15625"/>
            </a:avLst>
          </a:prstGeom>
          <a:solidFill>
            <a:srgbClr val="FFD06F"/>
          </a:solidFill>
          <a:ln w="19089">
            <a:solidFill>
              <a:srgbClr val="E6A0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bject_tokens_6" descr="Editable shape; source id object_tokens_6"/>
          <p:cNvSpPr/>
          <p:nvPr/>
        </p:nvSpPr>
        <p:spPr>
          <a:xfrm>
            <a:off x="3563423" y="5275139"/>
            <a:ext cx="203624" cy="203624"/>
          </a:xfrm>
          <a:prstGeom prst="roundRect">
            <a:avLst>
              <a:gd name="adj" fmla="val 15625"/>
            </a:avLst>
          </a:prstGeom>
          <a:solidFill>
            <a:srgbClr val="FFD06F"/>
          </a:solidFill>
          <a:ln w="19089">
            <a:solidFill>
              <a:srgbClr val="E6A0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bject_tokens_7" descr="Editable shape; source id object_tokens_7"/>
          <p:cNvSpPr/>
          <p:nvPr/>
        </p:nvSpPr>
        <p:spPr>
          <a:xfrm>
            <a:off x="3837043" y="5275139"/>
            <a:ext cx="203624" cy="203624"/>
          </a:xfrm>
          <a:prstGeom prst="roundRect">
            <a:avLst>
              <a:gd name="adj" fmla="val 15625"/>
            </a:avLst>
          </a:prstGeom>
          <a:solidFill>
            <a:srgbClr val="FFD06F"/>
          </a:solidFill>
          <a:ln w="19089">
            <a:solidFill>
              <a:srgbClr val="E6A0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bject_tokens_8" descr="Editable shape; source id object_tokens_8"/>
          <p:cNvSpPr/>
          <p:nvPr/>
        </p:nvSpPr>
        <p:spPr>
          <a:xfrm>
            <a:off x="4110663" y="5275139"/>
            <a:ext cx="203624" cy="203624"/>
          </a:xfrm>
          <a:prstGeom prst="roundRect">
            <a:avLst>
              <a:gd name="adj" fmla="val 15625"/>
            </a:avLst>
          </a:prstGeom>
          <a:solidFill>
            <a:srgbClr val="FFD06F"/>
          </a:solidFill>
          <a:ln w="19089">
            <a:solidFill>
              <a:srgbClr val="E6A0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encoded_token_0" descr="Editable shape; source id encoded_token_0"/>
          <p:cNvSpPr/>
          <p:nvPr/>
        </p:nvSpPr>
        <p:spPr>
          <a:xfrm>
            <a:off x="6172358" y="1349010"/>
            <a:ext cx="209987" cy="209987"/>
          </a:xfrm>
          <a:prstGeom prst="roundRect">
            <a:avLst>
              <a:gd name="adj" fmla="val 21212"/>
            </a:avLst>
          </a:prstGeom>
          <a:gradFill rotWithShape="1">
            <a:gsLst>
              <a:gs pos="0">
                <a:srgbClr val="A2C399"/>
              </a:gs>
              <a:gs pos="50000">
                <a:srgbClr val="D0D8BB"/>
              </a:gs>
              <a:gs pos="100000">
                <a:srgbClr val="FAC1A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encoded_token_1" descr="Editable shape; source id encoded_token_1"/>
          <p:cNvSpPr/>
          <p:nvPr/>
        </p:nvSpPr>
        <p:spPr>
          <a:xfrm>
            <a:off x="6172358" y="1689444"/>
            <a:ext cx="209987" cy="209987"/>
          </a:xfrm>
          <a:prstGeom prst="roundRect">
            <a:avLst>
              <a:gd name="adj" fmla="val 21212"/>
            </a:avLst>
          </a:prstGeom>
          <a:gradFill rotWithShape="1">
            <a:gsLst>
              <a:gs pos="0">
                <a:srgbClr val="A2C399"/>
              </a:gs>
              <a:gs pos="50000">
                <a:srgbClr val="D0D8BB"/>
              </a:gs>
              <a:gs pos="100000">
                <a:srgbClr val="FAC1A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encoded_token_2" descr="Editable shape; source id encoded_token_2"/>
          <p:cNvSpPr/>
          <p:nvPr/>
        </p:nvSpPr>
        <p:spPr>
          <a:xfrm>
            <a:off x="6172358" y="2029878"/>
            <a:ext cx="209987" cy="209987"/>
          </a:xfrm>
          <a:prstGeom prst="roundRect">
            <a:avLst>
              <a:gd name="adj" fmla="val 21212"/>
            </a:avLst>
          </a:prstGeom>
          <a:gradFill rotWithShape="1">
            <a:gsLst>
              <a:gs pos="0">
                <a:srgbClr val="A2C399"/>
              </a:gs>
              <a:gs pos="50000">
                <a:srgbClr val="D0D8BB"/>
              </a:gs>
              <a:gs pos="100000">
                <a:srgbClr val="FAC1A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encoded_token_3" descr="Editable shape; source id encoded_token_3"/>
          <p:cNvSpPr/>
          <p:nvPr/>
        </p:nvSpPr>
        <p:spPr>
          <a:xfrm>
            <a:off x="6172358" y="2370313"/>
            <a:ext cx="209987" cy="209987"/>
          </a:xfrm>
          <a:prstGeom prst="roundRect">
            <a:avLst>
              <a:gd name="adj" fmla="val 21212"/>
            </a:avLst>
          </a:prstGeom>
          <a:gradFill rotWithShape="1">
            <a:gsLst>
              <a:gs pos="0">
                <a:srgbClr val="A2C399"/>
              </a:gs>
              <a:gs pos="50000">
                <a:srgbClr val="D0D8BB"/>
              </a:gs>
              <a:gs pos="100000">
                <a:srgbClr val="FAC1A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encoded_token_4" descr="Editable shape; source id encoded_token_4"/>
          <p:cNvSpPr/>
          <p:nvPr/>
        </p:nvSpPr>
        <p:spPr>
          <a:xfrm>
            <a:off x="6172358" y="2710747"/>
            <a:ext cx="209987" cy="209987"/>
          </a:xfrm>
          <a:prstGeom prst="roundRect">
            <a:avLst>
              <a:gd name="adj" fmla="val 21212"/>
            </a:avLst>
          </a:prstGeom>
          <a:gradFill rotWithShape="1">
            <a:gsLst>
              <a:gs pos="0">
                <a:srgbClr val="A2C399"/>
              </a:gs>
              <a:gs pos="50000">
                <a:srgbClr val="D0D8BB"/>
              </a:gs>
              <a:gs pos="100000">
                <a:srgbClr val="FAC1A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encoded_token_5" descr="Editable shape; source id encoded_token_5"/>
          <p:cNvSpPr/>
          <p:nvPr/>
        </p:nvSpPr>
        <p:spPr>
          <a:xfrm>
            <a:off x="6172358" y="3051181"/>
            <a:ext cx="209987" cy="209987"/>
          </a:xfrm>
          <a:prstGeom prst="roundRect">
            <a:avLst>
              <a:gd name="adj" fmla="val 21212"/>
            </a:avLst>
          </a:prstGeom>
          <a:gradFill rotWithShape="1">
            <a:gsLst>
              <a:gs pos="0">
                <a:srgbClr val="A2C399"/>
              </a:gs>
              <a:gs pos="50000">
                <a:srgbClr val="D0D8BB"/>
              </a:gs>
              <a:gs pos="100000">
                <a:srgbClr val="FAC1A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encoded_token_6" descr="Editable shape; source id encoded_token_6"/>
          <p:cNvSpPr/>
          <p:nvPr/>
        </p:nvSpPr>
        <p:spPr>
          <a:xfrm>
            <a:off x="6172358" y="3391615"/>
            <a:ext cx="209987" cy="209987"/>
          </a:xfrm>
          <a:prstGeom prst="roundRect">
            <a:avLst>
              <a:gd name="adj" fmla="val 21212"/>
            </a:avLst>
          </a:prstGeom>
          <a:gradFill rotWithShape="1">
            <a:gsLst>
              <a:gs pos="0">
                <a:srgbClr val="A2C399"/>
              </a:gs>
              <a:gs pos="50000">
                <a:srgbClr val="D0D8BB"/>
              </a:gs>
              <a:gs pos="100000">
                <a:srgbClr val="FAC1A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encoded_token_7" descr="Editable shape; source id encoded_token_7"/>
          <p:cNvSpPr/>
          <p:nvPr/>
        </p:nvSpPr>
        <p:spPr>
          <a:xfrm>
            <a:off x="6172358" y="3732050"/>
            <a:ext cx="209987" cy="209987"/>
          </a:xfrm>
          <a:prstGeom prst="roundRect">
            <a:avLst>
              <a:gd name="adj" fmla="val 21212"/>
            </a:avLst>
          </a:prstGeom>
          <a:gradFill rotWithShape="1">
            <a:gsLst>
              <a:gs pos="0">
                <a:srgbClr val="A2C399"/>
              </a:gs>
              <a:gs pos="50000">
                <a:srgbClr val="D0D8BB"/>
              </a:gs>
              <a:gs pos="100000">
                <a:srgbClr val="FAC1A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encoded_token_8" descr="Editable shape; source id encoded_token_8"/>
          <p:cNvSpPr/>
          <p:nvPr/>
        </p:nvSpPr>
        <p:spPr>
          <a:xfrm>
            <a:off x="6172358" y="4072484"/>
            <a:ext cx="209987" cy="209987"/>
          </a:xfrm>
          <a:prstGeom prst="roundRect">
            <a:avLst>
              <a:gd name="adj" fmla="val 21212"/>
            </a:avLst>
          </a:prstGeom>
          <a:gradFill rotWithShape="1">
            <a:gsLst>
              <a:gs pos="0">
                <a:srgbClr val="A2C399"/>
              </a:gs>
              <a:gs pos="50000">
                <a:srgbClr val="D0D8BB"/>
              </a:gs>
              <a:gs pos="100000">
                <a:srgbClr val="FAC1A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decoded_token_0" descr="Editable shape; source id decoded_token_0"/>
          <p:cNvSpPr/>
          <p:nvPr/>
        </p:nvSpPr>
        <p:spPr>
          <a:xfrm>
            <a:off x="8265870" y="1349010"/>
            <a:ext cx="209987" cy="209987"/>
          </a:xfrm>
          <a:prstGeom prst="roundRect">
            <a:avLst>
              <a:gd name="adj" fmla="val 21212"/>
            </a:avLst>
          </a:prstGeom>
          <a:gradFill rotWithShape="1">
            <a:gsLst>
              <a:gs pos="0">
                <a:srgbClr val="A2C399"/>
              </a:gs>
              <a:gs pos="50000">
                <a:srgbClr val="D0D8BB"/>
              </a:gs>
              <a:gs pos="100000">
                <a:srgbClr val="FAC1A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decoded_token_1" descr="Editable shape; source id decoded_token_1"/>
          <p:cNvSpPr/>
          <p:nvPr/>
        </p:nvSpPr>
        <p:spPr>
          <a:xfrm>
            <a:off x="8265870" y="1689444"/>
            <a:ext cx="209987" cy="209987"/>
          </a:xfrm>
          <a:prstGeom prst="roundRect">
            <a:avLst>
              <a:gd name="adj" fmla="val 21212"/>
            </a:avLst>
          </a:prstGeom>
          <a:gradFill rotWithShape="1">
            <a:gsLst>
              <a:gs pos="0">
                <a:srgbClr val="A2C399"/>
              </a:gs>
              <a:gs pos="50000">
                <a:srgbClr val="D0D8BB"/>
              </a:gs>
              <a:gs pos="100000">
                <a:srgbClr val="FAC1A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decoded_token_2" descr="Editable shape; source id decoded_token_2"/>
          <p:cNvSpPr/>
          <p:nvPr/>
        </p:nvSpPr>
        <p:spPr>
          <a:xfrm>
            <a:off x="8265870" y="2029878"/>
            <a:ext cx="209987" cy="209987"/>
          </a:xfrm>
          <a:prstGeom prst="roundRect">
            <a:avLst>
              <a:gd name="adj" fmla="val 21212"/>
            </a:avLst>
          </a:prstGeom>
          <a:gradFill rotWithShape="1">
            <a:gsLst>
              <a:gs pos="0">
                <a:srgbClr val="A2C399"/>
              </a:gs>
              <a:gs pos="50000">
                <a:srgbClr val="D0D8BB"/>
              </a:gs>
              <a:gs pos="100000">
                <a:srgbClr val="FAC1A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decoded_token_3" descr="Editable shape; source id decoded_token_3"/>
          <p:cNvSpPr/>
          <p:nvPr/>
        </p:nvSpPr>
        <p:spPr>
          <a:xfrm>
            <a:off x="8265870" y="2370313"/>
            <a:ext cx="209987" cy="209987"/>
          </a:xfrm>
          <a:prstGeom prst="roundRect">
            <a:avLst>
              <a:gd name="adj" fmla="val 21212"/>
            </a:avLst>
          </a:prstGeom>
          <a:gradFill rotWithShape="1">
            <a:gsLst>
              <a:gs pos="0">
                <a:srgbClr val="A2C399"/>
              </a:gs>
              <a:gs pos="50000">
                <a:srgbClr val="D0D8BB"/>
              </a:gs>
              <a:gs pos="100000">
                <a:srgbClr val="FAC1A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decoded_token_4" descr="Editable shape; source id decoded_token_4"/>
          <p:cNvSpPr/>
          <p:nvPr/>
        </p:nvSpPr>
        <p:spPr>
          <a:xfrm>
            <a:off x="8265870" y="2710747"/>
            <a:ext cx="209987" cy="209987"/>
          </a:xfrm>
          <a:prstGeom prst="roundRect">
            <a:avLst>
              <a:gd name="adj" fmla="val 21212"/>
            </a:avLst>
          </a:prstGeom>
          <a:gradFill rotWithShape="1">
            <a:gsLst>
              <a:gs pos="0">
                <a:srgbClr val="A2C399"/>
              </a:gs>
              <a:gs pos="50000">
                <a:srgbClr val="D0D8BB"/>
              </a:gs>
              <a:gs pos="100000">
                <a:srgbClr val="FAC1A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decoded_token_5" descr="Editable shape; source id decoded_token_5"/>
          <p:cNvSpPr/>
          <p:nvPr/>
        </p:nvSpPr>
        <p:spPr>
          <a:xfrm>
            <a:off x="8265870" y="3051181"/>
            <a:ext cx="209987" cy="209987"/>
          </a:xfrm>
          <a:prstGeom prst="roundRect">
            <a:avLst>
              <a:gd name="adj" fmla="val 21212"/>
            </a:avLst>
          </a:prstGeom>
          <a:gradFill rotWithShape="1">
            <a:gsLst>
              <a:gs pos="0">
                <a:srgbClr val="A2C399"/>
              </a:gs>
              <a:gs pos="50000">
                <a:srgbClr val="D0D8BB"/>
              </a:gs>
              <a:gs pos="100000">
                <a:srgbClr val="FAC1A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decoded_token_6" descr="Editable shape; source id decoded_token_6"/>
          <p:cNvSpPr/>
          <p:nvPr/>
        </p:nvSpPr>
        <p:spPr>
          <a:xfrm>
            <a:off x="8265870" y="3391615"/>
            <a:ext cx="209987" cy="209987"/>
          </a:xfrm>
          <a:prstGeom prst="roundRect">
            <a:avLst>
              <a:gd name="adj" fmla="val 21212"/>
            </a:avLst>
          </a:prstGeom>
          <a:gradFill rotWithShape="1">
            <a:gsLst>
              <a:gs pos="0">
                <a:srgbClr val="A2C399"/>
              </a:gs>
              <a:gs pos="50000">
                <a:srgbClr val="D0D8BB"/>
              </a:gs>
              <a:gs pos="100000">
                <a:srgbClr val="FAC1A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decoded_token_7" descr="Editable shape; source id decoded_token_7"/>
          <p:cNvSpPr/>
          <p:nvPr/>
        </p:nvSpPr>
        <p:spPr>
          <a:xfrm>
            <a:off x="8265870" y="3732050"/>
            <a:ext cx="209987" cy="209987"/>
          </a:xfrm>
          <a:prstGeom prst="roundRect">
            <a:avLst>
              <a:gd name="adj" fmla="val 21212"/>
            </a:avLst>
          </a:prstGeom>
          <a:gradFill rotWithShape="1">
            <a:gsLst>
              <a:gs pos="0">
                <a:srgbClr val="A2C399"/>
              </a:gs>
              <a:gs pos="50000">
                <a:srgbClr val="D0D8BB"/>
              </a:gs>
              <a:gs pos="100000">
                <a:srgbClr val="FAC1A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decoded_token_8" descr="Editable shape; source id decoded_token_8"/>
          <p:cNvSpPr/>
          <p:nvPr/>
        </p:nvSpPr>
        <p:spPr>
          <a:xfrm>
            <a:off x="8265870" y="4072484"/>
            <a:ext cx="209987" cy="209987"/>
          </a:xfrm>
          <a:prstGeom prst="roundRect">
            <a:avLst>
              <a:gd name="adj" fmla="val 21212"/>
            </a:avLst>
          </a:prstGeom>
          <a:gradFill rotWithShape="1">
            <a:gsLst>
              <a:gs pos="0">
                <a:srgbClr val="A2C399"/>
              </a:gs>
              <a:gs pos="50000">
                <a:srgbClr val="D0D8BB"/>
              </a:gs>
              <a:gs pos="100000">
                <a:srgbClr val="FAC1A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bject_encoded_0" descr="Editable shape; source id object_encoded_0"/>
          <p:cNvSpPr/>
          <p:nvPr/>
        </p:nvSpPr>
        <p:spPr>
          <a:xfrm>
            <a:off x="6153269" y="4816985"/>
            <a:ext cx="248167" cy="248167"/>
          </a:xfrm>
          <a:prstGeom prst="roundRect">
            <a:avLst>
              <a:gd name="adj" fmla="val 20512"/>
            </a:avLst>
          </a:prstGeom>
          <a:solidFill>
            <a:srgbClr val="FFD0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bject_encoded_1" descr="Editable shape; source id object_encoded_1"/>
          <p:cNvSpPr/>
          <p:nvPr/>
        </p:nvSpPr>
        <p:spPr>
          <a:xfrm>
            <a:off x="6153269" y="5128784"/>
            <a:ext cx="248167" cy="248167"/>
          </a:xfrm>
          <a:prstGeom prst="roundRect">
            <a:avLst>
              <a:gd name="adj" fmla="val 20512"/>
            </a:avLst>
          </a:prstGeom>
          <a:solidFill>
            <a:srgbClr val="FFD0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views_label" descr="Editable text; source id views_label"/>
          <p:cNvSpPr txBox="1"/>
          <p:nvPr/>
        </p:nvSpPr>
        <p:spPr>
          <a:xfrm>
            <a:off x="5866922" y="4454279"/>
            <a:ext cx="598146" cy="20362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defRPr sz="1152" b="0" i="0" lang="zh-CN" dirty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52" b="0" i="0" lang="zh-CN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 views</a:t>
            </a:r>
          </a:p>
        </p:txBody>
      </p:sp>
      <p:sp>
        <p:nvSpPr>
          <p:cNvPr id="129" name="views_dots_0" descr="Editable shape; source id views_dots_0"/>
          <p:cNvSpPr/>
          <p:nvPr/>
        </p:nvSpPr>
        <p:spPr>
          <a:xfrm>
            <a:off x="6522338" y="4594271"/>
            <a:ext cx="15908" cy="1590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views_dots_1" descr="Editable shape; source id views_dots_1"/>
          <p:cNvSpPr/>
          <p:nvPr/>
        </p:nvSpPr>
        <p:spPr>
          <a:xfrm>
            <a:off x="6560517" y="4562455"/>
            <a:ext cx="15908" cy="1590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views_dots_2" descr="Editable shape; source id views_dots_2"/>
          <p:cNvSpPr/>
          <p:nvPr/>
        </p:nvSpPr>
        <p:spPr>
          <a:xfrm>
            <a:off x="6598697" y="4530638"/>
            <a:ext cx="15908" cy="1590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decoded_dots_0" descr="Editable shape; source id decoded_dots_0"/>
          <p:cNvSpPr/>
          <p:nvPr/>
        </p:nvSpPr>
        <p:spPr>
          <a:xfrm>
            <a:off x="8622212" y="4314287"/>
            <a:ext cx="15908" cy="1590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decoded_dots_1" descr="Editable shape; source id decoded_dots_1"/>
          <p:cNvSpPr/>
          <p:nvPr/>
        </p:nvSpPr>
        <p:spPr>
          <a:xfrm>
            <a:off x="8660392" y="4282471"/>
            <a:ext cx="15908" cy="1590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decoded_dots_2" descr="Editable shape; source id decoded_dots_2"/>
          <p:cNvSpPr/>
          <p:nvPr/>
        </p:nvSpPr>
        <p:spPr>
          <a:xfrm>
            <a:off x="8698571" y="4250655"/>
            <a:ext cx="15908" cy="1590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rajectory_to_projector" descr="Editable line; source id trajectory_to_projector"/>
          <p:cNvSpPr/>
          <p:nvPr/>
        </p:nvSpPr>
        <p:spPr>
          <a:xfrm>
            <a:off x="1915340" y="413612"/>
            <a:ext cx="2850739" cy="76359"/>
          </a:xfrm>
          <a:custGeom>
            <a:avLst/>
            <a:gdLst/>
            <a:ahLst/>
            <a:cxnLst/>
            <a:rect l="l" t="t" r="r" b="b"/>
            <a:pathLst>
              <a:path w="448000" h="12000">
                <a:moveTo>
                  <a:pt x="0" y="4500"/>
                </a:moveTo>
                <a:lnTo>
                  <a:pt x="436000" y="4500"/>
                </a:lnTo>
                <a:lnTo>
                  <a:pt x="436000" y="0"/>
                </a:lnTo>
                <a:lnTo>
                  <a:pt x="448000" y="6000"/>
                </a:lnTo>
                <a:lnTo>
                  <a:pt x="436000" y="12000"/>
                </a:lnTo>
                <a:lnTo>
                  <a:pt x="436000" y="7500"/>
                </a:lnTo>
                <a:lnTo>
                  <a:pt x="0" y="7500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projector_to_tokens" descr="Editable line; source id projector_to_tokens"/>
          <p:cNvSpPr/>
          <p:nvPr/>
        </p:nvSpPr>
        <p:spPr>
          <a:xfrm>
            <a:off x="5860559" y="413612"/>
            <a:ext cx="814497" cy="76359"/>
          </a:xfrm>
          <a:custGeom>
            <a:avLst/>
            <a:gdLst/>
            <a:ahLst/>
            <a:cxnLst/>
            <a:rect l="l" t="t" r="r" b="b"/>
            <a:pathLst>
              <a:path w="128000" h="12000">
                <a:moveTo>
                  <a:pt x="0" y="4500"/>
                </a:moveTo>
                <a:lnTo>
                  <a:pt x="116000" y="4500"/>
                </a:lnTo>
                <a:lnTo>
                  <a:pt x="116000" y="0"/>
                </a:lnTo>
                <a:lnTo>
                  <a:pt x="128000" y="6000"/>
                </a:lnTo>
                <a:lnTo>
                  <a:pt x="116000" y="12000"/>
                </a:lnTo>
                <a:lnTo>
                  <a:pt x="116000" y="7500"/>
                </a:lnTo>
                <a:lnTo>
                  <a:pt x="0" y="7500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instruction_to_encoder" descr="Editable line; source id instruction_to_encoder"/>
          <p:cNvSpPr/>
          <p:nvPr/>
        </p:nvSpPr>
        <p:spPr>
          <a:xfrm>
            <a:off x="9990313" y="413612"/>
            <a:ext cx="279983" cy="76359"/>
          </a:xfrm>
          <a:custGeom>
            <a:avLst/>
            <a:gdLst/>
            <a:ahLst/>
            <a:cxnLst/>
            <a:rect l="l" t="t" r="r" b="b"/>
            <a:pathLst>
              <a:path w="44000" h="12000">
                <a:moveTo>
                  <a:pt x="44000" y="7500"/>
                </a:moveTo>
                <a:lnTo>
                  <a:pt x="12000" y="7500"/>
                </a:lnTo>
                <a:lnTo>
                  <a:pt x="12000" y="12000"/>
                </a:lnTo>
                <a:lnTo>
                  <a:pt x="0" y="6000"/>
                </a:lnTo>
                <a:lnTo>
                  <a:pt x="12000" y="0"/>
                </a:lnTo>
                <a:lnTo>
                  <a:pt x="12000" y="4500"/>
                </a:lnTo>
                <a:lnTo>
                  <a:pt x="44000" y="4500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_encoder_to_tokens" descr="Editable line; source id text_encoder_to_tokens"/>
          <p:cNvSpPr/>
          <p:nvPr/>
        </p:nvSpPr>
        <p:spPr>
          <a:xfrm>
            <a:off x="8157695" y="413612"/>
            <a:ext cx="801770" cy="76359"/>
          </a:xfrm>
          <a:custGeom>
            <a:avLst/>
            <a:gdLst/>
            <a:ahLst/>
            <a:cxnLst/>
            <a:rect l="l" t="t" r="r" b="b"/>
            <a:pathLst>
              <a:path w="126000" h="12000">
                <a:moveTo>
                  <a:pt x="126000" y="7500"/>
                </a:moveTo>
                <a:lnTo>
                  <a:pt x="12000" y="7500"/>
                </a:lnTo>
                <a:lnTo>
                  <a:pt x="12000" y="12000"/>
                </a:lnTo>
                <a:lnTo>
                  <a:pt x="0" y="6000"/>
                </a:lnTo>
                <a:lnTo>
                  <a:pt x="12000" y="0"/>
                </a:lnTo>
                <a:lnTo>
                  <a:pt x="12000" y="4500"/>
                </a:lnTo>
                <a:lnTo>
                  <a:pt x="126000" y="4500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conditioning_to_dit" descr="Editable line; source id conditioning_to_dit"/>
          <p:cNvSpPr/>
          <p:nvPr/>
        </p:nvSpPr>
        <p:spPr>
          <a:xfrm>
            <a:off x="7381378" y="649052"/>
            <a:ext cx="76359" cy="477244"/>
          </a:xfrm>
          <a:custGeom>
            <a:avLst/>
            <a:gdLst/>
            <a:ahLst/>
            <a:cxnLst/>
            <a:rect l="l" t="t" r="r" b="b"/>
            <a:pathLst>
              <a:path w="12000" h="75000">
                <a:moveTo>
                  <a:pt x="7500" y="0"/>
                </a:moveTo>
                <a:lnTo>
                  <a:pt x="7500" y="63000"/>
                </a:lnTo>
                <a:lnTo>
                  <a:pt x="12000" y="63000"/>
                </a:lnTo>
                <a:lnTo>
                  <a:pt x="6000" y="75000"/>
                </a:lnTo>
                <a:lnTo>
                  <a:pt x="0" y="63000"/>
                </a:lnTo>
                <a:lnTo>
                  <a:pt x="4500" y="63000"/>
                </a:lnTo>
                <a:lnTo>
                  <a:pt x="4500" y="0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motion_to_concat" descr="Editable line; source id motion_to_concat"/>
          <p:cNvSpPr/>
          <p:nvPr/>
        </p:nvSpPr>
        <p:spPr>
          <a:xfrm>
            <a:off x="4320651" y="2774380"/>
            <a:ext cx="445428" cy="76359"/>
          </a:xfrm>
          <a:custGeom>
            <a:avLst/>
            <a:gdLst/>
            <a:ahLst/>
            <a:cxnLst/>
            <a:rect l="l" t="t" r="r" b="b"/>
            <a:pathLst>
              <a:path w="70000" h="12000">
                <a:moveTo>
                  <a:pt x="0" y="4500"/>
                </a:moveTo>
                <a:lnTo>
                  <a:pt x="58000" y="4500"/>
                </a:lnTo>
                <a:lnTo>
                  <a:pt x="58000" y="0"/>
                </a:lnTo>
                <a:lnTo>
                  <a:pt x="70000" y="6000"/>
                </a:lnTo>
                <a:lnTo>
                  <a:pt x="58000" y="12000"/>
                </a:lnTo>
                <a:lnTo>
                  <a:pt x="58000" y="7500"/>
                </a:lnTo>
                <a:lnTo>
                  <a:pt x="0" y="7500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concat_to_encoded" descr="Editable line; source id concat_to_encoded"/>
          <p:cNvSpPr/>
          <p:nvPr/>
        </p:nvSpPr>
        <p:spPr>
          <a:xfrm>
            <a:off x="5860559" y="2774380"/>
            <a:ext cx="254530" cy="76359"/>
          </a:xfrm>
          <a:custGeom>
            <a:avLst/>
            <a:gdLst/>
            <a:ahLst/>
            <a:cxnLst/>
            <a:rect l="l" t="t" r="r" b="b"/>
            <a:pathLst>
              <a:path w="40000" h="12000">
                <a:moveTo>
                  <a:pt x="0" y="4500"/>
                </a:moveTo>
                <a:lnTo>
                  <a:pt x="28000" y="4500"/>
                </a:lnTo>
                <a:lnTo>
                  <a:pt x="28000" y="0"/>
                </a:lnTo>
                <a:lnTo>
                  <a:pt x="40000" y="6000"/>
                </a:lnTo>
                <a:lnTo>
                  <a:pt x="28000" y="12000"/>
                </a:lnTo>
                <a:lnTo>
                  <a:pt x="28000" y="7500"/>
                </a:lnTo>
                <a:lnTo>
                  <a:pt x="0" y="7500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bject_to_mlp" descr="Editable line; source id object_to_mlp"/>
          <p:cNvSpPr/>
          <p:nvPr/>
        </p:nvSpPr>
        <p:spPr>
          <a:xfrm>
            <a:off x="4314288" y="5058789"/>
            <a:ext cx="451791" cy="76359"/>
          </a:xfrm>
          <a:custGeom>
            <a:avLst/>
            <a:gdLst/>
            <a:ahLst/>
            <a:cxnLst/>
            <a:rect l="l" t="t" r="r" b="b"/>
            <a:pathLst>
              <a:path w="71000" h="12000">
                <a:moveTo>
                  <a:pt x="0" y="4500"/>
                </a:moveTo>
                <a:lnTo>
                  <a:pt x="59000" y="4500"/>
                </a:lnTo>
                <a:lnTo>
                  <a:pt x="59000" y="0"/>
                </a:lnTo>
                <a:lnTo>
                  <a:pt x="71000" y="6000"/>
                </a:lnTo>
                <a:lnTo>
                  <a:pt x="59000" y="12000"/>
                </a:lnTo>
                <a:lnTo>
                  <a:pt x="59000" y="7500"/>
                </a:lnTo>
                <a:lnTo>
                  <a:pt x="0" y="7500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mlp_to_object" descr="Editable line; source id mlp_to_object"/>
          <p:cNvSpPr/>
          <p:nvPr/>
        </p:nvSpPr>
        <p:spPr>
          <a:xfrm>
            <a:off x="5860559" y="5058789"/>
            <a:ext cx="254530" cy="76359"/>
          </a:xfrm>
          <a:custGeom>
            <a:avLst/>
            <a:gdLst/>
            <a:ahLst/>
            <a:cxnLst/>
            <a:rect l="l" t="t" r="r" b="b"/>
            <a:pathLst>
              <a:path w="40000" h="12000">
                <a:moveTo>
                  <a:pt x="0" y="4500"/>
                </a:moveTo>
                <a:lnTo>
                  <a:pt x="28000" y="4500"/>
                </a:lnTo>
                <a:lnTo>
                  <a:pt x="28000" y="0"/>
                </a:lnTo>
                <a:lnTo>
                  <a:pt x="40000" y="6000"/>
                </a:lnTo>
                <a:lnTo>
                  <a:pt x="28000" y="12000"/>
                </a:lnTo>
                <a:lnTo>
                  <a:pt x="28000" y="7500"/>
                </a:lnTo>
                <a:lnTo>
                  <a:pt x="0" y="7500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4" name="render_start_0" descr="Editable line; source id render_start_0"/>
          <p:cNvCxnSpPr/>
          <p:nvPr/>
        </p:nvCxnSpPr>
        <p:spPr>
          <a:xfrm flipV="1">
            <a:off x="499515" y="458154"/>
            <a:ext cx="19090" cy="13787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render_start_1" descr="Editable line; source id render_start_1"/>
          <p:cNvCxnSpPr/>
          <p:nvPr/>
        </p:nvCxnSpPr>
        <p:spPr>
          <a:xfrm flipV="1">
            <a:off x="518605" y="451791"/>
            <a:ext cx="25453" cy="6363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render_curve_0" descr="Editable line; source id render_curve_0"/>
          <p:cNvCxnSpPr/>
          <p:nvPr/>
        </p:nvCxnSpPr>
        <p:spPr>
          <a:xfrm flipH="1">
            <a:off x="468494" y="474062"/>
            <a:ext cx="28900" cy="31816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render_curve_1" descr="Editable line; source id render_curve_1"/>
          <p:cNvCxnSpPr/>
          <p:nvPr/>
        </p:nvCxnSpPr>
        <p:spPr>
          <a:xfrm flipH="1">
            <a:off x="451791" y="505878"/>
            <a:ext cx="16703" cy="25453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render_curve_2" descr="Editable line; source id render_curve_2"/>
          <p:cNvCxnSpPr/>
          <p:nvPr/>
        </p:nvCxnSpPr>
        <p:spPr>
          <a:xfrm flipH="1">
            <a:off x="407248" y="531331"/>
            <a:ext cx="44543" cy="89086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render_curve_3" descr="Editable line; source id render_curve_3"/>
          <p:cNvCxnSpPr/>
          <p:nvPr/>
        </p:nvCxnSpPr>
        <p:spPr>
          <a:xfrm flipH="1">
            <a:off x="363501" y="620417"/>
            <a:ext cx="43747" cy="127265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render_curve_4" descr="Editable line; source id render_curve_4"/>
          <p:cNvCxnSpPr/>
          <p:nvPr/>
        </p:nvCxnSpPr>
        <p:spPr>
          <a:xfrm flipH="1">
            <a:off x="325321" y="747682"/>
            <a:ext cx="38180" cy="146355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render_curve_5" descr="Editable line; source id render_curve_5"/>
          <p:cNvCxnSpPr/>
          <p:nvPr/>
        </p:nvCxnSpPr>
        <p:spPr>
          <a:xfrm flipH="1">
            <a:off x="323730" y="894037"/>
            <a:ext cx="1591" cy="19090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render_curve_6" descr="Editable line; source id render_curve_6"/>
          <p:cNvCxnSpPr/>
          <p:nvPr/>
        </p:nvCxnSpPr>
        <p:spPr>
          <a:xfrm flipH="1">
            <a:off x="318958" y="913127"/>
            <a:ext cx="4772" cy="12726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render_curve_7" descr="Editable line; source id render_curve_7"/>
          <p:cNvCxnSpPr/>
          <p:nvPr/>
        </p:nvCxnSpPr>
        <p:spPr>
          <a:xfrm flipH="1">
            <a:off x="311004" y="925853"/>
            <a:ext cx="7954" cy="50906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render_curve_8" descr="Editable line; source id render_curve_8"/>
          <p:cNvCxnSpPr/>
          <p:nvPr/>
        </p:nvCxnSpPr>
        <p:spPr>
          <a:xfrm flipH="1">
            <a:off x="306231" y="976759"/>
            <a:ext cx="4773" cy="12727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render_curve_9" descr="Editable line; source id render_curve_9"/>
          <p:cNvCxnSpPr/>
          <p:nvPr/>
        </p:nvCxnSpPr>
        <p:spPr>
          <a:xfrm flipH="1">
            <a:off x="293505" y="989486"/>
            <a:ext cx="12726" cy="76359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render_curve_10" descr="Editable line; source id render_curve_10"/>
          <p:cNvCxnSpPr/>
          <p:nvPr/>
        </p:nvCxnSpPr>
        <p:spPr>
          <a:xfrm flipH="1">
            <a:off x="291914" y="1065845"/>
            <a:ext cx="1591" cy="25453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render_curve_11" descr="Editable line; source id render_curve_11"/>
          <p:cNvCxnSpPr/>
          <p:nvPr/>
        </p:nvCxnSpPr>
        <p:spPr>
          <a:xfrm flipH="1">
            <a:off x="280778" y="1091298"/>
            <a:ext cx="11136" cy="63633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render_curve_12" descr="Editable line; source id render_curve_12"/>
          <p:cNvCxnSpPr/>
          <p:nvPr/>
        </p:nvCxnSpPr>
        <p:spPr>
          <a:xfrm flipH="1">
            <a:off x="279983" y="1154931"/>
            <a:ext cx="795" cy="25453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render_curve_13" descr="Editable line; source id render_curve_13"/>
          <p:cNvCxnSpPr/>
          <p:nvPr/>
        </p:nvCxnSpPr>
        <p:spPr>
          <a:xfrm flipH="1">
            <a:off x="274415" y="1180384"/>
            <a:ext cx="5568" cy="25453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render_curve_14" descr="Editable line; source id render_curve_14"/>
          <p:cNvCxnSpPr/>
          <p:nvPr/>
        </p:nvCxnSpPr>
        <p:spPr>
          <a:xfrm flipH="1">
            <a:off x="273620" y="1205837"/>
            <a:ext cx="795" cy="25453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render_curve_15" descr="Editable line; source id render_curve_15"/>
          <p:cNvCxnSpPr/>
          <p:nvPr/>
        </p:nvCxnSpPr>
        <p:spPr>
          <a:xfrm flipH="1">
            <a:off x="267256" y="1231290"/>
            <a:ext cx="6364" cy="38179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render_curve_16" descr="Editable line; source id render_curve_16"/>
          <p:cNvCxnSpPr/>
          <p:nvPr/>
        </p:nvCxnSpPr>
        <p:spPr>
          <a:xfrm>
            <a:off x="267256" y="1269469"/>
            <a:ext cx="0" cy="31816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render_curve_17" descr="Editable line; source id render_curve_17"/>
          <p:cNvCxnSpPr/>
          <p:nvPr/>
        </p:nvCxnSpPr>
        <p:spPr>
          <a:xfrm flipH="1">
            <a:off x="260893" y="1301285"/>
            <a:ext cx="6363" cy="38180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render_curve_18" descr="Editable line; source id render_curve_18"/>
          <p:cNvCxnSpPr/>
          <p:nvPr/>
        </p:nvCxnSpPr>
        <p:spPr>
          <a:xfrm>
            <a:off x="260893" y="1339465"/>
            <a:ext cx="0" cy="44543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render_curve_19" descr="Editable line; source id render_curve_19"/>
          <p:cNvCxnSpPr/>
          <p:nvPr/>
        </p:nvCxnSpPr>
        <p:spPr>
          <a:xfrm flipH="1">
            <a:off x="254530" y="1384008"/>
            <a:ext cx="6363" cy="44543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render_curve_20" descr="Editable line; source id render_curve_20"/>
          <p:cNvCxnSpPr/>
          <p:nvPr/>
        </p:nvCxnSpPr>
        <p:spPr>
          <a:xfrm>
            <a:off x="254530" y="1428551"/>
            <a:ext cx="0" cy="89085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render_curve_21" descr="Editable line; source id render_curve_21"/>
          <p:cNvCxnSpPr/>
          <p:nvPr/>
        </p:nvCxnSpPr>
        <p:spPr>
          <a:xfrm flipH="1">
            <a:off x="251348" y="1517636"/>
            <a:ext cx="3182" cy="19090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render_curve_22" descr="Editable line; source id render_curve_22"/>
          <p:cNvCxnSpPr/>
          <p:nvPr/>
        </p:nvCxnSpPr>
        <p:spPr>
          <a:xfrm>
            <a:off x="251348" y="1536726"/>
            <a:ext cx="0" cy="76359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render_curve_23" descr="Editable line; source id render_curve_23"/>
          <p:cNvCxnSpPr/>
          <p:nvPr/>
        </p:nvCxnSpPr>
        <p:spPr>
          <a:xfrm flipH="1">
            <a:off x="248962" y="1613085"/>
            <a:ext cx="2386" cy="12727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render_curve_24" descr="Editable line; source id render_curve_24"/>
          <p:cNvCxnSpPr/>
          <p:nvPr/>
        </p:nvCxnSpPr>
        <p:spPr>
          <a:xfrm>
            <a:off x="248962" y="1625812"/>
            <a:ext cx="2386" cy="19089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render_curve_25" descr="Editable line; source id render_curve_25"/>
          <p:cNvCxnSpPr/>
          <p:nvPr/>
        </p:nvCxnSpPr>
        <p:spPr>
          <a:xfrm>
            <a:off x="251348" y="1644901"/>
            <a:ext cx="0" cy="63633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render_curve_26" descr="Editable line; source id render_curve_26"/>
          <p:cNvCxnSpPr/>
          <p:nvPr/>
        </p:nvCxnSpPr>
        <p:spPr>
          <a:xfrm>
            <a:off x="251348" y="1708534"/>
            <a:ext cx="3182" cy="19090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render_curve_27" descr="Editable line; source id render_curve_27"/>
          <p:cNvCxnSpPr/>
          <p:nvPr/>
        </p:nvCxnSpPr>
        <p:spPr>
          <a:xfrm>
            <a:off x="254530" y="1727624"/>
            <a:ext cx="0" cy="101812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render_curve_28" descr="Editable line; source id render_curve_28"/>
          <p:cNvCxnSpPr/>
          <p:nvPr/>
        </p:nvCxnSpPr>
        <p:spPr>
          <a:xfrm>
            <a:off x="254530" y="1829436"/>
            <a:ext cx="6363" cy="44543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render_curve_29" descr="Editable line; source id render_curve_29"/>
          <p:cNvCxnSpPr/>
          <p:nvPr/>
        </p:nvCxnSpPr>
        <p:spPr>
          <a:xfrm>
            <a:off x="260893" y="1873979"/>
            <a:ext cx="0" cy="44542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render_curve_30" descr="Editable line; source id render_curve_30"/>
          <p:cNvCxnSpPr/>
          <p:nvPr/>
        </p:nvCxnSpPr>
        <p:spPr>
          <a:xfrm>
            <a:off x="260893" y="1918521"/>
            <a:ext cx="6363" cy="38180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render_curve_31" descr="Editable line; source id render_curve_31"/>
          <p:cNvCxnSpPr/>
          <p:nvPr/>
        </p:nvCxnSpPr>
        <p:spPr>
          <a:xfrm>
            <a:off x="267256" y="1956701"/>
            <a:ext cx="0" cy="31816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render_curve_32" descr="Editable line; source id render_curve_32"/>
          <p:cNvCxnSpPr/>
          <p:nvPr/>
        </p:nvCxnSpPr>
        <p:spPr>
          <a:xfrm>
            <a:off x="267256" y="1988517"/>
            <a:ext cx="6364" cy="31816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render_curve_33" descr="Editable line; source id render_curve_33"/>
          <p:cNvCxnSpPr/>
          <p:nvPr/>
        </p:nvCxnSpPr>
        <p:spPr>
          <a:xfrm>
            <a:off x="273620" y="2020333"/>
            <a:ext cx="0" cy="25454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render_curve_34" descr="Editable line; source id render_curve_34"/>
          <p:cNvCxnSpPr/>
          <p:nvPr/>
        </p:nvCxnSpPr>
        <p:spPr>
          <a:xfrm>
            <a:off x="273620" y="2045787"/>
            <a:ext cx="5567" cy="25453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render_curve_35" descr="Editable line; source id render_curve_35"/>
          <p:cNvCxnSpPr/>
          <p:nvPr/>
        </p:nvCxnSpPr>
        <p:spPr>
          <a:xfrm>
            <a:off x="279187" y="2071240"/>
            <a:ext cx="1591" cy="31816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render_curve_36" descr="Editable line; source id render_curve_36"/>
          <p:cNvCxnSpPr/>
          <p:nvPr/>
        </p:nvCxnSpPr>
        <p:spPr>
          <a:xfrm>
            <a:off x="280778" y="2103056"/>
            <a:ext cx="4773" cy="19090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render_curve_37" descr="Editable line; source id render_curve_37"/>
          <p:cNvCxnSpPr/>
          <p:nvPr/>
        </p:nvCxnSpPr>
        <p:spPr>
          <a:xfrm>
            <a:off x="285551" y="2122146"/>
            <a:ext cx="1590" cy="25453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render_curve_38" descr="Editable line; source id render_curve_38"/>
          <p:cNvCxnSpPr/>
          <p:nvPr/>
        </p:nvCxnSpPr>
        <p:spPr>
          <a:xfrm>
            <a:off x="287141" y="2147599"/>
            <a:ext cx="4773" cy="19089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render_curve_39" descr="Editable line; source id render_curve_39"/>
          <p:cNvCxnSpPr/>
          <p:nvPr/>
        </p:nvCxnSpPr>
        <p:spPr>
          <a:xfrm>
            <a:off x="291914" y="2166688"/>
            <a:ext cx="7954" cy="63633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render_curve_40" descr="Editable line; source id render_curve_40"/>
          <p:cNvCxnSpPr/>
          <p:nvPr/>
        </p:nvCxnSpPr>
        <p:spPr>
          <a:xfrm>
            <a:off x="299868" y="2230321"/>
            <a:ext cx="4772" cy="12726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render_curve_41" descr="Editable line; source id render_curve_41"/>
          <p:cNvCxnSpPr/>
          <p:nvPr/>
        </p:nvCxnSpPr>
        <p:spPr>
          <a:xfrm>
            <a:off x="304640" y="2243047"/>
            <a:ext cx="7954" cy="57270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render_curve_42" descr="Editable line; source id render_curve_42"/>
          <p:cNvCxnSpPr/>
          <p:nvPr/>
        </p:nvCxnSpPr>
        <p:spPr>
          <a:xfrm>
            <a:off x="312594" y="2300317"/>
            <a:ext cx="4773" cy="12726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render_curve_43" descr="Editable line; source id render_curve_43"/>
          <p:cNvCxnSpPr/>
          <p:nvPr/>
        </p:nvCxnSpPr>
        <p:spPr>
          <a:xfrm>
            <a:off x="317367" y="2313043"/>
            <a:ext cx="1591" cy="19090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render_curve_44" descr="Editable line; source id render_curve_44"/>
          <p:cNvCxnSpPr/>
          <p:nvPr/>
        </p:nvCxnSpPr>
        <p:spPr>
          <a:xfrm>
            <a:off x="318958" y="2332133"/>
            <a:ext cx="4772" cy="12727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render_curve_45" descr="Editable line; source id render_curve_45"/>
          <p:cNvCxnSpPr/>
          <p:nvPr/>
        </p:nvCxnSpPr>
        <p:spPr>
          <a:xfrm>
            <a:off x="323730" y="2344860"/>
            <a:ext cx="7954" cy="44542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render_curve_46" descr="Editable line; source id render_curve_46"/>
          <p:cNvCxnSpPr/>
          <p:nvPr/>
        </p:nvCxnSpPr>
        <p:spPr>
          <a:xfrm>
            <a:off x="331684" y="2389402"/>
            <a:ext cx="31817" cy="120902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render_curve_47" descr="Editable line; source id render_curve_47"/>
          <p:cNvCxnSpPr/>
          <p:nvPr/>
        </p:nvCxnSpPr>
        <p:spPr>
          <a:xfrm>
            <a:off x="363501" y="2510304"/>
            <a:ext cx="31816" cy="95449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render_curve_48" descr="Editable line; source id render_curve_48"/>
          <p:cNvCxnSpPr/>
          <p:nvPr/>
        </p:nvCxnSpPr>
        <p:spPr>
          <a:xfrm>
            <a:off x="395317" y="2605753"/>
            <a:ext cx="15113" cy="38180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render_curve_49" descr="Editable line; source id render_curve_49"/>
          <p:cNvCxnSpPr/>
          <p:nvPr/>
        </p:nvCxnSpPr>
        <p:spPr>
          <a:xfrm>
            <a:off x="410430" y="2643933"/>
            <a:ext cx="37118" cy="76359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render_head" descr="Editable line; source id render_head"/>
          <p:cNvSpPr/>
          <p:nvPr/>
        </p:nvSpPr>
        <p:spPr>
          <a:xfrm>
            <a:off x="441355" y="2713025"/>
            <a:ext cx="99521" cy="86808"/>
          </a:xfrm>
          <a:custGeom>
            <a:avLst/>
            <a:gdLst/>
            <a:ahLst/>
            <a:cxnLst/>
            <a:rect l="l" t="t" r="r" b="b"/>
            <a:pathLst>
              <a:path w="15640" h="13642">
                <a:moveTo>
                  <a:pt x="1946" y="0"/>
                </a:moveTo>
                <a:lnTo>
                  <a:pt x="7480" y="4717"/>
                </a:lnTo>
                <a:lnTo>
                  <a:pt x="10399" y="1292"/>
                </a:lnTo>
                <a:lnTo>
                  <a:pt x="15640" y="13642"/>
                </a:lnTo>
                <a:lnTo>
                  <a:pt x="2615" y="10425"/>
                </a:lnTo>
                <a:lnTo>
                  <a:pt x="5534" y="7000"/>
                </a:lnTo>
                <a:lnTo>
                  <a:pt x="0" y="2284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7" name="merge_top_0" descr="Editable line; source id merge_top_0"/>
          <p:cNvCxnSpPr/>
          <p:nvPr/>
        </p:nvCxnSpPr>
        <p:spPr>
          <a:xfrm>
            <a:off x="4324893" y="1708534"/>
            <a:ext cx="6893" cy="6363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merge_top_1" descr="Editable line; source id merge_top_1"/>
          <p:cNvCxnSpPr/>
          <p:nvPr/>
        </p:nvCxnSpPr>
        <p:spPr>
          <a:xfrm>
            <a:off x="4331786" y="1714897"/>
            <a:ext cx="50907" cy="25453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merge_top_2" descr="Editable line; source id merge_top_2"/>
          <p:cNvCxnSpPr/>
          <p:nvPr/>
        </p:nvCxnSpPr>
        <p:spPr>
          <a:xfrm>
            <a:off x="4382693" y="1740350"/>
            <a:ext cx="20680" cy="19090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merge_top_3" descr="Editable line; source id merge_top_3"/>
          <p:cNvCxnSpPr/>
          <p:nvPr/>
        </p:nvCxnSpPr>
        <p:spPr>
          <a:xfrm>
            <a:off x="4403373" y="1759440"/>
            <a:ext cx="27839" cy="31816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merge_top_4" descr="Editable line; source id merge_top_4"/>
          <p:cNvCxnSpPr/>
          <p:nvPr/>
        </p:nvCxnSpPr>
        <p:spPr>
          <a:xfrm>
            <a:off x="4431212" y="1791256"/>
            <a:ext cx="35794" cy="57270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merge_top_5" descr="Editable line; source id merge_top_5"/>
          <p:cNvCxnSpPr/>
          <p:nvPr/>
        </p:nvCxnSpPr>
        <p:spPr>
          <a:xfrm>
            <a:off x="4467006" y="1848526"/>
            <a:ext cx="28634" cy="63632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merge_top_6" descr="Editable line; source id merge_top_6"/>
          <p:cNvCxnSpPr/>
          <p:nvPr/>
        </p:nvCxnSpPr>
        <p:spPr>
          <a:xfrm>
            <a:off x="4495640" y="1912158"/>
            <a:ext cx="15113" cy="44543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merge_top_7" descr="Editable line; source id merge_top_7"/>
          <p:cNvCxnSpPr/>
          <p:nvPr/>
        </p:nvCxnSpPr>
        <p:spPr>
          <a:xfrm>
            <a:off x="4510753" y="1956701"/>
            <a:ext cx="25453" cy="108175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merge_top_8" descr="Editable line; source id merge_top_8"/>
          <p:cNvCxnSpPr/>
          <p:nvPr/>
        </p:nvCxnSpPr>
        <p:spPr>
          <a:xfrm>
            <a:off x="4536206" y="2064876"/>
            <a:ext cx="795" cy="25453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merge_top_9" descr="Editable line; source id merge_top_9"/>
          <p:cNvCxnSpPr/>
          <p:nvPr/>
        </p:nvCxnSpPr>
        <p:spPr>
          <a:xfrm>
            <a:off x="4537001" y="2090329"/>
            <a:ext cx="6364" cy="31817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merge_top_10" descr="Editable line; source id merge_top_10"/>
          <p:cNvCxnSpPr/>
          <p:nvPr/>
        </p:nvCxnSpPr>
        <p:spPr>
          <a:xfrm>
            <a:off x="4543365" y="2122146"/>
            <a:ext cx="0" cy="95448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merge_top_11" descr="Editable line; source id merge_top_11"/>
          <p:cNvCxnSpPr/>
          <p:nvPr/>
        </p:nvCxnSpPr>
        <p:spPr>
          <a:xfrm>
            <a:off x="4543365" y="2217594"/>
            <a:ext cx="6363" cy="44543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merge_top_12" descr="Editable line; source id merge_top_12"/>
          <p:cNvCxnSpPr/>
          <p:nvPr/>
        </p:nvCxnSpPr>
        <p:spPr>
          <a:xfrm>
            <a:off x="4549728" y="2262137"/>
            <a:ext cx="795" cy="25453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merge_top_13" descr="Editable line; source id merge_top_13"/>
          <p:cNvCxnSpPr/>
          <p:nvPr/>
        </p:nvCxnSpPr>
        <p:spPr>
          <a:xfrm>
            <a:off x="4550523" y="2287590"/>
            <a:ext cx="12727" cy="63633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merge_top_14" descr="Editable line; source id merge_top_14"/>
          <p:cNvCxnSpPr/>
          <p:nvPr/>
        </p:nvCxnSpPr>
        <p:spPr>
          <a:xfrm>
            <a:off x="4563250" y="2351223"/>
            <a:ext cx="31021" cy="101812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merge_top_15" descr="Editable line; source id merge_top_15"/>
          <p:cNvCxnSpPr/>
          <p:nvPr/>
        </p:nvCxnSpPr>
        <p:spPr>
          <a:xfrm>
            <a:off x="4594271" y="2453035"/>
            <a:ext cx="25453" cy="57269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merge_top_16" descr="Editable line; source id merge_top_16"/>
          <p:cNvCxnSpPr/>
          <p:nvPr/>
        </p:nvCxnSpPr>
        <p:spPr>
          <a:xfrm>
            <a:off x="4619724" y="2510304"/>
            <a:ext cx="33937" cy="57270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merge_top_head" descr="Editable line; source id merge_top_head"/>
          <p:cNvSpPr/>
          <p:nvPr/>
        </p:nvSpPr>
        <p:spPr>
          <a:xfrm>
            <a:off x="4648149" y="2559785"/>
            <a:ext cx="117930" cy="87329"/>
          </a:xfrm>
          <a:custGeom>
            <a:avLst/>
            <a:gdLst/>
            <a:ahLst/>
            <a:cxnLst/>
            <a:rect l="l" t="t" r="r" b="b"/>
            <a:pathLst>
              <a:path w="18533" h="13724">
                <a:moveTo>
                  <a:pt x="1733" y="0"/>
                </a:moveTo>
                <a:lnTo>
                  <a:pt x="9603" y="5568"/>
                </a:lnTo>
                <a:lnTo>
                  <a:pt x="12203" y="1895"/>
                </a:lnTo>
                <a:lnTo>
                  <a:pt x="18533" y="13724"/>
                </a:lnTo>
                <a:lnTo>
                  <a:pt x="5272" y="11691"/>
                </a:lnTo>
                <a:lnTo>
                  <a:pt x="7871" y="8017"/>
                </a:lnTo>
                <a:lnTo>
                  <a:pt x="0" y="2448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5" name="merge_bottom_0" descr="Editable line; source id merge_bottom_0"/>
          <p:cNvCxnSpPr/>
          <p:nvPr/>
        </p:nvCxnSpPr>
        <p:spPr>
          <a:xfrm flipH="1">
            <a:off x="4624496" y="3076634"/>
            <a:ext cx="15378" cy="25453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merge_bottom_1" descr="Editable line; source id merge_bottom_1"/>
          <p:cNvCxnSpPr/>
          <p:nvPr/>
        </p:nvCxnSpPr>
        <p:spPr>
          <a:xfrm flipH="1">
            <a:off x="4594271" y="3102087"/>
            <a:ext cx="30225" cy="63633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merge_bottom_2" descr="Editable line; source id merge_bottom_2"/>
          <p:cNvCxnSpPr/>
          <p:nvPr/>
        </p:nvCxnSpPr>
        <p:spPr>
          <a:xfrm flipH="1">
            <a:off x="4575976" y="3165720"/>
            <a:ext cx="18295" cy="50906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merge_bottom_3" descr="Editable line; source id merge_bottom_3"/>
          <p:cNvCxnSpPr/>
          <p:nvPr/>
        </p:nvCxnSpPr>
        <p:spPr>
          <a:xfrm flipH="1">
            <a:off x="4556887" y="3216626"/>
            <a:ext cx="19089" cy="69996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merge_bottom_4" descr="Editable line; source id merge_bottom_4"/>
          <p:cNvCxnSpPr/>
          <p:nvPr/>
        </p:nvCxnSpPr>
        <p:spPr>
          <a:xfrm flipH="1">
            <a:off x="4544160" y="3286622"/>
            <a:ext cx="12727" cy="69995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merge_bottom_5" descr="Editable line; source id merge_bottom_5"/>
          <p:cNvCxnSpPr/>
          <p:nvPr/>
        </p:nvCxnSpPr>
        <p:spPr>
          <a:xfrm flipH="1">
            <a:off x="4543365" y="3356617"/>
            <a:ext cx="795" cy="25453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merge_bottom_6" descr="Editable line; source id merge_bottom_6"/>
          <p:cNvCxnSpPr/>
          <p:nvPr/>
        </p:nvCxnSpPr>
        <p:spPr>
          <a:xfrm flipH="1">
            <a:off x="4537001" y="3382070"/>
            <a:ext cx="6364" cy="38180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merge_bottom_7" descr="Editable line; source id merge_bottom_7"/>
          <p:cNvCxnSpPr/>
          <p:nvPr/>
        </p:nvCxnSpPr>
        <p:spPr>
          <a:xfrm>
            <a:off x="4537001" y="3420250"/>
            <a:ext cx="0" cy="101812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merge_bottom_8" descr="Editable line; source id merge_bottom_8"/>
          <p:cNvCxnSpPr/>
          <p:nvPr/>
        </p:nvCxnSpPr>
        <p:spPr>
          <a:xfrm flipH="1">
            <a:off x="4530638" y="3522062"/>
            <a:ext cx="6363" cy="38180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merge_bottom_9" descr="Editable line; source id merge_bottom_9"/>
          <p:cNvCxnSpPr/>
          <p:nvPr/>
        </p:nvCxnSpPr>
        <p:spPr>
          <a:xfrm flipH="1">
            <a:off x="4529843" y="3560242"/>
            <a:ext cx="795" cy="25453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merge_bottom_10" descr="Editable line; source id merge_bottom_10"/>
          <p:cNvCxnSpPr/>
          <p:nvPr/>
        </p:nvCxnSpPr>
        <p:spPr>
          <a:xfrm flipH="1">
            <a:off x="4510753" y="3585695"/>
            <a:ext cx="19090" cy="95448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merge_bottom_11" descr="Editable line; source id merge_bottom_11"/>
          <p:cNvCxnSpPr/>
          <p:nvPr/>
        </p:nvCxnSpPr>
        <p:spPr>
          <a:xfrm flipH="1">
            <a:off x="4488482" y="3681143"/>
            <a:ext cx="22271" cy="69996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merge_bottom_12" descr="Editable line; source id merge_bottom_12"/>
          <p:cNvCxnSpPr/>
          <p:nvPr/>
        </p:nvCxnSpPr>
        <p:spPr>
          <a:xfrm flipH="1">
            <a:off x="4476551" y="3751139"/>
            <a:ext cx="11931" cy="31817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merge_bottom_13" descr="Editable line; source id merge_bottom_13"/>
          <p:cNvCxnSpPr/>
          <p:nvPr/>
        </p:nvCxnSpPr>
        <p:spPr>
          <a:xfrm flipH="1">
            <a:off x="4441553" y="3782956"/>
            <a:ext cx="34998" cy="69995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merge_bottom_14" descr="Editable line; source id merge_bottom_14"/>
          <p:cNvCxnSpPr/>
          <p:nvPr/>
        </p:nvCxnSpPr>
        <p:spPr>
          <a:xfrm flipH="1">
            <a:off x="4406555" y="3852951"/>
            <a:ext cx="34998" cy="50906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merge_bottom_15" descr="Editable line; source id merge_bottom_15"/>
          <p:cNvCxnSpPr/>
          <p:nvPr/>
        </p:nvCxnSpPr>
        <p:spPr>
          <a:xfrm flipH="1">
            <a:off x="4370761" y="3903857"/>
            <a:ext cx="35794" cy="31817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merge_bottom_16" descr="Editable line; source id merge_bottom_16"/>
          <p:cNvCxnSpPr/>
          <p:nvPr/>
        </p:nvCxnSpPr>
        <p:spPr>
          <a:xfrm flipH="1">
            <a:off x="4335763" y="3935674"/>
            <a:ext cx="34998" cy="19089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merge_bottom_17" descr="Editable line; source id merge_bottom_17"/>
          <p:cNvCxnSpPr/>
          <p:nvPr/>
        </p:nvCxnSpPr>
        <p:spPr>
          <a:xfrm flipH="1">
            <a:off x="4318530" y="3954763"/>
            <a:ext cx="17233" cy="12727"/>
          </a:xfrm>
          <a:prstGeom prst="line">
            <a:avLst/>
          </a:prstGeom>
          <a:ln w="19089" cap="rnd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merge_bottom_head" descr="Editable line; source id merge_bottom_head"/>
          <p:cNvSpPr/>
          <p:nvPr/>
        </p:nvSpPr>
        <p:spPr>
          <a:xfrm>
            <a:off x="4633997" y="2978004"/>
            <a:ext cx="132082" cy="106152"/>
          </a:xfrm>
          <a:custGeom>
            <a:avLst/>
            <a:gdLst/>
            <a:ahLst/>
            <a:cxnLst/>
            <a:rect l="l" t="t" r="r" b="b"/>
            <a:pathLst>
              <a:path w="20757" h="16682">
                <a:moveTo>
                  <a:pt x="0" y="14318"/>
                </a:moveTo>
                <a:lnTo>
                  <a:pt x="10378" y="6207"/>
                </a:lnTo>
                <a:lnTo>
                  <a:pt x="7607" y="2662"/>
                </a:lnTo>
                <a:lnTo>
                  <a:pt x="20757" y="0"/>
                </a:lnTo>
                <a:lnTo>
                  <a:pt x="14997" y="12117"/>
                </a:lnTo>
                <a:lnTo>
                  <a:pt x="12226" y="8571"/>
                </a:lnTo>
                <a:lnTo>
                  <a:pt x="1847" y="16682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