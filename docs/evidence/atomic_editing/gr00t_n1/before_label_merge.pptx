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0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_0" descr="Editable text; source id vision_label_0"/>
            <p:cNvSpPr txBox="1"/>
            <p:nvPr/>
          </p:nvSpPr>
          <p:spPr>
            <a:xfrm>
              <a:off x="2011583" y="580264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</p:txBody>
        </p:sp>
        <p:sp>
          <p:nvSpPr>
            <p:cNvPr id="4" name="vision_label_1" descr="Editable text; source id vision_label_1"/>
            <p:cNvSpPr txBox="1"/>
            <p:nvPr/>
          </p:nvSpPr>
          <p:spPr>
            <a:xfrm>
              <a:off x="2011583" y="79947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1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5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okenizer_label_0" descr="Editable text; source id tokenizer_label_0"/>
            <p:cNvSpPr txBox="1"/>
            <p:nvPr/>
          </p:nvSpPr>
          <p:spPr>
            <a:xfrm>
              <a:off x="2011583" y="176013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</p:txBody>
        </p:sp>
        <p:sp>
          <p:nvSpPr>
            <p:cNvPr id="7" name="tokenizer_label_1" descr="Editable text; source id tokenizer_label_1"/>
            <p:cNvSpPr txBox="1"/>
            <p:nvPr/>
          </p:nvSpPr>
          <p:spPr>
            <a:xfrm>
              <a:off x="2011583" y="197289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83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8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vlm_label_0" descr="Editable text; source id vlm_label_0"/>
            <p:cNvSpPr txBox="1"/>
            <p:nvPr/>
          </p:nvSpPr>
          <p:spPr>
            <a:xfrm>
              <a:off x="3681455" y="10122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</p:txBody>
        </p:sp>
        <p:sp>
          <p:nvSpPr>
            <p:cNvPr id="10" name="vlm_label_1" descr="Editable text; source id vlm_label_1"/>
            <p:cNvSpPr txBox="1"/>
            <p:nvPr/>
          </p:nvSpPr>
          <p:spPr>
            <a:xfrm>
              <a:off x="3681455" y="123144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82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11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4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9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ate_encoder_label_0" descr="Editable text; source id state_encoder_label_0"/>
            <p:cNvSpPr txBox="1"/>
            <p:nvPr/>
          </p:nvSpPr>
          <p:spPr>
            <a:xfrm>
              <a:off x="3152769" y="2714347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</p:txBody>
        </p:sp>
        <p:sp>
          <p:nvSpPr>
            <p:cNvPr id="31" name="state_encoder_label_1" descr="Editable text; source id state_encoder_label_1"/>
            <p:cNvSpPr txBox="1"/>
            <p:nvPr/>
          </p:nvSpPr>
          <p:spPr>
            <a:xfrm>
              <a:off x="3152769" y="293355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5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32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action_encoder_label_0" descr="Editable text; source id action_encoder_label_0"/>
            <p:cNvSpPr txBox="1"/>
            <p:nvPr/>
          </p:nvSpPr>
          <p:spPr>
            <a:xfrm>
              <a:off x="3152769" y="416500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34" name="action_encoder_label_1" descr="Editable text; source id action_encoder_label_1"/>
            <p:cNvSpPr txBox="1"/>
            <p:nvPr/>
          </p:nvSpPr>
          <p:spPr>
            <a:xfrm>
              <a:off x="3152769" y="438421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0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5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6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8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9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40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20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42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44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8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86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9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ecoder_label_0" descr="Editable text; source id decoder_label_0"/>
            <p:cNvSpPr txBox="1"/>
            <p:nvPr/>
          </p:nvSpPr>
          <p:spPr>
            <a:xfrm>
              <a:off x="9116598" y="37201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51" name="decoder_label_1" descr="Editable text; source id decoder_label_1"/>
            <p:cNvSpPr txBox="1"/>
            <p:nvPr/>
          </p:nvSpPr>
          <p:spPr>
            <a:xfrm>
              <a:off x="9116598" y="3932903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9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52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53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4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55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6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7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8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9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0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1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2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3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64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65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6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7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8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9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70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71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72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73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74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75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20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6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8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93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72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8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105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9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6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20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7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22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31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9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33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2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20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6978"/>
            <a:chOff x="11547261" y="2894874"/>
            <a:chExt cx="644738" cy="2146978"/>
          </a:xfrm>
        </p:grpSpPr>
        <p:pic>
          <p:nvPicPr>
            <p:cNvPr id="143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44" name="motor_label_0" descr="Editable text; source id motor_label_0"/>
            <p:cNvSpPr txBox="1"/>
            <p:nvPr/>
          </p:nvSpPr>
          <p:spPr>
            <a:xfrm>
              <a:off x="11547261" y="4577641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</p:txBody>
        </p:sp>
        <p:sp>
          <p:nvSpPr>
            <p:cNvPr id="145" name="motor_label_1" descr="Editable text; source id motor_label_1"/>
            <p:cNvSpPr txBox="1"/>
            <p:nvPr/>
          </p:nvSpPr>
          <p:spPr>
            <a:xfrm>
              <a:off x="11547261" y="4796852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46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7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20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8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20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9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instruction_text" descr="One language instruction with three source-prescribed editable lines."/>
          <p:cNvGrpSpPr/>
          <p:nvPr/>
        </p:nvGrpSpPr>
        <p:grpSpPr>
          <a:xfrm>
            <a:off x="109605" y="1669871"/>
            <a:ext cx="1837503" cy="606054"/>
            <a:chOff x="109605" y="1669871"/>
            <a:chExt cx="1837503" cy="606054"/>
          </a:xfrm>
        </p:grpSpPr>
        <p:sp>
          <p:nvSpPr>
            <p:cNvPr id="167" name="instruction_0" descr="Editable text; source id instruction_0"/>
            <p:cNvSpPr txBox="1"/>
            <p:nvPr/>
          </p:nvSpPr>
          <p:spPr>
            <a:xfrm>
              <a:off x="109605" y="1669871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“Pick up the apple</a:t>
              </a:r>
            </a:p>
          </p:txBody>
        </p:sp>
        <p:sp>
          <p:nvSpPr>
            <p:cNvPr id="168" name="instruction_1" descr="Editable text; source id instruction_1"/>
            <p:cNvSpPr txBox="1"/>
            <p:nvPr/>
          </p:nvSpPr>
          <p:spPr>
            <a:xfrm>
              <a:off x="109605" y="1856846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and place it into</a:t>
              </a:r>
            </a:p>
          </p:txBody>
        </p:sp>
        <p:sp>
          <p:nvSpPr>
            <p:cNvPr id="169" name="instruction_2" descr="Editable text; source id instruction_2"/>
            <p:cNvSpPr txBox="1"/>
            <p:nvPr/>
          </p:nvSpPr>
          <p:spPr>
            <a:xfrm>
              <a:off x="109605" y="2043820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the bottom shelf”</a:t>
              </a:r>
            </a:p>
          </p:txBody>
        </p:sp>
      </p:grpSp>
      <p:grpSp>
        <p:nvGrpSpPr>
          <p:cNvPr id="187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70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71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