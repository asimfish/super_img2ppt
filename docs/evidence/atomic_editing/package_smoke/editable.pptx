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encoder" descr="Editable semantic group"/>
          <p:cNvGrpSpPr/>
          <p:nvPr/>
        </p:nvGrpSpPr>
        <p:grpSpPr>
          <a:xfrm>
            <a:off x="8621485" y="391885"/>
            <a:ext cx="1915885" cy="1349828"/>
            <a:chOff x="8621485" y="391885"/>
            <a:chExt cx="1915885" cy="1349828"/>
          </a:xfrm>
        </p:grpSpPr>
        <p:sp>
          <p:nvSpPr>
            <p:cNvPr id="2" name="encoder_body" descr="Editable shape; source id encoder_body"/>
            <p:cNvSpPr/>
            <p:nvPr/>
          </p:nvSpPr>
          <p:spPr>
            <a:xfrm>
              <a:off x="8621485" y="391885"/>
              <a:ext cx="1915885" cy="1349828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encoder_label" descr="Editable text; source id encoder_label"/>
            <p:cNvSpPr txBox="1"/>
            <p:nvPr/>
          </p:nvSpPr>
          <p:spPr>
            <a:xfrm>
              <a:off x="8708571" y="478971"/>
              <a:ext cx="1654628" cy="3047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577"/>
                </a:lnSpc>
                <a:spcBef>
                  <a:spcPts val="0"/>
                </a:spcBef>
                <a:spcAft>
                  <a:spcPts val="0"/>
                </a:spcAft>
                <a:defRPr sz="1371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71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  <p:grpSp>
          <p:nvGrpSpPr>
            <p:cNvPr id="7" name="key_label" descr="Formula parts: move together; enter the group to edit individual styles"/>
            <p:cNvGrpSpPr/>
            <p:nvPr/>
          </p:nvGrpSpPr>
          <p:grpSpPr>
            <a:xfrm>
              <a:off x="9014295" y="1070344"/>
              <a:ext cx="121537" cy="211288"/>
              <a:chOff x="9014295" y="1070344"/>
              <a:chExt cx="121537" cy="211288"/>
            </a:xfrm>
          </p:grpSpPr>
          <p:sp>
            <p:nvSpPr>
              <p:cNvPr id="4" name="key_label_0" descr="Editable text; source id key_label_0"/>
              <p:cNvSpPr txBox="1"/>
              <p:nvPr/>
            </p:nvSpPr>
            <p:spPr>
              <a:xfrm rot="18900000">
                <a:off x="9019803" y="1138377"/>
                <a:ext cx="63137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5" name="key_label_1" descr="Editable text; source id key_label_1"/>
              <p:cNvSpPr txBox="1"/>
              <p:nvPr/>
            </p:nvSpPr>
            <p:spPr>
              <a:xfrm rot="18900000">
                <a:off x="9085758" y="1155785"/>
                <a:ext cx="50074" cy="97971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668"/>
                  </a:lnSpc>
                  <a:spcBef>
                    <a:spcPts val="0"/>
                  </a:spcBef>
                  <a:spcAft>
                    <a:spcPts val="0"/>
                  </a:spcAft>
                  <a:defRPr sz="579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79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6" name="key_label_2" descr="Editable text; source id key_label_2"/>
              <p:cNvSpPr txBox="1"/>
              <p:nvPr/>
            </p:nvSpPr>
            <p:spPr>
              <a:xfrm rot="18900000">
                <a:off x="9014295" y="1070344"/>
                <a:ext cx="117565" cy="97971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668"/>
                  </a:lnSpc>
                  <a:spcBef>
                    <a:spcPts val="0"/>
                  </a:spcBef>
                  <a:spcAft>
                    <a:spcPts val="0"/>
                  </a:spcAft>
                  <a:defRPr sz="579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79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