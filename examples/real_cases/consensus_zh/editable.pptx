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4012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根据 consensus_zh.png 重建。源图透明区域按白底呈现。中文经原图逐行核对。源字体身份不能从像素唯一识别；中文及右侧问号采用本机 Hiragino Sans GB W3，左侧问号仍为 Arial。全部文字、节点和固定坐标连线都是原生可编辑对象；移动节点不会自动重新布线。左侧菱形经过三版仍有实际渲染 glyph-overflow 检查失败，第二行较源图上移；原生箭头头部小于源图。此文件为保留限制说明的可编辑草稿。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past_to_edit" descr="Editable line; source id past_to_edit"/>
          <p:cNvCxnSpPr/>
          <p:nvPr/>
        </p:nvCxnSpPr>
        <p:spPr>
          <a:xfrm>
            <a:off x="2381249" y="1193799"/>
            <a:ext cx="0" cy="990600"/>
          </a:xfrm>
          <a:prstGeom prst="line">
            <a:avLst/>
          </a:prstGeom>
          <a:ln w="10159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edit_to_decision" descr="Editable line; source id edit_to_decision"/>
          <p:cNvCxnSpPr/>
          <p:nvPr/>
        </p:nvCxnSpPr>
        <p:spPr>
          <a:xfrm>
            <a:off x="2381249" y="3971289"/>
            <a:ext cx="0" cy="1089660"/>
          </a:xfrm>
          <a:prstGeom prst="line">
            <a:avLst/>
          </a:prstGeom>
          <a:ln w="10159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sensus_to_edit" descr="Editable line; source id consensus_to_edit"/>
          <p:cNvCxnSpPr/>
          <p:nvPr/>
        </p:nvCxnSpPr>
        <p:spPr>
          <a:xfrm flipH="1">
            <a:off x="4568189" y="3078479"/>
            <a:ext cx="2569210" cy="0"/>
          </a:xfrm>
          <a:prstGeom prst="line">
            <a:avLst/>
          </a:prstGeom>
          <a:ln w="10159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decision_yes" descr="Editable line; source id decision_yes"/>
          <p:cNvCxnSpPr/>
          <p:nvPr/>
        </p:nvCxnSpPr>
        <p:spPr>
          <a:xfrm>
            <a:off x="4762499" y="6399529"/>
            <a:ext cx="2089150" cy="0"/>
          </a:xfrm>
          <a:prstGeom prst="line">
            <a:avLst/>
          </a:prstGeom>
          <a:ln w="10159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decision_opposition" descr="Editable line; source id decision_opposition"/>
          <p:cNvCxnSpPr/>
          <p:nvPr/>
        </p:nvCxnSpPr>
        <p:spPr>
          <a:xfrm flipV="1">
            <a:off x="9323704" y="3971289"/>
            <a:ext cx="0" cy="1080770"/>
          </a:xfrm>
          <a:prstGeom prst="line">
            <a:avLst/>
          </a:prstGeom>
          <a:ln w="10159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decision_approval" descr="Editable line; source id decision_approval"/>
          <p:cNvCxnSpPr/>
          <p:nvPr/>
        </p:nvCxnSpPr>
        <p:spPr>
          <a:xfrm>
            <a:off x="9323704" y="7752079"/>
            <a:ext cx="0" cy="976630"/>
          </a:xfrm>
          <a:prstGeom prst="line">
            <a:avLst/>
          </a:prstGeom>
          <a:ln w="10159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decision_no_vertical" descr="Editable line; source id decision_no_vertical"/>
          <p:cNvCxnSpPr/>
          <p:nvPr/>
        </p:nvCxnSpPr>
        <p:spPr>
          <a:xfrm>
            <a:off x="2384424" y="7740649"/>
            <a:ext cx="0" cy="1584960"/>
          </a:xfrm>
          <a:prstGeom prst="line">
            <a:avLst/>
          </a:prstGeom>
          <a:ln w="10159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ecision_no_horizontal" descr="Editable line; source id decision_no_horizontal"/>
          <p:cNvCxnSpPr/>
          <p:nvPr/>
        </p:nvCxnSpPr>
        <p:spPr>
          <a:xfrm>
            <a:off x="2384424" y="9325609"/>
            <a:ext cx="4752975" cy="0"/>
          </a:xfrm>
          <a:prstGeom prst="line">
            <a:avLst/>
          </a:prstGeom>
          <a:ln w="10159">
            <a:solidFill>
              <a:srgbClr val="11111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ast_node" descr="Editable shape; source id past_node"/>
          <p:cNvSpPr/>
          <p:nvPr/>
        </p:nvSpPr>
        <p:spPr>
          <a:xfrm>
            <a:off x="199389" y="6349"/>
            <a:ext cx="4368799" cy="1187449"/>
          </a:xfrm>
          <a:prstGeom prst="roundRect">
            <a:avLst>
              <a:gd name="adj" fmla="val 50000"/>
            </a:avLst>
          </a:prstGeom>
          <a:solidFill>
            <a:srgbClr val="C8D6E6"/>
          </a:solidFill>
          <a:ln w="10159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_node" descr="Editable shape; source id edit_node"/>
          <p:cNvSpPr/>
          <p:nvPr/>
        </p:nvSpPr>
        <p:spPr>
          <a:xfrm>
            <a:off x="199389" y="2184399"/>
            <a:ext cx="4368799" cy="1786889"/>
          </a:xfrm>
          <a:prstGeom prst="rect">
            <a:avLst/>
          </a:prstGeom>
          <a:solidFill>
            <a:srgbClr val="C8D6E6"/>
          </a:solidFill>
          <a:ln w="10159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ek_node" descr="Editable shape; source id seek_node"/>
          <p:cNvSpPr/>
          <p:nvPr/>
        </p:nvSpPr>
        <p:spPr>
          <a:xfrm>
            <a:off x="7137399" y="2184399"/>
            <a:ext cx="4368799" cy="1786889"/>
          </a:xfrm>
          <a:prstGeom prst="rect">
            <a:avLst/>
          </a:prstGeom>
          <a:solidFill>
            <a:srgbClr val="C8D6E6"/>
          </a:solidFill>
          <a:ln w="10159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_decision" descr="Editable shape; source id edit_decision"/>
          <p:cNvSpPr/>
          <p:nvPr/>
        </p:nvSpPr>
        <p:spPr>
          <a:xfrm>
            <a:off x="6349" y="5060949"/>
            <a:ext cx="4756149" cy="2679699"/>
          </a:xfrm>
          <a:prstGeom prst="diamond">
            <a:avLst/>
          </a:prstGeom>
          <a:solidFill>
            <a:srgbClr val="C8D6E6"/>
          </a:solidFill>
          <a:ln w="10159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sensus_decision" descr="Editable shape; source id consensus_decision"/>
          <p:cNvSpPr/>
          <p:nvPr/>
        </p:nvSpPr>
        <p:spPr>
          <a:xfrm>
            <a:off x="6851649" y="5052059"/>
            <a:ext cx="4944109" cy="2700019"/>
          </a:xfrm>
          <a:prstGeom prst="diamond">
            <a:avLst/>
          </a:prstGeom>
          <a:solidFill>
            <a:srgbClr val="C8D6E6"/>
          </a:solidFill>
          <a:ln w="10159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ew_node" descr="Editable shape; source id new_node"/>
          <p:cNvSpPr/>
          <p:nvPr/>
        </p:nvSpPr>
        <p:spPr>
          <a:xfrm>
            <a:off x="7137399" y="8728709"/>
            <a:ext cx="4368799" cy="1198879"/>
          </a:xfrm>
          <a:prstGeom prst="roundRect">
            <a:avLst>
              <a:gd name="adj" fmla="val 50000"/>
            </a:avLst>
          </a:prstGeom>
          <a:solidFill>
            <a:srgbClr val="C8D6E6"/>
          </a:solidFill>
          <a:ln w="10159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st_text" descr="Editable text; source id past_text"/>
          <p:cNvSpPr txBox="1"/>
          <p:nvPr/>
        </p:nvSpPr>
        <p:spPr>
          <a:xfrm>
            <a:off x="1181099" y="380999"/>
            <a:ext cx="2768599" cy="6476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829"/>
              </a:lnSpc>
              <a:spcBef>
                <a:spcPts val="0"/>
              </a:spcBef>
              <a:spcAft>
                <a:spcPts val="0"/>
              </a:spcAft>
              <a:defRPr sz="41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41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过去的共识</a:t>
            </a:r>
          </a:p>
        </p:txBody>
      </p:sp>
      <p:sp>
        <p:nvSpPr>
          <p:cNvPr id="17" name="edit_text" descr="Editable text; source id edit_text"/>
          <p:cNvSpPr txBox="1"/>
          <p:nvPr/>
        </p:nvSpPr>
        <p:spPr>
          <a:xfrm>
            <a:off x="1828799" y="2781299"/>
            <a:ext cx="1193799" cy="6476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829"/>
              </a:lnSpc>
              <a:spcBef>
                <a:spcPts val="0"/>
              </a:spcBef>
              <a:spcAft>
                <a:spcPts val="0"/>
              </a:spcAft>
              <a:defRPr sz="41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41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编辑</a:t>
            </a:r>
          </a:p>
        </p:txBody>
      </p:sp>
      <p:sp>
        <p:nvSpPr>
          <p:cNvPr id="18" name="seek_text" descr="Editable text; source id seek_text"/>
          <p:cNvSpPr txBox="1"/>
          <p:nvPr/>
        </p:nvSpPr>
        <p:spPr>
          <a:xfrm>
            <a:off x="8299449" y="2781299"/>
            <a:ext cx="2260599" cy="6476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829"/>
              </a:lnSpc>
              <a:spcBef>
                <a:spcPts val="0"/>
              </a:spcBef>
              <a:spcAft>
                <a:spcPts val="0"/>
              </a:spcAft>
              <a:defRPr sz="41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41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寻求共识</a:t>
            </a:r>
          </a:p>
        </p:txBody>
      </p:sp>
      <p:sp>
        <p:nvSpPr>
          <p:cNvPr id="19" name="new_text" descr="Editable text; source id new_text"/>
          <p:cNvSpPr txBox="1"/>
          <p:nvPr/>
        </p:nvSpPr>
        <p:spPr>
          <a:xfrm>
            <a:off x="8032749" y="9067799"/>
            <a:ext cx="2260599" cy="6476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829"/>
              </a:lnSpc>
              <a:spcBef>
                <a:spcPts val="0"/>
              </a:spcBef>
              <a:spcAft>
                <a:spcPts val="0"/>
              </a:spcAft>
              <a:defRPr sz="41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41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新的共识</a:t>
            </a:r>
          </a:p>
        </p:txBody>
      </p:sp>
      <p:sp>
        <p:nvSpPr>
          <p:cNvPr id="20" name="edit_question_line1" descr="Editable text; source id edit_question_line1"/>
          <p:cNvSpPr txBox="1"/>
          <p:nvPr/>
        </p:nvSpPr>
        <p:spPr>
          <a:xfrm>
            <a:off x="885824" y="5867399"/>
            <a:ext cx="2908299" cy="5676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369"/>
              </a:lnSpc>
              <a:spcBef>
                <a:spcPts val="0"/>
              </a:spcBef>
              <a:spcAft>
                <a:spcPts val="0"/>
              </a:spcAft>
              <a:defRPr sz="37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37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将当时的条目</a:t>
            </a:r>
          </a:p>
        </p:txBody>
      </p:sp>
      <p:sp>
        <p:nvSpPr>
          <p:cNvPr id="21" name="edit_question_line2" descr="Editable text; source id edit_question_line2"/>
          <p:cNvSpPr txBox="1"/>
          <p:nvPr/>
        </p:nvSpPr>
        <p:spPr>
          <a:xfrm>
            <a:off x="882649" y="6461124"/>
            <a:ext cx="2425699" cy="56768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369"/>
              </a:lnSpc>
              <a:spcBef>
                <a:spcPts val="0"/>
              </a:spcBef>
              <a:spcAft>
                <a:spcPts val="0"/>
              </a:spcAft>
              <a:defRPr sz="37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37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进一步编辑</a:t>
            </a:r>
          </a:p>
        </p:txBody>
      </p:sp>
      <p:sp>
        <p:nvSpPr>
          <p:cNvPr id="22" name="edit_question_mark" descr="Editable text; source id edit_question_mark"/>
          <p:cNvSpPr txBox="1"/>
          <p:nvPr/>
        </p:nvSpPr>
        <p:spPr>
          <a:xfrm>
            <a:off x="3378199" y="6489699"/>
            <a:ext cx="279399" cy="549274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274"/>
              </a:lnSpc>
              <a:spcBef>
                <a:spcPts val="0"/>
              </a:spcBef>
              <a:spcAft>
                <a:spcPts val="0"/>
              </a:spcAft>
              <a:defRPr sz="3799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99" b="0" i="0" lang="zh-CN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3" name="consensus_question_phrase" descr="Editable text; source id consensus_question_phrase"/>
          <p:cNvSpPr txBox="1"/>
          <p:nvPr/>
        </p:nvSpPr>
        <p:spPr>
          <a:xfrm>
            <a:off x="7899399" y="6057899"/>
            <a:ext cx="2146299" cy="6476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829"/>
              </a:lnSpc>
              <a:spcBef>
                <a:spcPts val="0"/>
              </a:spcBef>
              <a:spcAft>
                <a:spcPts val="0"/>
              </a:spcAft>
              <a:defRPr sz="41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41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赞成变更</a:t>
            </a:r>
          </a:p>
        </p:txBody>
      </p:sp>
      <p:sp>
        <p:nvSpPr>
          <p:cNvPr id="24" name="consensus_question_mark" descr="Editable text; source id consensus_question_mark"/>
          <p:cNvSpPr txBox="1"/>
          <p:nvPr/>
        </p:nvSpPr>
        <p:spPr>
          <a:xfrm>
            <a:off x="10159999" y="6057899"/>
            <a:ext cx="317499" cy="6476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4829"/>
              </a:lnSpc>
              <a:spcBef>
                <a:spcPts val="0"/>
              </a:spcBef>
              <a:spcAft>
                <a:spcPts val="0"/>
              </a:spcAft>
              <a:defRPr sz="41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41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?</a:t>
            </a:r>
          </a:p>
        </p:txBody>
      </p:sp>
      <p:sp>
        <p:nvSpPr>
          <p:cNvPr id="25" name="wait_label" descr="Editable text; source id wait_label"/>
          <p:cNvSpPr txBox="1"/>
          <p:nvPr/>
        </p:nvSpPr>
        <p:spPr>
          <a:xfrm>
            <a:off x="2895599" y="4444999"/>
            <a:ext cx="965199" cy="5206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909"/>
              </a:lnSpc>
              <a:spcBef>
                <a:spcPts val="0"/>
              </a:spcBef>
              <a:spcAft>
                <a:spcPts val="0"/>
              </a:spcAft>
              <a:defRPr sz="33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33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等待</a:t>
            </a:r>
          </a:p>
        </p:txBody>
      </p:sp>
      <p:sp>
        <p:nvSpPr>
          <p:cNvPr id="26" name="execute_label" descr="Editable text; source id execute_label"/>
          <p:cNvSpPr txBox="1"/>
          <p:nvPr/>
        </p:nvSpPr>
        <p:spPr>
          <a:xfrm>
            <a:off x="5448299" y="2374899"/>
            <a:ext cx="965199" cy="5206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909"/>
              </a:lnSpc>
              <a:spcBef>
                <a:spcPts val="0"/>
              </a:spcBef>
              <a:spcAft>
                <a:spcPts val="0"/>
              </a:spcAft>
              <a:defRPr sz="33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33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执行</a:t>
            </a:r>
          </a:p>
        </p:txBody>
      </p:sp>
      <p:sp>
        <p:nvSpPr>
          <p:cNvPr id="27" name="yes_label" descr="Editable text; source id yes_label"/>
          <p:cNvSpPr txBox="1"/>
          <p:nvPr/>
        </p:nvSpPr>
        <p:spPr>
          <a:xfrm>
            <a:off x="5448299" y="5753099"/>
            <a:ext cx="533399" cy="5206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909"/>
              </a:lnSpc>
              <a:spcBef>
                <a:spcPts val="0"/>
              </a:spcBef>
              <a:spcAft>
                <a:spcPts val="0"/>
              </a:spcAft>
              <a:defRPr sz="33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33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是</a:t>
            </a:r>
          </a:p>
        </p:txBody>
      </p:sp>
      <p:sp>
        <p:nvSpPr>
          <p:cNvPr id="28" name="no_label" descr="Editable text; source id no_label"/>
          <p:cNvSpPr txBox="1"/>
          <p:nvPr/>
        </p:nvSpPr>
        <p:spPr>
          <a:xfrm>
            <a:off x="2895599" y="8356599"/>
            <a:ext cx="533399" cy="5206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909"/>
              </a:lnSpc>
              <a:spcBef>
                <a:spcPts val="0"/>
              </a:spcBef>
              <a:spcAft>
                <a:spcPts val="0"/>
              </a:spcAft>
              <a:defRPr sz="33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33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否</a:t>
            </a:r>
          </a:p>
        </p:txBody>
      </p:sp>
      <p:sp>
        <p:nvSpPr>
          <p:cNvPr id="29" name="opposition_label" descr="Editable text; source id opposition_label"/>
          <p:cNvSpPr txBox="1"/>
          <p:nvPr/>
        </p:nvSpPr>
        <p:spPr>
          <a:xfrm>
            <a:off x="9956799" y="4495799"/>
            <a:ext cx="965199" cy="5206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909"/>
              </a:lnSpc>
              <a:spcBef>
                <a:spcPts val="0"/>
              </a:spcBef>
              <a:spcAft>
                <a:spcPts val="0"/>
              </a:spcAft>
              <a:defRPr sz="33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33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反对</a:t>
            </a:r>
          </a:p>
        </p:txBody>
      </p:sp>
      <p:sp>
        <p:nvSpPr>
          <p:cNvPr id="30" name="approval_label" descr="Editable text; source id approval_label"/>
          <p:cNvSpPr txBox="1"/>
          <p:nvPr/>
        </p:nvSpPr>
        <p:spPr>
          <a:xfrm>
            <a:off x="10058399" y="7899399"/>
            <a:ext cx="965199" cy="5206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3909"/>
              </a:lnSpc>
              <a:spcBef>
                <a:spcPts val="0"/>
              </a:spcBef>
              <a:spcAft>
                <a:spcPts val="0"/>
              </a:spcAft>
              <a:defRPr sz="33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defRPr>
            </a:pPr>
            <a:r>
              <a:rPr sz="3399" b="0" i="0" lang="zh-CN" dirty="0">
                <a:solidFill>
                  <a:srgbClr val="000000"/>
                </a:solidFill>
                <a:latin typeface="冬青黑体简体中文"/>
                <a:ea typeface="冬青黑体简体中文"/>
                <a:cs typeface="冬青黑体简体中文"/>
              </a:rPr>
              <a:t>赞成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consensus_zh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