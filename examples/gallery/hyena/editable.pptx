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681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Poli et al. Hyena Hierarchy, ICML 2023 Figure 1. https://proceedings.mlr.press/v202/poli23a.html CC BY 4.0. Editable reconstruction; seven text-free heatmap crops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lterframe" descr="Editable shape; source id filterframe"/>
          <p:cNvSpPr/>
          <p:nvPr/>
        </p:nvSpPr>
        <p:spPr>
          <a:xfrm>
            <a:off x="10561580" y="72284"/>
            <a:ext cx="1534039" cy="2594213"/>
          </a:xfrm>
          <a:prstGeom prst="rect">
            <a:avLst/>
          </a:prstGeom>
          <a:noFill/>
          <a:ln w="1606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1frame" descr="Editable shape; source id s1frame"/>
          <p:cNvSpPr/>
          <p:nvPr/>
        </p:nvSpPr>
        <p:spPr>
          <a:xfrm>
            <a:off x="2096252" y="562213"/>
            <a:ext cx="859383" cy="867414"/>
          </a:xfrm>
          <a:prstGeom prst="rect">
            <a:avLst/>
          </a:prstGeom>
          <a:noFill/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2frame" descr="Editable shape; source id s2frame"/>
          <p:cNvSpPr/>
          <p:nvPr/>
        </p:nvSpPr>
        <p:spPr>
          <a:xfrm>
            <a:off x="4843067" y="562213"/>
            <a:ext cx="867414" cy="867414"/>
          </a:xfrm>
          <a:prstGeom prst="rect">
            <a:avLst/>
          </a:prstGeom>
          <a:noFill/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nframe" descr="Editable shape; source id snframe"/>
          <p:cNvSpPr/>
          <p:nvPr/>
        </p:nvSpPr>
        <p:spPr>
          <a:xfrm>
            <a:off x="7236489" y="562213"/>
            <a:ext cx="859383" cy="867414"/>
          </a:xfrm>
          <a:prstGeom prst="rect">
            <a:avLst/>
          </a:prstGeom>
          <a:noFill/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nse1frame" descr="Editable shape; source id dense1frame"/>
          <p:cNvSpPr/>
          <p:nvPr/>
        </p:nvSpPr>
        <p:spPr>
          <a:xfrm>
            <a:off x="1003952" y="706782"/>
            <a:ext cx="554181" cy="554181"/>
          </a:xfrm>
          <a:prstGeom prst="rect">
            <a:avLst/>
          </a:prstGeom>
          <a:noFill/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nse2frame" descr="Editable shape; source id dense2frame"/>
          <p:cNvSpPr/>
          <p:nvPr/>
        </p:nvSpPr>
        <p:spPr>
          <a:xfrm>
            <a:off x="3622260" y="1614355"/>
            <a:ext cx="554181" cy="554181"/>
          </a:xfrm>
          <a:prstGeom prst="rect">
            <a:avLst/>
          </a:prstGeom>
          <a:noFill/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nseNframe" descr="Editable shape; source id denseNframe"/>
          <p:cNvSpPr/>
          <p:nvPr/>
        </p:nvSpPr>
        <p:spPr>
          <a:xfrm>
            <a:off x="8786592" y="1614355"/>
            <a:ext cx="546150" cy="554181"/>
          </a:xfrm>
          <a:prstGeom prst="rect">
            <a:avLst/>
          </a:prstGeom>
          <a:noFill/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1" descr="Editable shape; source id d1"/>
          <p:cNvSpPr/>
          <p:nvPr/>
        </p:nvSpPr>
        <p:spPr>
          <a:xfrm>
            <a:off x="3477691" y="570245"/>
            <a:ext cx="859383" cy="859383"/>
          </a:xfrm>
          <a:prstGeom prst="rect">
            <a:avLst/>
          </a:prstGeom>
          <a:solidFill>
            <a:srgbClr val="FFF6F2"/>
          </a:solidFill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n" descr="Editable shape; source id dn"/>
          <p:cNvSpPr/>
          <p:nvPr/>
        </p:nvSpPr>
        <p:spPr>
          <a:xfrm>
            <a:off x="8609897" y="570245"/>
            <a:ext cx="851351" cy="859383"/>
          </a:xfrm>
          <a:prstGeom prst="rect">
            <a:avLst/>
          </a:prstGeom>
          <a:solidFill>
            <a:srgbClr val="FFF6F2"/>
          </a:solidFill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nse1label" descr="Editable shape; source id dense1label"/>
          <p:cNvSpPr/>
          <p:nvPr/>
        </p:nvSpPr>
        <p:spPr>
          <a:xfrm>
            <a:off x="1020015" y="1309154"/>
            <a:ext cx="514023" cy="208822"/>
          </a:xfrm>
          <a:prstGeom prst="roundRect">
            <a:avLst>
              <a:gd name="adj" fmla="val 19230"/>
            </a:avLst>
          </a:prstGeom>
          <a:solidFill>
            <a:srgbClr val="BCD2DF"/>
          </a:solidFill>
          <a:ln w="12047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nse2label" descr="Editable shape; source id dense2label"/>
          <p:cNvSpPr/>
          <p:nvPr/>
        </p:nvSpPr>
        <p:spPr>
          <a:xfrm>
            <a:off x="3646355" y="2200663"/>
            <a:ext cx="514023" cy="208822"/>
          </a:xfrm>
          <a:prstGeom prst="roundRect">
            <a:avLst>
              <a:gd name="adj" fmla="val 19230"/>
            </a:avLst>
          </a:prstGeom>
          <a:solidFill>
            <a:srgbClr val="BCD2DF"/>
          </a:solidFill>
          <a:ln w="12047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nseNlabel" descr="Editable shape; source id denseNlabel"/>
          <p:cNvSpPr/>
          <p:nvPr/>
        </p:nvSpPr>
        <p:spPr>
          <a:xfrm>
            <a:off x="8802655" y="2208695"/>
            <a:ext cx="505992" cy="208822"/>
          </a:xfrm>
          <a:prstGeom prst="roundRect">
            <a:avLst>
              <a:gd name="adj" fmla="val 19230"/>
            </a:avLst>
          </a:prstGeom>
          <a:solidFill>
            <a:srgbClr val="BCD2DF"/>
          </a:solidFill>
          <a:ln w="12047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llipsis0" descr="Editable shape; source id ellipsis0"/>
          <p:cNvSpPr/>
          <p:nvPr/>
        </p:nvSpPr>
        <p:spPr>
          <a:xfrm>
            <a:off x="6292774" y="967810"/>
            <a:ext cx="24094" cy="2409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llipsis1" descr="Editable shape; source id ellipsis1"/>
          <p:cNvSpPr/>
          <p:nvPr/>
        </p:nvSpPr>
        <p:spPr>
          <a:xfrm>
            <a:off x="6437343" y="967810"/>
            <a:ext cx="24094" cy="2409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llipsis2" descr="Editable shape; source id ellipsis2"/>
          <p:cNvSpPr/>
          <p:nvPr/>
        </p:nvSpPr>
        <p:spPr>
          <a:xfrm>
            <a:off x="6581912" y="967810"/>
            <a:ext cx="24094" cy="24094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1stemsdot0" descr="Editable shape; source id h1stemsdot0"/>
          <p:cNvSpPr/>
          <p:nvPr/>
        </p:nvSpPr>
        <p:spPr>
          <a:xfrm>
            <a:off x="2085811" y="153163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1stemsdot1" descr="Editable shape; source id h1stemsdot1"/>
          <p:cNvSpPr/>
          <p:nvPr/>
        </p:nvSpPr>
        <p:spPr>
          <a:xfrm>
            <a:off x="2117938" y="153163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1stemsdot2" descr="Editable shape; source id h1stemsdot2"/>
          <p:cNvSpPr/>
          <p:nvPr/>
        </p:nvSpPr>
        <p:spPr>
          <a:xfrm>
            <a:off x="2150064" y="148344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1stemsdot3" descr="Editable shape; source id h1stemsdot3"/>
          <p:cNvSpPr/>
          <p:nvPr/>
        </p:nvSpPr>
        <p:spPr>
          <a:xfrm>
            <a:off x="2182191" y="149950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1stemsdot4" descr="Editable shape; source id h1stemsdot4"/>
          <p:cNvSpPr/>
          <p:nvPr/>
        </p:nvSpPr>
        <p:spPr>
          <a:xfrm>
            <a:off x="2214317" y="1539661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1stemsdot5" descr="Editable shape; source id h1stemsdot5"/>
          <p:cNvSpPr/>
          <p:nvPr/>
        </p:nvSpPr>
        <p:spPr>
          <a:xfrm>
            <a:off x="2246444" y="157981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1stemsdot6" descr="Editable shape; source id h1stemsdot6"/>
          <p:cNvSpPr/>
          <p:nvPr/>
        </p:nvSpPr>
        <p:spPr>
          <a:xfrm>
            <a:off x="2278570" y="155572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1stemsdot7" descr="Editable shape; source id h1stemsdot7"/>
          <p:cNvSpPr/>
          <p:nvPr/>
        </p:nvSpPr>
        <p:spPr>
          <a:xfrm>
            <a:off x="2310697" y="156375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1stemsdot8" descr="Editable shape; source id h1stemsdot8"/>
          <p:cNvSpPr/>
          <p:nvPr/>
        </p:nvSpPr>
        <p:spPr>
          <a:xfrm>
            <a:off x="2342823" y="157178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1stemsdot9" descr="Editable shape; source id h1stemsdot9"/>
          <p:cNvSpPr/>
          <p:nvPr/>
        </p:nvSpPr>
        <p:spPr>
          <a:xfrm>
            <a:off x="2374950" y="16119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1stemsdot10" descr="Editable shape; source id h1stemsdot10"/>
          <p:cNvSpPr/>
          <p:nvPr/>
        </p:nvSpPr>
        <p:spPr>
          <a:xfrm>
            <a:off x="2407076" y="160391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1stemsdot11" descr="Editable shape; source id h1stemsdot11"/>
          <p:cNvSpPr/>
          <p:nvPr/>
        </p:nvSpPr>
        <p:spPr>
          <a:xfrm>
            <a:off x="2439203" y="161997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1stemsdot12" descr="Editable shape; source id h1stemsdot12"/>
          <p:cNvSpPr/>
          <p:nvPr/>
        </p:nvSpPr>
        <p:spPr>
          <a:xfrm>
            <a:off x="2471329" y="164407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1stemsdot13" descr="Editable shape; source id h1stemsdot13"/>
          <p:cNvSpPr/>
          <p:nvPr/>
        </p:nvSpPr>
        <p:spPr>
          <a:xfrm>
            <a:off x="2503456" y="1636041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1stemsdot14" descr="Editable shape; source id h1stemsdot14"/>
          <p:cNvSpPr/>
          <p:nvPr/>
        </p:nvSpPr>
        <p:spPr>
          <a:xfrm>
            <a:off x="2535582" y="165210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1stemsdot15" descr="Editable shape; source id h1stemsdot15"/>
          <p:cNvSpPr/>
          <p:nvPr/>
        </p:nvSpPr>
        <p:spPr>
          <a:xfrm>
            <a:off x="2567709" y="166013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1stemsdot16" descr="Editable shape; source id h1stemsdot16"/>
          <p:cNvSpPr/>
          <p:nvPr/>
        </p:nvSpPr>
        <p:spPr>
          <a:xfrm>
            <a:off x="2599835" y="166816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1stemsdot17" descr="Editable shape; source id h1stemsdot17"/>
          <p:cNvSpPr/>
          <p:nvPr/>
        </p:nvSpPr>
        <p:spPr>
          <a:xfrm>
            <a:off x="2631961" y="168423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1stemsdot18" descr="Editable shape; source id h1stemsdot18"/>
          <p:cNvSpPr/>
          <p:nvPr/>
        </p:nvSpPr>
        <p:spPr>
          <a:xfrm>
            <a:off x="2664088" y="168423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1stemsdot19" descr="Editable shape; source id h1stemsdot19"/>
          <p:cNvSpPr/>
          <p:nvPr/>
        </p:nvSpPr>
        <p:spPr>
          <a:xfrm>
            <a:off x="2696214" y="170029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1stemsdot20" descr="Editable shape; source id h1stemsdot20"/>
          <p:cNvSpPr/>
          <p:nvPr/>
        </p:nvSpPr>
        <p:spPr>
          <a:xfrm>
            <a:off x="2728341" y="170029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1stemsdot21" descr="Editable shape; source id h1stemsdot21"/>
          <p:cNvSpPr/>
          <p:nvPr/>
        </p:nvSpPr>
        <p:spPr>
          <a:xfrm>
            <a:off x="2760467" y="170832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h1stemsdot22" descr="Editable shape; source id h1stemsdot22"/>
          <p:cNvSpPr/>
          <p:nvPr/>
        </p:nvSpPr>
        <p:spPr>
          <a:xfrm>
            <a:off x="2792594" y="171635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1stemsdot23" descr="Editable shape; source id h1stemsdot23"/>
          <p:cNvSpPr/>
          <p:nvPr/>
        </p:nvSpPr>
        <p:spPr>
          <a:xfrm>
            <a:off x="2824720" y="172438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1stemsdot24" descr="Editable shape; source id h1stemsdot24"/>
          <p:cNvSpPr/>
          <p:nvPr/>
        </p:nvSpPr>
        <p:spPr>
          <a:xfrm>
            <a:off x="2856847" y="174045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1stemsdot25" descr="Editable shape; source id h1stemsdot25"/>
          <p:cNvSpPr/>
          <p:nvPr/>
        </p:nvSpPr>
        <p:spPr>
          <a:xfrm>
            <a:off x="2888973" y="174848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h1stemsdot26" descr="Editable shape; source id h1stemsdot26"/>
          <p:cNvSpPr/>
          <p:nvPr/>
        </p:nvSpPr>
        <p:spPr>
          <a:xfrm>
            <a:off x="2921100" y="175651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stemsdot0" descr="Editable shape; source id h2stemsdot0"/>
          <p:cNvSpPr/>
          <p:nvPr/>
        </p:nvSpPr>
        <p:spPr>
          <a:xfrm>
            <a:off x="4840657" y="166816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2stemsdot1" descr="Editable shape; source id h2stemsdot1"/>
          <p:cNvSpPr/>
          <p:nvPr/>
        </p:nvSpPr>
        <p:spPr>
          <a:xfrm>
            <a:off x="4872784" y="166816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2stemsdot2" descr="Editable shape; source id h2stemsdot2"/>
          <p:cNvSpPr/>
          <p:nvPr/>
        </p:nvSpPr>
        <p:spPr>
          <a:xfrm>
            <a:off x="4904910" y="162800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2stemsdot3" descr="Editable shape; source id h2stemsdot3"/>
          <p:cNvSpPr/>
          <p:nvPr/>
        </p:nvSpPr>
        <p:spPr>
          <a:xfrm>
            <a:off x="4937037" y="159588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2stemsdot4" descr="Editable shape; source id h2stemsdot4"/>
          <p:cNvSpPr/>
          <p:nvPr/>
        </p:nvSpPr>
        <p:spPr>
          <a:xfrm>
            <a:off x="4969163" y="157981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2stemsdot5" descr="Editable shape; source id h2stemsdot5"/>
          <p:cNvSpPr/>
          <p:nvPr/>
        </p:nvSpPr>
        <p:spPr>
          <a:xfrm>
            <a:off x="5001289" y="157178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2stemsdot6" descr="Editable shape; source id h2stemsdot6"/>
          <p:cNvSpPr/>
          <p:nvPr/>
        </p:nvSpPr>
        <p:spPr>
          <a:xfrm>
            <a:off x="5033416" y="156375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h2stemsdot7" descr="Editable shape; source id h2stemsdot7"/>
          <p:cNvSpPr/>
          <p:nvPr/>
        </p:nvSpPr>
        <p:spPr>
          <a:xfrm>
            <a:off x="5065542" y="155572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2stemsdot8" descr="Editable shape; source id h2stemsdot8"/>
          <p:cNvSpPr/>
          <p:nvPr/>
        </p:nvSpPr>
        <p:spPr>
          <a:xfrm>
            <a:off x="5097669" y="154769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2stemsdot9" descr="Editable shape; source id h2stemsdot9"/>
          <p:cNvSpPr/>
          <p:nvPr/>
        </p:nvSpPr>
        <p:spPr>
          <a:xfrm>
            <a:off x="5129795" y="154769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2stemsdot10" descr="Editable shape; source id h2stemsdot10"/>
          <p:cNvSpPr/>
          <p:nvPr/>
        </p:nvSpPr>
        <p:spPr>
          <a:xfrm>
            <a:off x="5161922" y="1539661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h2stemsdot11" descr="Editable shape; source id h2stemsdot11"/>
          <p:cNvSpPr/>
          <p:nvPr/>
        </p:nvSpPr>
        <p:spPr>
          <a:xfrm>
            <a:off x="5194048" y="154769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h2stemsdot12" descr="Editable shape; source id h2stemsdot12"/>
          <p:cNvSpPr/>
          <p:nvPr/>
        </p:nvSpPr>
        <p:spPr>
          <a:xfrm>
            <a:off x="5226175" y="154769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h2stemsdot13" descr="Editable shape; source id h2stemsdot13"/>
          <p:cNvSpPr/>
          <p:nvPr/>
        </p:nvSpPr>
        <p:spPr>
          <a:xfrm>
            <a:off x="5258301" y="155572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h2stemsdot14" descr="Editable shape; source id h2stemsdot14"/>
          <p:cNvSpPr/>
          <p:nvPr/>
        </p:nvSpPr>
        <p:spPr>
          <a:xfrm>
            <a:off x="5290428" y="156375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h2stemsdot15" descr="Editable shape; source id h2stemsdot15"/>
          <p:cNvSpPr/>
          <p:nvPr/>
        </p:nvSpPr>
        <p:spPr>
          <a:xfrm>
            <a:off x="5322554" y="157178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h2stemsdot16" descr="Editable shape; source id h2stemsdot16"/>
          <p:cNvSpPr/>
          <p:nvPr/>
        </p:nvSpPr>
        <p:spPr>
          <a:xfrm>
            <a:off x="5354681" y="157178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h2stemsdot17" descr="Editable shape; source id h2stemsdot17"/>
          <p:cNvSpPr/>
          <p:nvPr/>
        </p:nvSpPr>
        <p:spPr>
          <a:xfrm>
            <a:off x="5386807" y="157981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h2stemsdot18" descr="Editable shape; source id h2stemsdot18"/>
          <p:cNvSpPr/>
          <p:nvPr/>
        </p:nvSpPr>
        <p:spPr>
          <a:xfrm>
            <a:off x="5418934" y="157981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h2stemsdot19" descr="Editable shape; source id h2stemsdot19"/>
          <p:cNvSpPr/>
          <p:nvPr/>
        </p:nvSpPr>
        <p:spPr>
          <a:xfrm>
            <a:off x="5451060" y="1587851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h2stemsdot20" descr="Editable shape; source id h2stemsdot20"/>
          <p:cNvSpPr/>
          <p:nvPr/>
        </p:nvSpPr>
        <p:spPr>
          <a:xfrm>
            <a:off x="5483187" y="159588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h2stemsdot21" descr="Editable shape; source id h2stemsdot21"/>
          <p:cNvSpPr/>
          <p:nvPr/>
        </p:nvSpPr>
        <p:spPr>
          <a:xfrm>
            <a:off x="5515313" y="159588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h2stemsdot22" descr="Editable shape; source id h2stemsdot22"/>
          <p:cNvSpPr/>
          <p:nvPr/>
        </p:nvSpPr>
        <p:spPr>
          <a:xfrm>
            <a:off x="5547440" y="160391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h2stemsdot23" descr="Editable shape; source id h2stemsdot23"/>
          <p:cNvSpPr/>
          <p:nvPr/>
        </p:nvSpPr>
        <p:spPr>
          <a:xfrm>
            <a:off x="5579566" y="160391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h2stemsdot24" descr="Editable shape; source id h2stemsdot24"/>
          <p:cNvSpPr/>
          <p:nvPr/>
        </p:nvSpPr>
        <p:spPr>
          <a:xfrm>
            <a:off x="5611693" y="16119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h2stemsdot25" descr="Editable shape; source id h2stemsdot25"/>
          <p:cNvSpPr/>
          <p:nvPr/>
        </p:nvSpPr>
        <p:spPr>
          <a:xfrm>
            <a:off x="5643819" y="161997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h2stemsdot26" descr="Editable shape; source id h2stemsdot26"/>
          <p:cNvSpPr/>
          <p:nvPr/>
        </p:nvSpPr>
        <p:spPr>
          <a:xfrm>
            <a:off x="5675946" y="162800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hnstemsdot0" descr="Editable shape; source id hnstemsdot0"/>
          <p:cNvSpPr/>
          <p:nvPr/>
        </p:nvSpPr>
        <p:spPr>
          <a:xfrm>
            <a:off x="7226048" y="153163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nstemsdot1" descr="Editable shape; source id hnstemsdot1"/>
          <p:cNvSpPr/>
          <p:nvPr/>
        </p:nvSpPr>
        <p:spPr>
          <a:xfrm>
            <a:off x="7258175" y="153163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hnstemsdot2" descr="Editable shape; source id hnstemsdot2"/>
          <p:cNvSpPr/>
          <p:nvPr/>
        </p:nvSpPr>
        <p:spPr>
          <a:xfrm>
            <a:off x="7290301" y="159588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hnstemsdot3" descr="Editable shape; source id hnstemsdot3"/>
          <p:cNvSpPr/>
          <p:nvPr/>
        </p:nvSpPr>
        <p:spPr>
          <a:xfrm>
            <a:off x="7322428" y="164407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hnstemsdot4" descr="Editable shape; source id hnstemsdot4"/>
          <p:cNvSpPr/>
          <p:nvPr/>
        </p:nvSpPr>
        <p:spPr>
          <a:xfrm>
            <a:off x="7354554" y="167619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hnstemsdot5" descr="Editable shape; source id hnstemsdot5"/>
          <p:cNvSpPr/>
          <p:nvPr/>
        </p:nvSpPr>
        <p:spPr>
          <a:xfrm>
            <a:off x="7386681" y="170029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hnstemsdot6" descr="Editable shape; source id hnstemsdot6"/>
          <p:cNvSpPr/>
          <p:nvPr/>
        </p:nvSpPr>
        <p:spPr>
          <a:xfrm>
            <a:off x="7418807" y="171635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hnstemsdot7" descr="Editable shape; source id hnstemsdot7"/>
          <p:cNvSpPr/>
          <p:nvPr/>
        </p:nvSpPr>
        <p:spPr>
          <a:xfrm>
            <a:off x="7450934" y="173242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hnstemsdot8" descr="Editable shape; source id hnstemsdot8"/>
          <p:cNvSpPr/>
          <p:nvPr/>
        </p:nvSpPr>
        <p:spPr>
          <a:xfrm>
            <a:off x="7483060" y="174045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hnstemsdot9" descr="Editable shape; source id hnstemsdot9"/>
          <p:cNvSpPr/>
          <p:nvPr/>
        </p:nvSpPr>
        <p:spPr>
          <a:xfrm>
            <a:off x="7515187" y="174848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hnstemsdot10" descr="Editable shape; source id hnstemsdot10"/>
          <p:cNvSpPr/>
          <p:nvPr/>
        </p:nvSpPr>
        <p:spPr>
          <a:xfrm>
            <a:off x="7547313" y="174848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hnstemsdot11" descr="Editable shape; source id hnstemsdot11"/>
          <p:cNvSpPr/>
          <p:nvPr/>
        </p:nvSpPr>
        <p:spPr>
          <a:xfrm>
            <a:off x="7579440" y="175651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hnstemsdot12" descr="Editable shape; source id hnstemsdot12"/>
          <p:cNvSpPr/>
          <p:nvPr/>
        </p:nvSpPr>
        <p:spPr>
          <a:xfrm>
            <a:off x="7611566" y="175651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hnstemsdot13" descr="Editable shape; source id hnstemsdot13"/>
          <p:cNvSpPr/>
          <p:nvPr/>
        </p:nvSpPr>
        <p:spPr>
          <a:xfrm>
            <a:off x="7643693" y="175651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hnstemsdot14" descr="Editable shape; source id hnstemsdot14"/>
          <p:cNvSpPr/>
          <p:nvPr/>
        </p:nvSpPr>
        <p:spPr>
          <a:xfrm>
            <a:off x="7675819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hnstemsdot15" descr="Editable shape; source id hnstemsdot15"/>
          <p:cNvSpPr/>
          <p:nvPr/>
        </p:nvSpPr>
        <p:spPr>
          <a:xfrm>
            <a:off x="7707946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hnstemsdot16" descr="Editable shape; source id hnstemsdot16"/>
          <p:cNvSpPr/>
          <p:nvPr/>
        </p:nvSpPr>
        <p:spPr>
          <a:xfrm>
            <a:off x="7740072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hnstemsdot17" descr="Editable shape; source id hnstemsdot17"/>
          <p:cNvSpPr/>
          <p:nvPr/>
        </p:nvSpPr>
        <p:spPr>
          <a:xfrm>
            <a:off x="7772199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hnstemsdot18" descr="Editable shape; source id hnstemsdot18"/>
          <p:cNvSpPr/>
          <p:nvPr/>
        </p:nvSpPr>
        <p:spPr>
          <a:xfrm>
            <a:off x="7804325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hnstemsdot19" descr="Editable shape; source id hnstemsdot19"/>
          <p:cNvSpPr/>
          <p:nvPr/>
        </p:nvSpPr>
        <p:spPr>
          <a:xfrm>
            <a:off x="7836451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hnstemsdot20" descr="Editable shape; source id hnstemsdot20"/>
          <p:cNvSpPr/>
          <p:nvPr/>
        </p:nvSpPr>
        <p:spPr>
          <a:xfrm>
            <a:off x="7868578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hnstemsdot21" descr="Editable shape; source id hnstemsdot21"/>
          <p:cNvSpPr/>
          <p:nvPr/>
        </p:nvSpPr>
        <p:spPr>
          <a:xfrm>
            <a:off x="7900704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hnstemsdot22" descr="Editable shape; source id hnstemsdot22"/>
          <p:cNvSpPr/>
          <p:nvPr/>
        </p:nvSpPr>
        <p:spPr>
          <a:xfrm>
            <a:off x="7932831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hnstemsdot23" descr="Editable shape; source id hnstemsdot23"/>
          <p:cNvSpPr/>
          <p:nvPr/>
        </p:nvSpPr>
        <p:spPr>
          <a:xfrm>
            <a:off x="7964957" y="177257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hnstemsdot24" descr="Editable shape; source id hnstemsdot24"/>
          <p:cNvSpPr/>
          <p:nvPr/>
        </p:nvSpPr>
        <p:spPr>
          <a:xfrm>
            <a:off x="7997084" y="177257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hnstemsdot25" descr="Editable shape; source id hnstemsdot25"/>
          <p:cNvSpPr/>
          <p:nvPr/>
        </p:nvSpPr>
        <p:spPr>
          <a:xfrm>
            <a:off x="8029210" y="177257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hnstemsdot26" descr="Editable shape; source id hnstemsdot26"/>
          <p:cNvSpPr/>
          <p:nvPr/>
        </p:nvSpPr>
        <p:spPr>
          <a:xfrm>
            <a:off x="8061337" y="176454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osencframe" descr="Editable shape; source id posencframe"/>
          <p:cNvSpPr/>
          <p:nvPr/>
        </p:nvSpPr>
        <p:spPr>
          <a:xfrm>
            <a:off x="10898908" y="1750893"/>
            <a:ext cx="859383" cy="546150"/>
          </a:xfrm>
          <a:prstGeom prst="rect">
            <a:avLst/>
          </a:prstGeom>
          <a:noFill/>
          <a:ln w="12047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1cell0" descr="Editable shape; source id d1cell0"/>
          <p:cNvSpPr/>
          <p:nvPr/>
        </p:nvSpPr>
        <p:spPr>
          <a:xfrm>
            <a:off x="3477691" y="570245"/>
            <a:ext cx="32126" cy="32126"/>
          </a:xfrm>
          <a:prstGeom prst="rect">
            <a:avLst/>
          </a:prstGeom>
          <a:solidFill>
            <a:srgbClr val="FB7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1cell1" descr="Editable shape; source id d1cell1"/>
          <p:cNvSpPr/>
          <p:nvPr/>
        </p:nvSpPr>
        <p:spPr>
          <a:xfrm>
            <a:off x="3509818" y="602371"/>
            <a:ext cx="32126" cy="32126"/>
          </a:xfrm>
          <a:prstGeom prst="rect">
            <a:avLst/>
          </a:prstGeom>
          <a:solidFill>
            <a:srgbClr val="FD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1cell2" descr="Editable shape; source id d1cell2"/>
          <p:cNvSpPr/>
          <p:nvPr/>
        </p:nvSpPr>
        <p:spPr>
          <a:xfrm>
            <a:off x="3541944" y="634498"/>
            <a:ext cx="32126" cy="32126"/>
          </a:xfrm>
          <a:prstGeom prst="rect">
            <a:avLst/>
          </a:prstGeom>
          <a:solidFill>
            <a:srgbClr val="FB8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1cell3" descr="Editable shape; source id d1cell3"/>
          <p:cNvSpPr/>
          <p:nvPr/>
        </p:nvSpPr>
        <p:spPr>
          <a:xfrm>
            <a:off x="3574071" y="666624"/>
            <a:ext cx="32126" cy="32126"/>
          </a:xfrm>
          <a:prstGeom prst="rect">
            <a:avLst/>
          </a:prstGeom>
          <a:solidFill>
            <a:srgbClr val="BB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d1cell4" descr="Editable shape; source id d1cell4"/>
          <p:cNvSpPr/>
          <p:nvPr/>
        </p:nvSpPr>
        <p:spPr>
          <a:xfrm>
            <a:off x="3606197" y="698750"/>
            <a:ext cx="32126" cy="32126"/>
          </a:xfrm>
          <a:prstGeom prst="rect">
            <a:avLst/>
          </a:prstGeom>
          <a:solidFill>
            <a:srgbClr val="F96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d1cell5" descr="Editable shape; source id d1cell5"/>
          <p:cNvSpPr/>
          <p:nvPr/>
        </p:nvSpPr>
        <p:spPr>
          <a:xfrm>
            <a:off x="3638324" y="730877"/>
            <a:ext cx="32126" cy="32126"/>
          </a:xfrm>
          <a:prstGeom prst="rect">
            <a:avLst/>
          </a:prstGeom>
          <a:solidFill>
            <a:srgbClr val="FA6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d1cell6" descr="Editable shape; source id d1cell6"/>
          <p:cNvSpPr/>
          <p:nvPr/>
        </p:nvSpPr>
        <p:spPr>
          <a:xfrm>
            <a:off x="3670450" y="763003"/>
            <a:ext cx="32126" cy="32126"/>
          </a:xfrm>
          <a:prstGeom prst="rect">
            <a:avLst/>
          </a:prstGeom>
          <a:solidFill>
            <a:srgbClr val="FCB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d1cell7" descr="Editable shape; source id d1cell7"/>
          <p:cNvSpPr/>
          <p:nvPr/>
        </p:nvSpPr>
        <p:spPr>
          <a:xfrm>
            <a:off x="3702576" y="795130"/>
            <a:ext cx="32126" cy="32126"/>
          </a:xfrm>
          <a:prstGeom prst="rect">
            <a:avLst/>
          </a:prstGeom>
          <a:solidFill>
            <a:srgbClr val="FD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1cell8" descr="Editable shape; source id d1cell8"/>
          <p:cNvSpPr/>
          <p:nvPr/>
        </p:nvSpPr>
        <p:spPr>
          <a:xfrm>
            <a:off x="3734703" y="827256"/>
            <a:ext cx="32126" cy="32126"/>
          </a:xfrm>
          <a:prstGeom prst="rect">
            <a:avLst/>
          </a:prstGeom>
          <a:solidFill>
            <a:srgbClr val="F3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d1cell9" descr="Editable shape; source id d1cell9"/>
          <p:cNvSpPr/>
          <p:nvPr/>
        </p:nvSpPr>
        <p:spPr>
          <a:xfrm>
            <a:off x="3766829" y="859383"/>
            <a:ext cx="32126" cy="32126"/>
          </a:xfrm>
          <a:prstGeom prst="rect">
            <a:avLst/>
          </a:prstGeom>
          <a:solidFill>
            <a:srgbClr val="F6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d1cell10" descr="Editable shape; source id d1cell10"/>
          <p:cNvSpPr/>
          <p:nvPr/>
        </p:nvSpPr>
        <p:spPr>
          <a:xfrm>
            <a:off x="3798956" y="891509"/>
            <a:ext cx="32126" cy="32126"/>
          </a:xfrm>
          <a:prstGeom prst="rect">
            <a:avLst/>
          </a:prstGeom>
          <a:solidFill>
            <a:srgbClr val="F47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d1cell11" descr="Editable shape; source id d1cell11"/>
          <p:cNvSpPr/>
          <p:nvPr/>
        </p:nvSpPr>
        <p:spPr>
          <a:xfrm>
            <a:off x="3831082" y="923636"/>
            <a:ext cx="32126" cy="32126"/>
          </a:xfrm>
          <a:prstGeom prst="rect">
            <a:avLst/>
          </a:prstGeom>
          <a:solidFill>
            <a:srgbClr val="FC9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d1cell12" descr="Editable shape; source id d1cell12"/>
          <p:cNvSpPr/>
          <p:nvPr/>
        </p:nvSpPr>
        <p:spPr>
          <a:xfrm>
            <a:off x="3863209" y="955762"/>
            <a:ext cx="32126" cy="32126"/>
          </a:xfrm>
          <a:prstGeom prst="rect">
            <a:avLst/>
          </a:prstGeom>
          <a:solidFill>
            <a:srgbClr val="BC2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1cell13" descr="Editable shape; source id d1cell13"/>
          <p:cNvSpPr/>
          <p:nvPr/>
        </p:nvSpPr>
        <p:spPr>
          <a:xfrm>
            <a:off x="3895335" y="987889"/>
            <a:ext cx="32126" cy="32126"/>
          </a:xfrm>
          <a:prstGeom prst="rect">
            <a:avLst/>
          </a:prstGeom>
          <a:solidFill>
            <a:srgbClr val="EE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d1cell14" descr="Editable shape; source id d1cell14"/>
          <p:cNvSpPr/>
          <p:nvPr/>
        </p:nvSpPr>
        <p:spPr>
          <a:xfrm>
            <a:off x="3927462" y="1020015"/>
            <a:ext cx="32126" cy="32126"/>
          </a:xfrm>
          <a:prstGeom prst="rect">
            <a:avLst/>
          </a:prstGeom>
          <a:solidFill>
            <a:srgbClr val="F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1cell15" descr="Editable shape; source id d1cell15"/>
          <p:cNvSpPr/>
          <p:nvPr/>
        </p:nvSpPr>
        <p:spPr>
          <a:xfrm>
            <a:off x="3959588" y="1052142"/>
            <a:ext cx="32126" cy="32126"/>
          </a:xfrm>
          <a:prstGeom prst="rect">
            <a:avLst/>
          </a:prstGeom>
          <a:solidFill>
            <a:srgbClr val="FB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d1cell16" descr="Editable shape; source id d1cell16"/>
          <p:cNvSpPr/>
          <p:nvPr/>
        </p:nvSpPr>
        <p:spPr>
          <a:xfrm>
            <a:off x="3991715" y="1084268"/>
            <a:ext cx="32126" cy="32126"/>
          </a:xfrm>
          <a:prstGeom prst="rect">
            <a:avLst/>
          </a:prstGeom>
          <a:solidFill>
            <a:srgbClr val="F85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d1cell17" descr="Editable shape; source id d1cell17"/>
          <p:cNvSpPr/>
          <p:nvPr/>
        </p:nvSpPr>
        <p:spPr>
          <a:xfrm>
            <a:off x="4023841" y="1116395"/>
            <a:ext cx="32126" cy="32126"/>
          </a:xfrm>
          <a:prstGeom prst="rect">
            <a:avLst/>
          </a:prstGeom>
          <a:solidFill>
            <a:srgbClr val="FC9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d1cell18" descr="Editable shape; source id d1cell18"/>
          <p:cNvSpPr/>
          <p:nvPr/>
        </p:nvSpPr>
        <p:spPr>
          <a:xfrm>
            <a:off x="4055968" y="1148521"/>
            <a:ext cx="32126" cy="32126"/>
          </a:xfrm>
          <a:prstGeom prst="rect">
            <a:avLst/>
          </a:prstGeom>
          <a:solidFill>
            <a:srgbClr val="FCB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d1cell19" descr="Editable shape; source id d1cell19"/>
          <p:cNvSpPr/>
          <p:nvPr/>
        </p:nvSpPr>
        <p:spPr>
          <a:xfrm>
            <a:off x="4088094" y="1180648"/>
            <a:ext cx="32126" cy="32126"/>
          </a:xfrm>
          <a:prstGeom prst="rect">
            <a:avLst/>
          </a:prstGeom>
          <a:solidFill>
            <a:srgbClr val="FB8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d1cell20" descr="Editable shape; source id d1cell20"/>
          <p:cNvSpPr/>
          <p:nvPr/>
        </p:nvSpPr>
        <p:spPr>
          <a:xfrm>
            <a:off x="4120221" y="1212774"/>
            <a:ext cx="32126" cy="32126"/>
          </a:xfrm>
          <a:prstGeom prst="rect">
            <a:avLst/>
          </a:prstGeom>
          <a:solidFill>
            <a:srgbClr val="B212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d1cell21" descr="Editable shape; source id d1cell21"/>
          <p:cNvSpPr/>
          <p:nvPr/>
        </p:nvSpPr>
        <p:spPr>
          <a:xfrm>
            <a:off x="4152347" y="1244901"/>
            <a:ext cx="32126" cy="32126"/>
          </a:xfrm>
          <a:prstGeom prst="rect">
            <a:avLst/>
          </a:prstGeom>
          <a:solidFill>
            <a:srgbClr val="7A0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d1cell22" descr="Editable shape; source id d1cell22"/>
          <p:cNvSpPr/>
          <p:nvPr/>
        </p:nvSpPr>
        <p:spPr>
          <a:xfrm>
            <a:off x="4184474" y="1277027"/>
            <a:ext cx="32126" cy="32126"/>
          </a:xfrm>
          <a:prstGeom prst="rect">
            <a:avLst/>
          </a:prstGeom>
          <a:solidFill>
            <a:srgbClr val="FE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d1cell23" descr="Editable shape; source id d1cell23"/>
          <p:cNvSpPr/>
          <p:nvPr/>
        </p:nvSpPr>
        <p:spPr>
          <a:xfrm>
            <a:off x="4216600" y="1309154"/>
            <a:ext cx="32126" cy="32126"/>
          </a:xfrm>
          <a:prstGeom prst="rect">
            <a:avLst/>
          </a:prstGeom>
          <a:solidFill>
            <a:srgbClr val="F75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1cell24" descr="Editable shape; source id d1cell24"/>
          <p:cNvSpPr/>
          <p:nvPr/>
        </p:nvSpPr>
        <p:spPr>
          <a:xfrm>
            <a:off x="4248727" y="1341280"/>
            <a:ext cx="32126" cy="32126"/>
          </a:xfrm>
          <a:prstGeom prst="rect">
            <a:avLst/>
          </a:prstGeom>
          <a:solidFill>
            <a:srgbClr val="67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d1cell25" descr="Editable shape; source id d1cell25"/>
          <p:cNvSpPr/>
          <p:nvPr/>
        </p:nvSpPr>
        <p:spPr>
          <a:xfrm>
            <a:off x="4280853" y="1373407"/>
            <a:ext cx="32126" cy="32126"/>
          </a:xfrm>
          <a:prstGeom prst="rect">
            <a:avLst/>
          </a:prstGeom>
          <a:solidFill>
            <a:srgbClr val="FE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d1cell26" descr="Editable shape; source id d1cell26"/>
          <p:cNvSpPr/>
          <p:nvPr/>
        </p:nvSpPr>
        <p:spPr>
          <a:xfrm>
            <a:off x="4312980" y="1405533"/>
            <a:ext cx="24094" cy="24094"/>
          </a:xfrm>
          <a:prstGeom prst="rect">
            <a:avLst/>
          </a:prstGeom>
          <a:solidFill>
            <a:srgbClr val="0404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dncell0" descr="Editable shape; source id dncell0"/>
          <p:cNvSpPr/>
          <p:nvPr/>
        </p:nvSpPr>
        <p:spPr>
          <a:xfrm>
            <a:off x="8609897" y="570245"/>
            <a:ext cx="32126" cy="32126"/>
          </a:xfrm>
          <a:prstGeom prst="rect">
            <a:avLst/>
          </a:prstGeom>
          <a:solidFill>
            <a:srgbClr val="FDD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ncell1" descr="Editable shape; source id dncell1"/>
          <p:cNvSpPr/>
          <p:nvPr/>
        </p:nvSpPr>
        <p:spPr>
          <a:xfrm>
            <a:off x="8642023" y="602371"/>
            <a:ext cx="32126" cy="32126"/>
          </a:xfrm>
          <a:prstGeom prst="rect">
            <a:avLst/>
          </a:prstGeom>
          <a:solidFill>
            <a:srgbClr val="FE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dncell2" descr="Editable shape; source id dncell2"/>
          <p:cNvSpPr/>
          <p:nvPr/>
        </p:nvSpPr>
        <p:spPr>
          <a:xfrm>
            <a:off x="8674149" y="634498"/>
            <a:ext cx="32126" cy="32126"/>
          </a:xfrm>
          <a:prstGeom prst="rect">
            <a:avLst/>
          </a:prstGeom>
          <a:solidFill>
            <a:srgbClr val="DC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ncell3" descr="Editable shape; source id dncell3"/>
          <p:cNvSpPr/>
          <p:nvPr/>
        </p:nvSpPr>
        <p:spPr>
          <a:xfrm>
            <a:off x="8706276" y="666624"/>
            <a:ext cx="32126" cy="32126"/>
          </a:xfrm>
          <a:prstGeom prst="rect">
            <a:avLst/>
          </a:prstGeom>
          <a:solidFill>
            <a:srgbClr val="9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ncell4" descr="Editable shape; source id dncell4"/>
          <p:cNvSpPr/>
          <p:nvPr/>
        </p:nvSpPr>
        <p:spPr>
          <a:xfrm>
            <a:off x="8738402" y="698750"/>
            <a:ext cx="32126" cy="32126"/>
          </a:xfrm>
          <a:prstGeom prst="rect">
            <a:avLst/>
          </a:prstGeom>
          <a:solidFill>
            <a:srgbClr val="FCC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dncell5" descr="Editable shape; source id dncell5"/>
          <p:cNvSpPr/>
          <p:nvPr/>
        </p:nvSpPr>
        <p:spPr>
          <a:xfrm>
            <a:off x="8770529" y="730877"/>
            <a:ext cx="32126" cy="32126"/>
          </a:xfrm>
          <a:prstGeom prst="rect">
            <a:avLst/>
          </a:prstGeom>
          <a:solidFill>
            <a:srgbClr val="FC9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ncell6" descr="Editable shape; source id dncell6"/>
          <p:cNvSpPr/>
          <p:nvPr/>
        </p:nvSpPr>
        <p:spPr>
          <a:xfrm>
            <a:off x="8802655" y="763003"/>
            <a:ext cx="32126" cy="32126"/>
          </a:xfrm>
          <a:prstGeom prst="rect">
            <a:avLst/>
          </a:prstGeom>
          <a:solidFill>
            <a:srgbClr val="FCA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ncell7" descr="Editable shape; source id dncell7"/>
          <p:cNvSpPr/>
          <p:nvPr/>
        </p:nvSpPr>
        <p:spPr>
          <a:xfrm>
            <a:off x="8834782" y="795130"/>
            <a:ext cx="32126" cy="32126"/>
          </a:xfrm>
          <a:prstGeom prst="rect">
            <a:avLst/>
          </a:prstGeom>
          <a:solidFill>
            <a:srgbClr val="FE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ncell8" descr="Editable shape; source id dncell8"/>
          <p:cNvSpPr/>
          <p:nvPr/>
        </p:nvSpPr>
        <p:spPr>
          <a:xfrm>
            <a:off x="8866908" y="827256"/>
            <a:ext cx="32126" cy="32126"/>
          </a:xfrm>
          <a:prstGeom prst="rect">
            <a:avLst/>
          </a:prstGeom>
          <a:solidFill>
            <a:srgbClr val="ED8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ncell9" descr="Editable shape; source id dncell9"/>
          <p:cNvSpPr/>
          <p:nvPr/>
        </p:nvSpPr>
        <p:spPr>
          <a:xfrm>
            <a:off x="8899035" y="859383"/>
            <a:ext cx="32126" cy="32126"/>
          </a:xfrm>
          <a:prstGeom prst="rect">
            <a:avLst/>
          </a:prstGeom>
          <a:solidFill>
            <a:srgbClr val="EC8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ncell10" descr="Editable shape; source id dncell10"/>
          <p:cNvSpPr/>
          <p:nvPr/>
        </p:nvSpPr>
        <p:spPr>
          <a:xfrm>
            <a:off x="8931161" y="891509"/>
            <a:ext cx="32126" cy="32126"/>
          </a:xfrm>
          <a:prstGeom prst="rect">
            <a:avLst/>
          </a:prstGeom>
          <a:solidFill>
            <a:srgbClr val="F7B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dncell11" descr="Editable shape; source id dncell11"/>
          <p:cNvSpPr/>
          <p:nvPr/>
        </p:nvSpPr>
        <p:spPr>
          <a:xfrm>
            <a:off x="8963288" y="923636"/>
            <a:ext cx="32126" cy="32126"/>
          </a:xfrm>
          <a:prstGeom prst="rect">
            <a:avLst/>
          </a:prstGeom>
          <a:solidFill>
            <a:srgbClr val="FCCB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dncell12" descr="Editable shape; source id dncell12"/>
          <p:cNvSpPr/>
          <p:nvPr/>
        </p:nvSpPr>
        <p:spPr>
          <a:xfrm>
            <a:off x="8995414" y="955762"/>
            <a:ext cx="32126" cy="32126"/>
          </a:xfrm>
          <a:prstGeom prst="rect">
            <a:avLst/>
          </a:prstGeom>
          <a:solidFill>
            <a:srgbClr val="FB77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dncell13" descr="Editable shape; source id dncell13"/>
          <p:cNvSpPr/>
          <p:nvPr/>
        </p:nvSpPr>
        <p:spPr>
          <a:xfrm>
            <a:off x="9027541" y="987889"/>
            <a:ext cx="32126" cy="32126"/>
          </a:xfrm>
          <a:prstGeom prst="rect">
            <a:avLst/>
          </a:prstGeom>
          <a:solidFill>
            <a:srgbClr val="FB6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dncell14" descr="Editable shape; source id dncell14"/>
          <p:cNvSpPr/>
          <p:nvPr/>
        </p:nvSpPr>
        <p:spPr>
          <a:xfrm>
            <a:off x="9059667" y="1020015"/>
            <a:ext cx="32126" cy="32126"/>
          </a:xfrm>
          <a:prstGeom prst="rect">
            <a:avLst/>
          </a:prstGeom>
          <a:solidFill>
            <a:srgbClr val="DF2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dncell15" descr="Editable shape; source id dncell15"/>
          <p:cNvSpPr/>
          <p:nvPr/>
        </p:nvSpPr>
        <p:spPr>
          <a:xfrm>
            <a:off x="9091794" y="1052142"/>
            <a:ext cx="32126" cy="32126"/>
          </a:xfrm>
          <a:prstGeom prst="rect">
            <a:avLst/>
          </a:prstGeom>
          <a:solidFill>
            <a:srgbClr val="670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dncell16" descr="Editable shape; source id dncell16"/>
          <p:cNvSpPr/>
          <p:nvPr/>
        </p:nvSpPr>
        <p:spPr>
          <a:xfrm>
            <a:off x="9123920" y="1084268"/>
            <a:ext cx="32126" cy="32126"/>
          </a:xfrm>
          <a:prstGeom prst="rect">
            <a:avLst/>
          </a:prstGeom>
          <a:solidFill>
            <a:srgbClr val="FCC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dncell17" descr="Editable shape; source id dncell17"/>
          <p:cNvSpPr/>
          <p:nvPr/>
        </p:nvSpPr>
        <p:spPr>
          <a:xfrm>
            <a:off x="9156047" y="1116395"/>
            <a:ext cx="32126" cy="32126"/>
          </a:xfrm>
          <a:prstGeom prst="rect">
            <a:avLst/>
          </a:prstGeom>
          <a:solidFill>
            <a:srgbClr val="FEE3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dncell18" descr="Editable shape; source id dncell18"/>
          <p:cNvSpPr/>
          <p:nvPr/>
        </p:nvSpPr>
        <p:spPr>
          <a:xfrm>
            <a:off x="9188173" y="1148521"/>
            <a:ext cx="32126" cy="32126"/>
          </a:xfrm>
          <a:prstGeom prst="rect">
            <a:avLst/>
          </a:prstGeom>
          <a:solidFill>
            <a:srgbClr val="FCC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dncell19" descr="Editable shape; source id dncell19"/>
          <p:cNvSpPr/>
          <p:nvPr/>
        </p:nvSpPr>
        <p:spPr>
          <a:xfrm>
            <a:off x="9220300" y="1180648"/>
            <a:ext cx="32126" cy="32126"/>
          </a:xfrm>
          <a:prstGeom prst="rect">
            <a:avLst/>
          </a:prstGeom>
          <a:solidFill>
            <a:srgbClr val="FDC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dncell20" descr="Editable shape; source id dncell20"/>
          <p:cNvSpPr/>
          <p:nvPr/>
        </p:nvSpPr>
        <p:spPr>
          <a:xfrm>
            <a:off x="9252426" y="1212774"/>
            <a:ext cx="32126" cy="32126"/>
          </a:xfrm>
          <a:prstGeom prst="rect">
            <a:avLst/>
          </a:prstGeom>
          <a:solidFill>
            <a:srgbClr val="FE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dncell21" descr="Editable shape; source id dncell21"/>
          <p:cNvSpPr/>
          <p:nvPr/>
        </p:nvSpPr>
        <p:spPr>
          <a:xfrm>
            <a:off x="9284553" y="1244901"/>
            <a:ext cx="32126" cy="32126"/>
          </a:xfrm>
          <a:prstGeom prst="rect">
            <a:avLst/>
          </a:prstGeom>
          <a:solidFill>
            <a:srgbClr val="FB9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dncell22" descr="Editable shape; source id dncell22"/>
          <p:cNvSpPr/>
          <p:nvPr/>
        </p:nvSpPr>
        <p:spPr>
          <a:xfrm>
            <a:off x="9316679" y="1277027"/>
            <a:ext cx="32126" cy="32126"/>
          </a:xfrm>
          <a:prstGeom prst="rect">
            <a:avLst/>
          </a:prstGeom>
          <a:solidFill>
            <a:srgbClr val="FE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dncell23" descr="Editable shape; source id dncell23"/>
          <p:cNvSpPr/>
          <p:nvPr/>
        </p:nvSpPr>
        <p:spPr>
          <a:xfrm>
            <a:off x="9348806" y="1309154"/>
            <a:ext cx="32126" cy="32126"/>
          </a:xfrm>
          <a:prstGeom prst="rect">
            <a:avLst/>
          </a:prstGeom>
          <a:solidFill>
            <a:srgbClr val="FE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dncell24" descr="Editable shape; source id dncell24"/>
          <p:cNvSpPr/>
          <p:nvPr/>
        </p:nvSpPr>
        <p:spPr>
          <a:xfrm>
            <a:off x="9380932" y="1341280"/>
            <a:ext cx="32126" cy="32126"/>
          </a:xfrm>
          <a:prstGeom prst="rect">
            <a:avLst/>
          </a:prstGeom>
          <a:solidFill>
            <a:srgbClr val="EF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dncell25" descr="Editable shape; source id dncell25"/>
          <p:cNvSpPr/>
          <p:nvPr/>
        </p:nvSpPr>
        <p:spPr>
          <a:xfrm>
            <a:off x="9413059" y="1373407"/>
            <a:ext cx="32126" cy="32126"/>
          </a:xfrm>
          <a:prstGeom prst="rect">
            <a:avLst/>
          </a:prstGeom>
          <a:solidFill>
            <a:srgbClr val="FCC5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dncell26" descr="Editable shape; source id dncell26"/>
          <p:cNvSpPr/>
          <p:nvPr/>
        </p:nvSpPr>
        <p:spPr>
          <a:xfrm>
            <a:off x="9445185" y="1405533"/>
            <a:ext cx="16063" cy="24094"/>
          </a:xfrm>
          <a:prstGeom prst="rect">
            <a:avLst/>
          </a:prstGeom>
          <a:solidFill>
            <a:srgbClr val="010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window" descr="Editable shape; source id window"/>
          <p:cNvSpPr/>
          <p:nvPr/>
        </p:nvSpPr>
        <p:spPr>
          <a:xfrm>
            <a:off x="10601738" y="425675"/>
            <a:ext cx="1445691" cy="208822"/>
          </a:xfrm>
          <a:prstGeom prst="roundRect">
            <a:avLst>
              <a:gd name="adj" fmla="val 19230"/>
            </a:avLst>
          </a:prstGeom>
          <a:solidFill>
            <a:srgbClr val="CCCCCC"/>
          </a:solidFill>
          <a:ln w="12047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fn" descr="Editable shape; source id ffn"/>
          <p:cNvSpPr/>
          <p:nvPr/>
        </p:nvSpPr>
        <p:spPr>
          <a:xfrm>
            <a:off x="10601738" y="1469786"/>
            <a:ext cx="1445691" cy="208822"/>
          </a:xfrm>
          <a:prstGeom prst="roundRect">
            <a:avLst>
              <a:gd name="adj" fmla="val 19230"/>
            </a:avLst>
          </a:prstGeom>
          <a:solidFill>
            <a:srgbClr val="CCCCCC"/>
          </a:solidFill>
          <a:ln w="12047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pelabel" descr="Editable shape; source id pelabel"/>
          <p:cNvSpPr/>
          <p:nvPr/>
        </p:nvSpPr>
        <p:spPr>
          <a:xfrm>
            <a:off x="10601738" y="2377359"/>
            <a:ext cx="1445691" cy="208822"/>
          </a:xfrm>
          <a:prstGeom prst="roundRect">
            <a:avLst>
              <a:gd name="adj" fmla="val 19230"/>
            </a:avLst>
          </a:prstGeom>
          <a:solidFill>
            <a:srgbClr val="CCCCCC"/>
          </a:solidFill>
          <a:ln w="12047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in" descr="Editable line; source id in"/>
          <p:cNvCxnSpPr/>
          <p:nvPr/>
        </p:nvCxnSpPr>
        <p:spPr>
          <a:xfrm>
            <a:off x="473865" y="979857"/>
            <a:ext cx="514024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v" descr="Editable line; source id v"/>
          <p:cNvCxnSpPr/>
          <p:nvPr/>
        </p:nvCxnSpPr>
        <p:spPr>
          <a:xfrm>
            <a:off x="1566165" y="979857"/>
            <a:ext cx="514024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a1" descr="Editable line; source id a1"/>
          <p:cNvCxnSpPr/>
          <p:nvPr/>
        </p:nvCxnSpPr>
        <p:spPr>
          <a:xfrm>
            <a:off x="2955636" y="979857"/>
            <a:ext cx="505992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a2" descr="Editable line; source id a2"/>
          <p:cNvCxnSpPr/>
          <p:nvPr/>
        </p:nvCxnSpPr>
        <p:spPr>
          <a:xfrm>
            <a:off x="4337074" y="979857"/>
            <a:ext cx="489929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a3" descr="Editable line; source id a3"/>
          <p:cNvCxnSpPr/>
          <p:nvPr/>
        </p:nvCxnSpPr>
        <p:spPr>
          <a:xfrm>
            <a:off x="5710482" y="979857"/>
            <a:ext cx="489928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a4" descr="Editable line; source id a4"/>
          <p:cNvCxnSpPr/>
          <p:nvPr/>
        </p:nvCxnSpPr>
        <p:spPr>
          <a:xfrm>
            <a:off x="6714434" y="979857"/>
            <a:ext cx="505992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a5" descr="Editable line; source id a5"/>
          <p:cNvCxnSpPr/>
          <p:nvPr/>
        </p:nvCxnSpPr>
        <p:spPr>
          <a:xfrm>
            <a:off x="8095873" y="979857"/>
            <a:ext cx="497960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out" descr="Editable line; source id out"/>
          <p:cNvCxnSpPr/>
          <p:nvPr/>
        </p:nvCxnSpPr>
        <p:spPr>
          <a:xfrm>
            <a:off x="9469280" y="979857"/>
            <a:ext cx="497960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up1" descr="Editable line; source id up1"/>
          <p:cNvCxnSpPr/>
          <p:nvPr/>
        </p:nvCxnSpPr>
        <p:spPr>
          <a:xfrm flipV="1">
            <a:off x="3903367" y="1445691"/>
            <a:ext cx="0" cy="168664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upN" descr="Editable line; source id upN"/>
          <p:cNvCxnSpPr/>
          <p:nvPr/>
        </p:nvCxnSpPr>
        <p:spPr>
          <a:xfrm flipV="1">
            <a:off x="9051636" y="1445691"/>
            <a:ext cx="0" cy="168664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busL" descr="Editable line; source id busL"/>
          <p:cNvCxnSpPr/>
          <p:nvPr/>
        </p:nvCxnSpPr>
        <p:spPr>
          <a:xfrm>
            <a:off x="650561" y="979857"/>
            <a:ext cx="0" cy="169467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busB" descr="Editable line; source id busB"/>
          <p:cNvCxnSpPr/>
          <p:nvPr/>
        </p:nvCxnSpPr>
        <p:spPr>
          <a:xfrm>
            <a:off x="650561" y="2674529"/>
            <a:ext cx="8401075" cy="0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busM" descr="Editable line; source id busM"/>
          <p:cNvCxnSpPr/>
          <p:nvPr/>
        </p:nvCxnSpPr>
        <p:spPr>
          <a:xfrm flipV="1">
            <a:off x="3903367" y="2417517"/>
            <a:ext cx="0" cy="25701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busN" descr="Editable line; source id busN"/>
          <p:cNvCxnSpPr/>
          <p:nvPr/>
        </p:nvCxnSpPr>
        <p:spPr>
          <a:xfrm flipV="1">
            <a:off x="9051636" y="2417517"/>
            <a:ext cx="0" cy="25701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h1stems_0" descr="Editable line; source id h1stems_0"/>
          <p:cNvCxnSpPr/>
          <p:nvPr/>
        </p:nvCxnSpPr>
        <p:spPr>
          <a:xfrm flipV="1">
            <a:off x="2104284" y="1550102"/>
            <a:ext cx="0" cy="26504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h1stems_1" descr="Editable line; source id h1stems_1"/>
          <p:cNvCxnSpPr/>
          <p:nvPr/>
        </p:nvCxnSpPr>
        <p:spPr>
          <a:xfrm flipV="1">
            <a:off x="2136411" y="1550102"/>
            <a:ext cx="0" cy="26504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h1stems_2" descr="Editable line; source id h1stems_2"/>
          <p:cNvCxnSpPr/>
          <p:nvPr/>
        </p:nvCxnSpPr>
        <p:spPr>
          <a:xfrm flipV="1">
            <a:off x="2168537" y="1501913"/>
            <a:ext cx="0" cy="31323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h1stems_3" descr="Editable line; source id h1stems_3"/>
          <p:cNvCxnSpPr/>
          <p:nvPr/>
        </p:nvCxnSpPr>
        <p:spPr>
          <a:xfrm flipV="1">
            <a:off x="2200663" y="1517976"/>
            <a:ext cx="0" cy="29717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h1stems_4" descr="Editable line; source id h1stems_4"/>
          <p:cNvCxnSpPr/>
          <p:nvPr/>
        </p:nvCxnSpPr>
        <p:spPr>
          <a:xfrm flipV="1">
            <a:off x="2232790" y="1558134"/>
            <a:ext cx="0" cy="25701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h1stems_5" descr="Editable line; source id h1stems_5"/>
          <p:cNvCxnSpPr/>
          <p:nvPr/>
        </p:nvCxnSpPr>
        <p:spPr>
          <a:xfrm flipV="1">
            <a:off x="2264916" y="1598292"/>
            <a:ext cx="0" cy="21685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h1stems_6" descr="Editable line; source id h1stems_6"/>
          <p:cNvCxnSpPr/>
          <p:nvPr/>
        </p:nvCxnSpPr>
        <p:spPr>
          <a:xfrm flipV="1">
            <a:off x="2297043" y="1574197"/>
            <a:ext cx="0" cy="24094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1stems_7" descr="Editable line; source id h1stems_7"/>
          <p:cNvCxnSpPr/>
          <p:nvPr/>
        </p:nvCxnSpPr>
        <p:spPr>
          <a:xfrm flipV="1">
            <a:off x="2329169" y="1582229"/>
            <a:ext cx="0" cy="23291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h1stems_8" descr="Editable line; source id h1stems_8"/>
          <p:cNvCxnSpPr/>
          <p:nvPr/>
        </p:nvCxnSpPr>
        <p:spPr>
          <a:xfrm flipV="1">
            <a:off x="2361296" y="1590260"/>
            <a:ext cx="0" cy="22488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h1stems_9" descr="Editable line; source id h1stems_9"/>
          <p:cNvCxnSpPr/>
          <p:nvPr/>
        </p:nvCxnSpPr>
        <p:spPr>
          <a:xfrm flipV="1">
            <a:off x="2393422" y="1630418"/>
            <a:ext cx="0" cy="18472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h1stems_10" descr="Editable line; source id h1stems_10"/>
          <p:cNvCxnSpPr/>
          <p:nvPr/>
        </p:nvCxnSpPr>
        <p:spPr>
          <a:xfrm flipV="1">
            <a:off x="2425549" y="1622387"/>
            <a:ext cx="0" cy="19275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h1stems_11" descr="Editable line; source id h1stems_11"/>
          <p:cNvCxnSpPr/>
          <p:nvPr/>
        </p:nvCxnSpPr>
        <p:spPr>
          <a:xfrm flipV="1">
            <a:off x="2457675" y="1638450"/>
            <a:ext cx="0" cy="17669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h1stems_12" descr="Editable line; source id h1stems_12"/>
          <p:cNvCxnSpPr/>
          <p:nvPr/>
        </p:nvCxnSpPr>
        <p:spPr>
          <a:xfrm flipV="1">
            <a:off x="2489802" y="1662545"/>
            <a:ext cx="0" cy="15260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h1stems_13" descr="Editable line; source id h1stems_13"/>
          <p:cNvCxnSpPr/>
          <p:nvPr/>
        </p:nvCxnSpPr>
        <p:spPr>
          <a:xfrm flipV="1">
            <a:off x="2521928" y="1654513"/>
            <a:ext cx="0" cy="16063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h1stems_14" descr="Editable line; source id h1stems_14"/>
          <p:cNvCxnSpPr/>
          <p:nvPr/>
        </p:nvCxnSpPr>
        <p:spPr>
          <a:xfrm flipV="1">
            <a:off x="2554055" y="1670577"/>
            <a:ext cx="0" cy="14456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h1stems_15" descr="Editable line; source id h1stems_15"/>
          <p:cNvCxnSpPr/>
          <p:nvPr/>
        </p:nvCxnSpPr>
        <p:spPr>
          <a:xfrm flipV="1">
            <a:off x="2586181" y="1678608"/>
            <a:ext cx="0" cy="13653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h1stems_16" descr="Editable line; source id h1stems_16"/>
          <p:cNvCxnSpPr/>
          <p:nvPr/>
        </p:nvCxnSpPr>
        <p:spPr>
          <a:xfrm flipV="1">
            <a:off x="2618308" y="1686640"/>
            <a:ext cx="0" cy="12850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h1stems_17" descr="Editable line; source id h1stems_17"/>
          <p:cNvCxnSpPr/>
          <p:nvPr/>
        </p:nvCxnSpPr>
        <p:spPr>
          <a:xfrm flipV="1">
            <a:off x="2650434" y="1702703"/>
            <a:ext cx="0" cy="11244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h1stems_18" descr="Editable line; source id h1stems_18"/>
          <p:cNvCxnSpPr/>
          <p:nvPr/>
        </p:nvCxnSpPr>
        <p:spPr>
          <a:xfrm flipV="1">
            <a:off x="2682561" y="1702703"/>
            <a:ext cx="0" cy="11244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h1stems_19" descr="Editable line; source id h1stems_19"/>
          <p:cNvCxnSpPr/>
          <p:nvPr/>
        </p:nvCxnSpPr>
        <p:spPr>
          <a:xfrm flipV="1">
            <a:off x="2714687" y="1718766"/>
            <a:ext cx="0" cy="9638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h1stems_20" descr="Editable line; source id h1stems_20"/>
          <p:cNvCxnSpPr/>
          <p:nvPr/>
        </p:nvCxnSpPr>
        <p:spPr>
          <a:xfrm flipV="1">
            <a:off x="2746814" y="1718766"/>
            <a:ext cx="0" cy="9638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h1stems_21" descr="Editable line; source id h1stems_21"/>
          <p:cNvCxnSpPr/>
          <p:nvPr/>
        </p:nvCxnSpPr>
        <p:spPr>
          <a:xfrm flipV="1">
            <a:off x="2778940" y="1726798"/>
            <a:ext cx="0" cy="8834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h1stems_22" descr="Editable line; source id h1stems_22"/>
          <p:cNvCxnSpPr/>
          <p:nvPr/>
        </p:nvCxnSpPr>
        <p:spPr>
          <a:xfrm flipV="1">
            <a:off x="2811067" y="1734829"/>
            <a:ext cx="0" cy="8031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h1stems_23" descr="Editable line; source id h1stems_23"/>
          <p:cNvCxnSpPr/>
          <p:nvPr/>
        </p:nvCxnSpPr>
        <p:spPr>
          <a:xfrm flipV="1">
            <a:off x="2843193" y="1742861"/>
            <a:ext cx="0" cy="7228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h1stems_24" descr="Editable line; source id h1stems_24"/>
          <p:cNvCxnSpPr/>
          <p:nvPr/>
        </p:nvCxnSpPr>
        <p:spPr>
          <a:xfrm flipV="1">
            <a:off x="2875320" y="1758924"/>
            <a:ext cx="0" cy="5622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h1stems_25" descr="Editable line; source id h1stems_25"/>
          <p:cNvCxnSpPr/>
          <p:nvPr/>
        </p:nvCxnSpPr>
        <p:spPr>
          <a:xfrm flipV="1">
            <a:off x="2907446" y="1766956"/>
            <a:ext cx="0" cy="4819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h1stems_26" descr="Editable line; source id h1stems_26"/>
          <p:cNvCxnSpPr/>
          <p:nvPr/>
        </p:nvCxnSpPr>
        <p:spPr>
          <a:xfrm flipV="1">
            <a:off x="2939573" y="1774988"/>
            <a:ext cx="0" cy="4015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h1stemsbase" descr="Editable line; source id h1stemsbase"/>
          <p:cNvCxnSpPr/>
          <p:nvPr/>
        </p:nvCxnSpPr>
        <p:spPr>
          <a:xfrm>
            <a:off x="2080189" y="1815146"/>
            <a:ext cx="899542" cy="0"/>
          </a:xfrm>
          <a:prstGeom prst="line">
            <a:avLst/>
          </a:prstGeom>
          <a:ln w="10441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h2stems_0" descr="Editable line; source id h2stems_0"/>
          <p:cNvCxnSpPr/>
          <p:nvPr/>
        </p:nvCxnSpPr>
        <p:spPr>
          <a:xfrm flipV="1">
            <a:off x="4859130" y="1686640"/>
            <a:ext cx="0" cy="12850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h2stems_1" descr="Editable line; source id h2stems_1"/>
          <p:cNvCxnSpPr/>
          <p:nvPr/>
        </p:nvCxnSpPr>
        <p:spPr>
          <a:xfrm flipV="1">
            <a:off x="4891256" y="1686640"/>
            <a:ext cx="0" cy="12850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h2stems_2" descr="Editable line; source id h2stems_2"/>
          <p:cNvCxnSpPr/>
          <p:nvPr/>
        </p:nvCxnSpPr>
        <p:spPr>
          <a:xfrm flipV="1">
            <a:off x="4923383" y="1646482"/>
            <a:ext cx="0" cy="16866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h2stems_3" descr="Editable line; source id h2stems_3"/>
          <p:cNvCxnSpPr/>
          <p:nvPr/>
        </p:nvCxnSpPr>
        <p:spPr>
          <a:xfrm flipV="1">
            <a:off x="4955509" y="1614355"/>
            <a:ext cx="0" cy="20079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h2stems_4" descr="Editable line; source id h2stems_4"/>
          <p:cNvCxnSpPr/>
          <p:nvPr/>
        </p:nvCxnSpPr>
        <p:spPr>
          <a:xfrm flipV="1">
            <a:off x="4987636" y="1598292"/>
            <a:ext cx="0" cy="21685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h2stems_5" descr="Editable line; source id h2stems_5"/>
          <p:cNvCxnSpPr/>
          <p:nvPr/>
        </p:nvCxnSpPr>
        <p:spPr>
          <a:xfrm flipV="1">
            <a:off x="5019762" y="1590260"/>
            <a:ext cx="0" cy="22488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h2stems_6" descr="Editable line; source id h2stems_6"/>
          <p:cNvCxnSpPr/>
          <p:nvPr/>
        </p:nvCxnSpPr>
        <p:spPr>
          <a:xfrm flipV="1">
            <a:off x="5051889" y="1582229"/>
            <a:ext cx="0" cy="23291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h2stems_7" descr="Editable line; source id h2stems_7"/>
          <p:cNvCxnSpPr/>
          <p:nvPr/>
        </p:nvCxnSpPr>
        <p:spPr>
          <a:xfrm flipV="1">
            <a:off x="5084015" y="1574197"/>
            <a:ext cx="0" cy="24094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h2stems_8" descr="Editable line; source id h2stems_8"/>
          <p:cNvCxnSpPr/>
          <p:nvPr/>
        </p:nvCxnSpPr>
        <p:spPr>
          <a:xfrm flipV="1">
            <a:off x="5116142" y="1566165"/>
            <a:ext cx="0" cy="24898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h2stems_9" descr="Editable line; source id h2stems_9"/>
          <p:cNvCxnSpPr/>
          <p:nvPr/>
        </p:nvCxnSpPr>
        <p:spPr>
          <a:xfrm flipV="1">
            <a:off x="5148268" y="1566165"/>
            <a:ext cx="0" cy="24898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h2stems_10" descr="Editable line; source id h2stems_10"/>
          <p:cNvCxnSpPr/>
          <p:nvPr/>
        </p:nvCxnSpPr>
        <p:spPr>
          <a:xfrm flipV="1">
            <a:off x="5180395" y="1558134"/>
            <a:ext cx="0" cy="25701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h2stems_11" descr="Editable line; source id h2stems_11"/>
          <p:cNvCxnSpPr/>
          <p:nvPr/>
        </p:nvCxnSpPr>
        <p:spPr>
          <a:xfrm flipV="1">
            <a:off x="5212521" y="1566165"/>
            <a:ext cx="0" cy="24898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h2stems_12" descr="Editable line; source id h2stems_12"/>
          <p:cNvCxnSpPr/>
          <p:nvPr/>
        </p:nvCxnSpPr>
        <p:spPr>
          <a:xfrm flipV="1">
            <a:off x="5244648" y="1566165"/>
            <a:ext cx="0" cy="24898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h2stems_13" descr="Editable line; source id h2stems_13"/>
          <p:cNvCxnSpPr/>
          <p:nvPr/>
        </p:nvCxnSpPr>
        <p:spPr>
          <a:xfrm flipV="1">
            <a:off x="5276774" y="1574197"/>
            <a:ext cx="0" cy="24094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h2stems_14" descr="Editable line; source id h2stems_14"/>
          <p:cNvCxnSpPr/>
          <p:nvPr/>
        </p:nvCxnSpPr>
        <p:spPr>
          <a:xfrm flipV="1">
            <a:off x="5308901" y="1582229"/>
            <a:ext cx="0" cy="23291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h2stems_15" descr="Editable line; source id h2stems_15"/>
          <p:cNvCxnSpPr/>
          <p:nvPr/>
        </p:nvCxnSpPr>
        <p:spPr>
          <a:xfrm flipV="1">
            <a:off x="5341027" y="1590260"/>
            <a:ext cx="0" cy="22488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h2stems_16" descr="Editable line; source id h2stems_16"/>
          <p:cNvCxnSpPr/>
          <p:nvPr/>
        </p:nvCxnSpPr>
        <p:spPr>
          <a:xfrm flipV="1">
            <a:off x="5373154" y="1590260"/>
            <a:ext cx="0" cy="22488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h2stems_17" descr="Editable line; source id h2stems_17"/>
          <p:cNvCxnSpPr/>
          <p:nvPr/>
        </p:nvCxnSpPr>
        <p:spPr>
          <a:xfrm flipV="1">
            <a:off x="5405280" y="1598292"/>
            <a:ext cx="0" cy="21685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h2stems_18" descr="Editable line; source id h2stems_18"/>
          <p:cNvCxnSpPr/>
          <p:nvPr/>
        </p:nvCxnSpPr>
        <p:spPr>
          <a:xfrm flipV="1">
            <a:off x="5437406" y="1598292"/>
            <a:ext cx="0" cy="21685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h2stems_19" descr="Editable line; source id h2stems_19"/>
          <p:cNvCxnSpPr/>
          <p:nvPr/>
        </p:nvCxnSpPr>
        <p:spPr>
          <a:xfrm flipV="1">
            <a:off x="5469533" y="1606324"/>
            <a:ext cx="0" cy="20882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h2stems_20" descr="Editable line; source id h2stems_20"/>
          <p:cNvCxnSpPr/>
          <p:nvPr/>
        </p:nvCxnSpPr>
        <p:spPr>
          <a:xfrm flipV="1">
            <a:off x="5501659" y="1614355"/>
            <a:ext cx="0" cy="20079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h2stems_21" descr="Editable line; source id h2stems_21"/>
          <p:cNvCxnSpPr/>
          <p:nvPr/>
        </p:nvCxnSpPr>
        <p:spPr>
          <a:xfrm flipV="1">
            <a:off x="5533786" y="1614355"/>
            <a:ext cx="0" cy="20079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h2stems_22" descr="Editable line; source id h2stems_22"/>
          <p:cNvCxnSpPr/>
          <p:nvPr/>
        </p:nvCxnSpPr>
        <p:spPr>
          <a:xfrm flipV="1">
            <a:off x="5565912" y="1622387"/>
            <a:ext cx="0" cy="19275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h2stems_23" descr="Editable line; source id h2stems_23"/>
          <p:cNvCxnSpPr/>
          <p:nvPr/>
        </p:nvCxnSpPr>
        <p:spPr>
          <a:xfrm flipV="1">
            <a:off x="5598039" y="1622387"/>
            <a:ext cx="0" cy="19275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h2stems_24" descr="Editable line; source id h2stems_24"/>
          <p:cNvCxnSpPr/>
          <p:nvPr/>
        </p:nvCxnSpPr>
        <p:spPr>
          <a:xfrm flipV="1">
            <a:off x="5630165" y="1630418"/>
            <a:ext cx="0" cy="18472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h2stems_25" descr="Editable line; source id h2stems_25"/>
          <p:cNvCxnSpPr/>
          <p:nvPr/>
        </p:nvCxnSpPr>
        <p:spPr>
          <a:xfrm flipV="1">
            <a:off x="5662292" y="1638450"/>
            <a:ext cx="0" cy="17669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h2stems_26" descr="Editable line; source id h2stems_26"/>
          <p:cNvCxnSpPr/>
          <p:nvPr/>
        </p:nvCxnSpPr>
        <p:spPr>
          <a:xfrm flipV="1">
            <a:off x="5694418" y="1646482"/>
            <a:ext cx="0" cy="16866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h2stemsbase" descr="Editable line; source id h2stemsbase"/>
          <p:cNvCxnSpPr/>
          <p:nvPr/>
        </p:nvCxnSpPr>
        <p:spPr>
          <a:xfrm>
            <a:off x="4835035" y="1815146"/>
            <a:ext cx="899541" cy="0"/>
          </a:xfrm>
          <a:prstGeom prst="line">
            <a:avLst/>
          </a:prstGeom>
          <a:ln w="10441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hnstems_0" descr="Editable line; source id hnstems_0"/>
          <p:cNvCxnSpPr/>
          <p:nvPr/>
        </p:nvCxnSpPr>
        <p:spPr>
          <a:xfrm flipV="1">
            <a:off x="7244521" y="1550102"/>
            <a:ext cx="0" cy="26504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hnstems_1" descr="Editable line; source id hnstems_1"/>
          <p:cNvCxnSpPr/>
          <p:nvPr/>
        </p:nvCxnSpPr>
        <p:spPr>
          <a:xfrm flipV="1">
            <a:off x="7276648" y="1550102"/>
            <a:ext cx="0" cy="26504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hnstems_2" descr="Editable line; source id hnstems_2"/>
          <p:cNvCxnSpPr/>
          <p:nvPr/>
        </p:nvCxnSpPr>
        <p:spPr>
          <a:xfrm flipV="1">
            <a:off x="7308774" y="1614355"/>
            <a:ext cx="0" cy="20079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hnstems_3" descr="Editable line; source id hnstems_3"/>
          <p:cNvCxnSpPr/>
          <p:nvPr/>
        </p:nvCxnSpPr>
        <p:spPr>
          <a:xfrm flipV="1">
            <a:off x="7340901" y="1662545"/>
            <a:ext cx="0" cy="15260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hnstems_4" descr="Editable line; source id hnstems_4"/>
          <p:cNvCxnSpPr/>
          <p:nvPr/>
        </p:nvCxnSpPr>
        <p:spPr>
          <a:xfrm flipV="1">
            <a:off x="7373027" y="1694671"/>
            <a:ext cx="0" cy="12047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hnstems_5" descr="Editable line; source id hnstems_5"/>
          <p:cNvCxnSpPr/>
          <p:nvPr/>
        </p:nvCxnSpPr>
        <p:spPr>
          <a:xfrm flipV="1">
            <a:off x="7405153" y="1718766"/>
            <a:ext cx="0" cy="9638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hnstems_6" descr="Editable line; source id hnstems_6"/>
          <p:cNvCxnSpPr/>
          <p:nvPr/>
        </p:nvCxnSpPr>
        <p:spPr>
          <a:xfrm flipV="1">
            <a:off x="7437280" y="1734829"/>
            <a:ext cx="0" cy="8031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hnstems_7" descr="Editable line; source id hnstems_7"/>
          <p:cNvCxnSpPr/>
          <p:nvPr/>
        </p:nvCxnSpPr>
        <p:spPr>
          <a:xfrm flipV="1">
            <a:off x="7469406" y="1750893"/>
            <a:ext cx="0" cy="6425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hnstems_8" descr="Editable line; source id hnstems_8"/>
          <p:cNvCxnSpPr/>
          <p:nvPr/>
        </p:nvCxnSpPr>
        <p:spPr>
          <a:xfrm flipV="1">
            <a:off x="7501533" y="1758924"/>
            <a:ext cx="0" cy="5622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hnstems_9" descr="Editable line; source id hnstems_9"/>
          <p:cNvCxnSpPr/>
          <p:nvPr/>
        </p:nvCxnSpPr>
        <p:spPr>
          <a:xfrm flipV="1">
            <a:off x="7533659" y="1766956"/>
            <a:ext cx="0" cy="4819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hnstems_10" descr="Editable line; source id hnstems_10"/>
          <p:cNvCxnSpPr/>
          <p:nvPr/>
        </p:nvCxnSpPr>
        <p:spPr>
          <a:xfrm flipV="1">
            <a:off x="7565786" y="1766956"/>
            <a:ext cx="0" cy="4819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hnstems_11" descr="Editable line; source id hnstems_11"/>
          <p:cNvCxnSpPr/>
          <p:nvPr/>
        </p:nvCxnSpPr>
        <p:spPr>
          <a:xfrm flipV="1">
            <a:off x="7597912" y="1774988"/>
            <a:ext cx="0" cy="4015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hnstems_12" descr="Editable line; source id hnstems_12"/>
          <p:cNvCxnSpPr/>
          <p:nvPr/>
        </p:nvCxnSpPr>
        <p:spPr>
          <a:xfrm flipV="1">
            <a:off x="7630039" y="1774988"/>
            <a:ext cx="0" cy="4015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hnstems_13" descr="Editable line; source id hnstems_13"/>
          <p:cNvCxnSpPr/>
          <p:nvPr/>
        </p:nvCxnSpPr>
        <p:spPr>
          <a:xfrm flipV="1">
            <a:off x="7662165" y="1774988"/>
            <a:ext cx="0" cy="4015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hnstems_14" descr="Editable line; source id hnstems_14"/>
          <p:cNvCxnSpPr/>
          <p:nvPr/>
        </p:nvCxnSpPr>
        <p:spPr>
          <a:xfrm flipV="1">
            <a:off x="7694292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hnstems_15" descr="Editable line; source id hnstems_15"/>
          <p:cNvCxnSpPr/>
          <p:nvPr/>
        </p:nvCxnSpPr>
        <p:spPr>
          <a:xfrm flipV="1">
            <a:off x="7726418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hnstems_16" descr="Editable line; source id hnstems_16"/>
          <p:cNvCxnSpPr/>
          <p:nvPr/>
        </p:nvCxnSpPr>
        <p:spPr>
          <a:xfrm flipV="1">
            <a:off x="7758545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hnstems_17" descr="Editable line; source id hnstems_17"/>
          <p:cNvCxnSpPr/>
          <p:nvPr/>
        </p:nvCxnSpPr>
        <p:spPr>
          <a:xfrm flipV="1">
            <a:off x="7790671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hnstems_18" descr="Editable line; source id hnstems_18"/>
          <p:cNvCxnSpPr/>
          <p:nvPr/>
        </p:nvCxnSpPr>
        <p:spPr>
          <a:xfrm flipV="1">
            <a:off x="7822798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hnstems_19" descr="Editable line; source id hnstems_19"/>
          <p:cNvCxnSpPr/>
          <p:nvPr/>
        </p:nvCxnSpPr>
        <p:spPr>
          <a:xfrm flipV="1">
            <a:off x="7854924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hnstems_20" descr="Editable line; source id hnstems_20"/>
          <p:cNvCxnSpPr/>
          <p:nvPr/>
        </p:nvCxnSpPr>
        <p:spPr>
          <a:xfrm flipV="1">
            <a:off x="7887051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hnstems_21" descr="Editable line; source id hnstems_21"/>
          <p:cNvCxnSpPr/>
          <p:nvPr/>
        </p:nvCxnSpPr>
        <p:spPr>
          <a:xfrm flipV="1">
            <a:off x="7919177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hnstems_22" descr="Editable line; source id hnstems_22"/>
          <p:cNvCxnSpPr/>
          <p:nvPr/>
        </p:nvCxnSpPr>
        <p:spPr>
          <a:xfrm flipV="1">
            <a:off x="7951304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hnstems_23" descr="Editable line; source id hnstems_23"/>
          <p:cNvCxnSpPr/>
          <p:nvPr/>
        </p:nvCxnSpPr>
        <p:spPr>
          <a:xfrm flipV="1">
            <a:off x="7983430" y="1791051"/>
            <a:ext cx="0" cy="2409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hnstems_24" descr="Editable line; source id hnstems_24"/>
          <p:cNvCxnSpPr/>
          <p:nvPr/>
        </p:nvCxnSpPr>
        <p:spPr>
          <a:xfrm flipV="1">
            <a:off x="8015557" y="1791051"/>
            <a:ext cx="0" cy="2409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hnstems_25" descr="Editable line; source id hnstems_25"/>
          <p:cNvCxnSpPr/>
          <p:nvPr/>
        </p:nvCxnSpPr>
        <p:spPr>
          <a:xfrm flipV="1">
            <a:off x="8047683" y="1791051"/>
            <a:ext cx="0" cy="2409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hnstems_26" descr="Editable line; source id hnstems_26"/>
          <p:cNvCxnSpPr/>
          <p:nvPr/>
        </p:nvCxnSpPr>
        <p:spPr>
          <a:xfrm flipV="1">
            <a:off x="8079810" y="1783019"/>
            <a:ext cx="0" cy="321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hnstemsbase" descr="Editable line; source id hnstemsbase"/>
          <p:cNvCxnSpPr/>
          <p:nvPr/>
        </p:nvCxnSpPr>
        <p:spPr>
          <a:xfrm>
            <a:off x="7220426" y="1815146"/>
            <a:ext cx="883478" cy="0"/>
          </a:xfrm>
          <a:prstGeom prst="line">
            <a:avLst/>
          </a:prstGeom>
          <a:ln w="10441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windowstems_0" descr="Editable line; source id windowstems_0"/>
          <p:cNvCxnSpPr/>
          <p:nvPr/>
        </p:nvCxnSpPr>
        <p:spPr>
          <a:xfrm flipV="1">
            <a:off x="10890877" y="112442"/>
            <a:ext cx="0" cy="24898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windowstemsdot0" descr="Editable shape; source id windowstemsdot0"/>
          <p:cNvSpPr/>
          <p:nvPr/>
        </p:nvSpPr>
        <p:spPr>
          <a:xfrm>
            <a:off x="10872404" y="9396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6" name="windowstems_1" descr="Editable line; source id windowstems_1"/>
          <p:cNvCxnSpPr/>
          <p:nvPr/>
        </p:nvCxnSpPr>
        <p:spPr>
          <a:xfrm flipV="1">
            <a:off x="10923003" y="128505"/>
            <a:ext cx="0" cy="23291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windowstemsdot1" descr="Editable shape; source id windowstemsdot1"/>
          <p:cNvSpPr/>
          <p:nvPr/>
        </p:nvSpPr>
        <p:spPr>
          <a:xfrm>
            <a:off x="10904530" y="11003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8" name="windowstems_2" descr="Editable line; source id windowstems_2"/>
          <p:cNvCxnSpPr/>
          <p:nvPr/>
        </p:nvCxnSpPr>
        <p:spPr>
          <a:xfrm flipV="1">
            <a:off x="10955130" y="144569"/>
            <a:ext cx="0" cy="21685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windowstemsdot2" descr="Editable shape; source id windowstemsdot2"/>
          <p:cNvSpPr/>
          <p:nvPr/>
        </p:nvSpPr>
        <p:spPr>
          <a:xfrm>
            <a:off x="10936657" y="12609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windowstems_3" descr="Editable line; source id windowstems_3"/>
          <p:cNvCxnSpPr/>
          <p:nvPr/>
        </p:nvCxnSpPr>
        <p:spPr>
          <a:xfrm flipV="1">
            <a:off x="10987256" y="160632"/>
            <a:ext cx="0" cy="20079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windowstemsdot3" descr="Editable shape; source id windowstemsdot3"/>
          <p:cNvSpPr/>
          <p:nvPr/>
        </p:nvSpPr>
        <p:spPr>
          <a:xfrm>
            <a:off x="10968783" y="14215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2" name="windowstems_4" descr="Editable line; source id windowstems_4"/>
          <p:cNvCxnSpPr/>
          <p:nvPr/>
        </p:nvCxnSpPr>
        <p:spPr>
          <a:xfrm flipV="1">
            <a:off x="11019383" y="176695"/>
            <a:ext cx="0" cy="1847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windowstemsdot4" descr="Editable shape; source id windowstemsdot4"/>
          <p:cNvSpPr/>
          <p:nvPr/>
        </p:nvSpPr>
        <p:spPr>
          <a:xfrm>
            <a:off x="11000910" y="15822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4" name="windowstems_5" descr="Editable line; source id windowstems_5"/>
          <p:cNvCxnSpPr/>
          <p:nvPr/>
        </p:nvCxnSpPr>
        <p:spPr>
          <a:xfrm flipV="1">
            <a:off x="11051509" y="184727"/>
            <a:ext cx="0" cy="17669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windowstemsdot5" descr="Editable shape; source id windowstemsdot5"/>
          <p:cNvSpPr/>
          <p:nvPr/>
        </p:nvSpPr>
        <p:spPr>
          <a:xfrm>
            <a:off x="11033036" y="16625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6" name="windowstems_6" descr="Editable line; source id windowstems_6"/>
          <p:cNvCxnSpPr/>
          <p:nvPr/>
        </p:nvCxnSpPr>
        <p:spPr>
          <a:xfrm flipV="1">
            <a:off x="11083636" y="200790"/>
            <a:ext cx="0" cy="16063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windowstemsdot6" descr="Editable shape; source id windowstemsdot6"/>
          <p:cNvSpPr/>
          <p:nvPr/>
        </p:nvSpPr>
        <p:spPr>
          <a:xfrm>
            <a:off x="11065163" y="18231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windowstems_7" descr="Editable line; source id windowstems_7"/>
          <p:cNvCxnSpPr/>
          <p:nvPr/>
        </p:nvCxnSpPr>
        <p:spPr>
          <a:xfrm flipV="1">
            <a:off x="11115762" y="208822"/>
            <a:ext cx="0" cy="15260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windowstemsdot7" descr="Editable shape; source id windowstemsdot7"/>
          <p:cNvSpPr/>
          <p:nvPr/>
        </p:nvSpPr>
        <p:spPr>
          <a:xfrm>
            <a:off x="11097289" y="19034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windowstems_8" descr="Editable line; source id windowstems_8"/>
          <p:cNvCxnSpPr/>
          <p:nvPr/>
        </p:nvCxnSpPr>
        <p:spPr>
          <a:xfrm flipV="1">
            <a:off x="11147889" y="216853"/>
            <a:ext cx="0" cy="14456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windowstemsdot8" descr="Editable shape; source id windowstemsdot8"/>
          <p:cNvSpPr/>
          <p:nvPr/>
        </p:nvSpPr>
        <p:spPr>
          <a:xfrm>
            <a:off x="11129416" y="198381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windowstems_9" descr="Editable line; source id windowstems_9"/>
          <p:cNvCxnSpPr/>
          <p:nvPr/>
        </p:nvCxnSpPr>
        <p:spPr>
          <a:xfrm flipV="1">
            <a:off x="11180015" y="224885"/>
            <a:ext cx="0" cy="13653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windowstemsdot9" descr="Editable shape; source id windowstemsdot9"/>
          <p:cNvSpPr/>
          <p:nvPr/>
        </p:nvSpPr>
        <p:spPr>
          <a:xfrm>
            <a:off x="11161542" y="20641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windowstems_10" descr="Editable line; source id windowstems_10"/>
          <p:cNvCxnSpPr/>
          <p:nvPr/>
        </p:nvCxnSpPr>
        <p:spPr>
          <a:xfrm flipV="1">
            <a:off x="11212142" y="232916"/>
            <a:ext cx="0" cy="12850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windowstemsdot10" descr="Editable shape; source id windowstemsdot10"/>
          <p:cNvSpPr/>
          <p:nvPr/>
        </p:nvSpPr>
        <p:spPr>
          <a:xfrm>
            <a:off x="11193669" y="21444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windowstems_11" descr="Editable line; source id windowstems_11"/>
          <p:cNvCxnSpPr/>
          <p:nvPr/>
        </p:nvCxnSpPr>
        <p:spPr>
          <a:xfrm flipV="1">
            <a:off x="11244268" y="240948"/>
            <a:ext cx="0" cy="12047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windowstemsdot11" descr="Editable shape; source id windowstemsdot11"/>
          <p:cNvSpPr/>
          <p:nvPr/>
        </p:nvSpPr>
        <p:spPr>
          <a:xfrm>
            <a:off x="11225795" y="22247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windowstems_12" descr="Editable line; source id windowstems_12"/>
          <p:cNvCxnSpPr/>
          <p:nvPr/>
        </p:nvCxnSpPr>
        <p:spPr>
          <a:xfrm flipV="1">
            <a:off x="11276394" y="248980"/>
            <a:ext cx="0" cy="11244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windowstemsdot12" descr="Editable shape; source id windowstemsdot12"/>
          <p:cNvSpPr/>
          <p:nvPr/>
        </p:nvSpPr>
        <p:spPr>
          <a:xfrm>
            <a:off x="11257922" y="23050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0" name="windowstems_13" descr="Editable line; source id windowstems_13"/>
          <p:cNvCxnSpPr/>
          <p:nvPr/>
        </p:nvCxnSpPr>
        <p:spPr>
          <a:xfrm flipV="1">
            <a:off x="11308521" y="257011"/>
            <a:ext cx="0" cy="10441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windowstemsdot13" descr="Editable shape; source id windowstemsdot13"/>
          <p:cNvSpPr/>
          <p:nvPr/>
        </p:nvSpPr>
        <p:spPr>
          <a:xfrm>
            <a:off x="11290048" y="23853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windowstems_14" descr="Editable line; source id windowstems_14"/>
          <p:cNvCxnSpPr/>
          <p:nvPr/>
        </p:nvCxnSpPr>
        <p:spPr>
          <a:xfrm flipV="1">
            <a:off x="11340647" y="257011"/>
            <a:ext cx="0" cy="10441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windowstemsdot14" descr="Editable shape; source id windowstemsdot14"/>
          <p:cNvSpPr/>
          <p:nvPr/>
        </p:nvSpPr>
        <p:spPr>
          <a:xfrm>
            <a:off x="11322175" y="23853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" name="windowstems_15" descr="Editable line; source id windowstems_15"/>
          <p:cNvCxnSpPr/>
          <p:nvPr/>
        </p:nvCxnSpPr>
        <p:spPr>
          <a:xfrm flipV="1">
            <a:off x="11372774" y="265043"/>
            <a:ext cx="0" cy="9637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windowstemsdot15" descr="Editable shape; source id windowstemsdot15"/>
          <p:cNvSpPr/>
          <p:nvPr/>
        </p:nvSpPr>
        <p:spPr>
          <a:xfrm>
            <a:off x="11354301" y="24657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windowstems_16" descr="Editable line; source id windowstems_16"/>
          <p:cNvCxnSpPr/>
          <p:nvPr/>
        </p:nvCxnSpPr>
        <p:spPr>
          <a:xfrm flipV="1">
            <a:off x="11404900" y="273075"/>
            <a:ext cx="0" cy="8834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windowstemsdot16" descr="Editable shape; source id windowstemsdot16"/>
          <p:cNvSpPr/>
          <p:nvPr/>
        </p:nvSpPr>
        <p:spPr>
          <a:xfrm>
            <a:off x="11386428" y="25460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windowstems_17" descr="Editable line; source id windowstems_17"/>
          <p:cNvCxnSpPr/>
          <p:nvPr/>
        </p:nvCxnSpPr>
        <p:spPr>
          <a:xfrm flipV="1">
            <a:off x="11437027" y="281106"/>
            <a:ext cx="0" cy="8031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windowstemsdot17" descr="Editable shape; source id windowstemsdot17"/>
          <p:cNvSpPr/>
          <p:nvPr/>
        </p:nvSpPr>
        <p:spPr>
          <a:xfrm>
            <a:off x="11418554" y="26263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windowstems_18" descr="Editable line; source id windowstems_18"/>
          <p:cNvCxnSpPr/>
          <p:nvPr/>
        </p:nvCxnSpPr>
        <p:spPr>
          <a:xfrm flipV="1">
            <a:off x="11469153" y="289138"/>
            <a:ext cx="0" cy="7228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windowstemsdot18" descr="Editable shape; source id windowstemsdot18"/>
          <p:cNvSpPr/>
          <p:nvPr/>
        </p:nvSpPr>
        <p:spPr>
          <a:xfrm>
            <a:off x="11450681" y="27066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windowstems_19" descr="Editable line; source id windowstems_19"/>
          <p:cNvCxnSpPr/>
          <p:nvPr/>
        </p:nvCxnSpPr>
        <p:spPr>
          <a:xfrm flipV="1">
            <a:off x="11501280" y="289138"/>
            <a:ext cx="0" cy="7228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windowstemsdot19" descr="Editable shape; source id windowstemsdot19"/>
          <p:cNvSpPr/>
          <p:nvPr/>
        </p:nvSpPr>
        <p:spPr>
          <a:xfrm>
            <a:off x="11482807" y="27066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4" name="windowstems_20" descr="Editable line; source id windowstems_20"/>
          <p:cNvCxnSpPr/>
          <p:nvPr/>
        </p:nvCxnSpPr>
        <p:spPr>
          <a:xfrm flipV="1">
            <a:off x="11533406" y="297169"/>
            <a:ext cx="0" cy="6425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windowstemsdot20" descr="Editable shape; source id windowstemsdot20"/>
          <p:cNvSpPr/>
          <p:nvPr/>
        </p:nvSpPr>
        <p:spPr>
          <a:xfrm>
            <a:off x="11514934" y="27869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6" name="windowstems_21" descr="Editable line; source id windowstems_21"/>
          <p:cNvCxnSpPr/>
          <p:nvPr/>
        </p:nvCxnSpPr>
        <p:spPr>
          <a:xfrm flipV="1">
            <a:off x="11565533" y="297169"/>
            <a:ext cx="0" cy="6425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windowstemsdot21" descr="Editable shape; source id windowstemsdot21"/>
          <p:cNvSpPr/>
          <p:nvPr/>
        </p:nvSpPr>
        <p:spPr>
          <a:xfrm>
            <a:off x="11547060" y="27869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windowstems_22" descr="Editable line; source id windowstems_22"/>
          <p:cNvCxnSpPr/>
          <p:nvPr/>
        </p:nvCxnSpPr>
        <p:spPr>
          <a:xfrm flipV="1">
            <a:off x="11597659" y="297169"/>
            <a:ext cx="0" cy="6425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windowstemsdot22" descr="Editable shape; source id windowstemsdot22"/>
          <p:cNvSpPr/>
          <p:nvPr/>
        </p:nvSpPr>
        <p:spPr>
          <a:xfrm>
            <a:off x="11579187" y="27869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windowstems_23" descr="Editable line; source id windowstems_23"/>
          <p:cNvCxnSpPr/>
          <p:nvPr/>
        </p:nvCxnSpPr>
        <p:spPr>
          <a:xfrm flipV="1">
            <a:off x="11629786" y="305201"/>
            <a:ext cx="0" cy="5622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windowstemsdot23" descr="Editable shape; source id windowstemsdot23"/>
          <p:cNvSpPr/>
          <p:nvPr/>
        </p:nvSpPr>
        <p:spPr>
          <a:xfrm>
            <a:off x="11611313" y="28672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windowstems_24" descr="Editable line; source id windowstems_24"/>
          <p:cNvCxnSpPr/>
          <p:nvPr/>
        </p:nvCxnSpPr>
        <p:spPr>
          <a:xfrm flipV="1">
            <a:off x="11661912" y="305201"/>
            <a:ext cx="0" cy="5622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windowstemsdot24" descr="Editable shape; source id windowstemsdot24"/>
          <p:cNvSpPr/>
          <p:nvPr/>
        </p:nvSpPr>
        <p:spPr>
          <a:xfrm>
            <a:off x="11643440" y="28672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4" name="windowstems_25" descr="Editable line; source id windowstems_25"/>
          <p:cNvCxnSpPr/>
          <p:nvPr/>
        </p:nvCxnSpPr>
        <p:spPr>
          <a:xfrm flipV="1">
            <a:off x="11694039" y="305201"/>
            <a:ext cx="0" cy="5622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windowstemsdot25" descr="Editable shape; source id windowstemsdot25"/>
          <p:cNvSpPr/>
          <p:nvPr/>
        </p:nvSpPr>
        <p:spPr>
          <a:xfrm>
            <a:off x="11675566" y="28672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6" name="windowstems_26" descr="Editable line; source id windowstems_26"/>
          <p:cNvCxnSpPr/>
          <p:nvPr/>
        </p:nvCxnSpPr>
        <p:spPr>
          <a:xfrm flipV="1">
            <a:off x="11726165" y="313233"/>
            <a:ext cx="0" cy="4818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windowstemsdot26" descr="Editable shape; source id windowstemsdot26"/>
          <p:cNvSpPr/>
          <p:nvPr/>
        </p:nvSpPr>
        <p:spPr>
          <a:xfrm>
            <a:off x="11707692" y="29476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8" name="windowstemsbase" descr="Editable line; source id windowstemsbase"/>
          <p:cNvCxnSpPr/>
          <p:nvPr/>
        </p:nvCxnSpPr>
        <p:spPr>
          <a:xfrm>
            <a:off x="10866782" y="361422"/>
            <a:ext cx="907573" cy="0"/>
          </a:xfrm>
          <a:prstGeom prst="line">
            <a:avLst/>
          </a:prstGeom>
          <a:ln w="10441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inhead0" descr="Editable line; source id inhead0"/>
          <p:cNvCxnSpPr/>
          <p:nvPr/>
        </p:nvCxnSpPr>
        <p:spPr>
          <a:xfrm flipV="1">
            <a:off x="915604" y="979857"/>
            <a:ext cx="72285" cy="5622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inhead1" descr="Editable line; source id inhead1"/>
          <p:cNvCxnSpPr/>
          <p:nvPr/>
        </p:nvCxnSpPr>
        <p:spPr>
          <a:xfrm>
            <a:off x="915604" y="923636"/>
            <a:ext cx="72285" cy="56221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vhead0" descr="Editable line; source id vhead0"/>
          <p:cNvCxnSpPr/>
          <p:nvPr/>
        </p:nvCxnSpPr>
        <p:spPr>
          <a:xfrm flipV="1">
            <a:off x="2007905" y="979857"/>
            <a:ext cx="72284" cy="5622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vhead1" descr="Editable line; source id vhead1"/>
          <p:cNvCxnSpPr/>
          <p:nvPr/>
        </p:nvCxnSpPr>
        <p:spPr>
          <a:xfrm>
            <a:off x="2007905" y="923636"/>
            <a:ext cx="72284" cy="56221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a1head0" descr="Editable line; source id a1head0"/>
          <p:cNvCxnSpPr/>
          <p:nvPr/>
        </p:nvCxnSpPr>
        <p:spPr>
          <a:xfrm flipV="1">
            <a:off x="3389343" y="979857"/>
            <a:ext cx="72285" cy="5622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a1head1" descr="Editable line; source id a1head1"/>
          <p:cNvCxnSpPr/>
          <p:nvPr/>
        </p:nvCxnSpPr>
        <p:spPr>
          <a:xfrm>
            <a:off x="3389343" y="923636"/>
            <a:ext cx="72285" cy="56221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a2head0" descr="Editable line; source id a2head0"/>
          <p:cNvCxnSpPr/>
          <p:nvPr/>
        </p:nvCxnSpPr>
        <p:spPr>
          <a:xfrm flipV="1">
            <a:off x="4754719" y="979857"/>
            <a:ext cx="72284" cy="5622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a2head1" descr="Editable line; source id a2head1"/>
          <p:cNvCxnSpPr/>
          <p:nvPr/>
        </p:nvCxnSpPr>
        <p:spPr>
          <a:xfrm>
            <a:off x="4754719" y="923636"/>
            <a:ext cx="72284" cy="56221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a3head0" descr="Editable line; source id a3head0"/>
          <p:cNvCxnSpPr/>
          <p:nvPr/>
        </p:nvCxnSpPr>
        <p:spPr>
          <a:xfrm flipV="1">
            <a:off x="6128126" y="979857"/>
            <a:ext cx="72284" cy="5622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a3head1" descr="Editable line; source id a3head1"/>
          <p:cNvCxnSpPr/>
          <p:nvPr/>
        </p:nvCxnSpPr>
        <p:spPr>
          <a:xfrm>
            <a:off x="6128126" y="923636"/>
            <a:ext cx="72284" cy="56221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a4head0" descr="Editable line; source id a4head0"/>
          <p:cNvCxnSpPr/>
          <p:nvPr/>
        </p:nvCxnSpPr>
        <p:spPr>
          <a:xfrm flipV="1">
            <a:off x="7148142" y="979857"/>
            <a:ext cx="72284" cy="5622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a4head1" descr="Editable line; source id a4head1"/>
          <p:cNvCxnSpPr/>
          <p:nvPr/>
        </p:nvCxnSpPr>
        <p:spPr>
          <a:xfrm>
            <a:off x="7148142" y="923636"/>
            <a:ext cx="72284" cy="56221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a5head0" descr="Editable line; source id a5head0"/>
          <p:cNvCxnSpPr/>
          <p:nvPr/>
        </p:nvCxnSpPr>
        <p:spPr>
          <a:xfrm flipV="1">
            <a:off x="8521549" y="979857"/>
            <a:ext cx="72284" cy="5622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a5head1" descr="Editable line; source id a5head1"/>
          <p:cNvCxnSpPr/>
          <p:nvPr/>
        </p:nvCxnSpPr>
        <p:spPr>
          <a:xfrm>
            <a:off x="8521549" y="923636"/>
            <a:ext cx="72284" cy="56221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outhead0" descr="Editable line; source id outhead0"/>
          <p:cNvCxnSpPr/>
          <p:nvPr/>
        </p:nvCxnSpPr>
        <p:spPr>
          <a:xfrm flipV="1">
            <a:off x="9894956" y="979857"/>
            <a:ext cx="72284" cy="56222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outhead1" descr="Editable line; source id outhead1"/>
          <p:cNvCxnSpPr/>
          <p:nvPr/>
        </p:nvCxnSpPr>
        <p:spPr>
          <a:xfrm>
            <a:off x="9894956" y="923636"/>
            <a:ext cx="72284" cy="56221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up1head0" descr="Editable line; source id up1head0"/>
          <p:cNvCxnSpPr/>
          <p:nvPr/>
        </p:nvCxnSpPr>
        <p:spPr>
          <a:xfrm flipH="1" flipV="1">
            <a:off x="3903367" y="1445691"/>
            <a:ext cx="56221" cy="72285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up1head1" descr="Editable line; source id up1head1"/>
          <p:cNvCxnSpPr/>
          <p:nvPr/>
        </p:nvCxnSpPr>
        <p:spPr>
          <a:xfrm flipV="1">
            <a:off x="3847146" y="1445691"/>
            <a:ext cx="56221" cy="72285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upNhead0" descr="Editable line; source id upNhead0"/>
          <p:cNvCxnSpPr/>
          <p:nvPr/>
        </p:nvCxnSpPr>
        <p:spPr>
          <a:xfrm flipH="1" flipV="1">
            <a:off x="9051636" y="1445691"/>
            <a:ext cx="56221" cy="72285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upNhead1" descr="Editable line; source id upNhead1"/>
          <p:cNvCxnSpPr/>
          <p:nvPr/>
        </p:nvCxnSpPr>
        <p:spPr>
          <a:xfrm flipV="1">
            <a:off x="8995414" y="1445691"/>
            <a:ext cx="56222" cy="72285"/>
          </a:xfrm>
          <a:prstGeom prst="line">
            <a:avLst/>
          </a:prstGeom>
          <a:ln w="16063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ffnstems_0" descr="Editable line; source id ffnstems_0"/>
          <p:cNvCxnSpPr/>
          <p:nvPr/>
        </p:nvCxnSpPr>
        <p:spPr>
          <a:xfrm flipV="1">
            <a:off x="10864372" y="843320"/>
            <a:ext cx="0" cy="13653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ffnstemsdot0" descr="Editable shape; source id ffnstemsdot0"/>
          <p:cNvSpPr/>
          <p:nvPr/>
        </p:nvSpPr>
        <p:spPr>
          <a:xfrm>
            <a:off x="10845900" y="82484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ffnstems_1" descr="Editable line; source id ffnstems_1"/>
          <p:cNvCxnSpPr/>
          <p:nvPr/>
        </p:nvCxnSpPr>
        <p:spPr>
          <a:xfrm>
            <a:off x="10899193" y="979857"/>
            <a:ext cx="0" cy="2409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ffnstemsdot1" descr="Editable shape; source id ffnstemsdot1"/>
          <p:cNvSpPr/>
          <p:nvPr/>
        </p:nvSpPr>
        <p:spPr>
          <a:xfrm>
            <a:off x="10880720" y="98547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ffnstems_2" descr="Editable line; source id ffnstems_2"/>
          <p:cNvCxnSpPr/>
          <p:nvPr/>
        </p:nvCxnSpPr>
        <p:spPr>
          <a:xfrm>
            <a:off x="10934013" y="979857"/>
            <a:ext cx="0" cy="23291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ffnstemsdot2" descr="Editable shape; source id ffnstemsdot2"/>
          <p:cNvSpPr/>
          <p:nvPr/>
        </p:nvSpPr>
        <p:spPr>
          <a:xfrm>
            <a:off x="10915540" y="1194301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5" name="ffnstems_3" descr="Editable line; source id ffnstems_3"/>
          <p:cNvCxnSpPr/>
          <p:nvPr/>
        </p:nvCxnSpPr>
        <p:spPr>
          <a:xfrm>
            <a:off x="10968834" y="979857"/>
            <a:ext cx="0" cy="12047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ffnstemsdot3" descr="Editable shape; source id ffnstemsdot3"/>
          <p:cNvSpPr/>
          <p:nvPr/>
        </p:nvSpPr>
        <p:spPr>
          <a:xfrm>
            <a:off x="10950361" y="108185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ffnstems_4" descr="Editable line; source id ffnstems_4"/>
          <p:cNvCxnSpPr/>
          <p:nvPr/>
        </p:nvCxnSpPr>
        <p:spPr>
          <a:xfrm>
            <a:off x="11003654" y="979857"/>
            <a:ext cx="0" cy="16866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ffnstemsdot4" descr="Editable shape; source id ffnstemsdot4"/>
          <p:cNvSpPr/>
          <p:nvPr/>
        </p:nvSpPr>
        <p:spPr>
          <a:xfrm>
            <a:off x="10985181" y="1130048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9" name="ffnstems_5" descr="Editable line; source id ffnstems_5"/>
          <p:cNvCxnSpPr/>
          <p:nvPr/>
        </p:nvCxnSpPr>
        <p:spPr>
          <a:xfrm>
            <a:off x="11038474" y="979857"/>
            <a:ext cx="0" cy="6425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ffnstemsdot5" descr="Editable shape; source id ffnstemsdot5"/>
          <p:cNvSpPr/>
          <p:nvPr/>
        </p:nvSpPr>
        <p:spPr>
          <a:xfrm>
            <a:off x="11020002" y="102563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1" name="ffnstems_6" descr="Editable line; source id ffnstems_6"/>
          <p:cNvCxnSpPr/>
          <p:nvPr/>
        </p:nvCxnSpPr>
        <p:spPr>
          <a:xfrm flipV="1">
            <a:off x="11073295" y="939699"/>
            <a:ext cx="0" cy="4015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ffnstemsdot6" descr="Editable shape; source id ffnstemsdot6"/>
          <p:cNvSpPr/>
          <p:nvPr/>
        </p:nvSpPr>
        <p:spPr>
          <a:xfrm>
            <a:off x="11054822" y="92122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ffnstems_7" descr="Editable line; source id ffnstems_7"/>
          <p:cNvCxnSpPr/>
          <p:nvPr/>
        </p:nvCxnSpPr>
        <p:spPr>
          <a:xfrm>
            <a:off x="11108115" y="979857"/>
            <a:ext cx="0" cy="19275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ffnstemsdot7" descr="Editable shape; source id ffnstemsdot7"/>
          <p:cNvSpPr/>
          <p:nvPr/>
        </p:nvSpPr>
        <p:spPr>
          <a:xfrm>
            <a:off x="11089643" y="115414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5" name="ffnstems_8" descr="Editable line; source id ffnstems_8"/>
          <p:cNvCxnSpPr/>
          <p:nvPr/>
        </p:nvCxnSpPr>
        <p:spPr>
          <a:xfrm flipV="1">
            <a:off x="11142936" y="923636"/>
            <a:ext cx="0" cy="5622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ffnstemsdot8" descr="Editable shape; source id ffnstemsdot8"/>
          <p:cNvSpPr/>
          <p:nvPr/>
        </p:nvSpPr>
        <p:spPr>
          <a:xfrm>
            <a:off x="11124463" y="90516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7" name="ffnstems_9" descr="Editable line; source id ffnstems_9"/>
          <p:cNvCxnSpPr/>
          <p:nvPr/>
        </p:nvCxnSpPr>
        <p:spPr>
          <a:xfrm flipV="1">
            <a:off x="11177756" y="754972"/>
            <a:ext cx="0" cy="22488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ffnstemsdot9" descr="Editable shape; source id ffnstemsdot9"/>
          <p:cNvSpPr/>
          <p:nvPr/>
        </p:nvSpPr>
        <p:spPr>
          <a:xfrm>
            <a:off x="11159283" y="73649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ffnstems_10" descr="Editable line; source id ffnstems_10"/>
          <p:cNvCxnSpPr/>
          <p:nvPr/>
        </p:nvCxnSpPr>
        <p:spPr>
          <a:xfrm>
            <a:off x="11212577" y="979857"/>
            <a:ext cx="0" cy="393550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ffnstemsdot10" descr="Editable shape; source id ffnstemsdot10"/>
          <p:cNvSpPr/>
          <p:nvPr/>
        </p:nvSpPr>
        <p:spPr>
          <a:xfrm>
            <a:off x="11194104" y="135493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1" name="ffnstems_11" descr="Editable line; source id ffnstems_11"/>
          <p:cNvCxnSpPr/>
          <p:nvPr/>
        </p:nvCxnSpPr>
        <p:spPr>
          <a:xfrm flipV="1">
            <a:off x="11247397" y="754972"/>
            <a:ext cx="0" cy="22488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ffnstemsdot11" descr="Editable shape; source id ffnstemsdot11"/>
          <p:cNvSpPr/>
          <p:nvPr/>
        </p:nvSpPr>
        <p:spPr>
          <a:xfrm>
            <a:off x="11228924" y="73649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ffnstems_12" descr="Editable line; source id ffnstems_12"/>
          <p:cNvCxnSpPr/>
          <p:nvPr/>
        </p:nvCxnSpPr>
        <p:spPr>
          <a:xfrm>
            <a:off x="11282217" y="979857"/>
            <a:ext cx="0" cy="6425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ffnstemsdot12" descr="Editable shape; source id ffnstemsdot12"/>
          <p:cNvSpPr/>
          <p:nvPr/>
        </p:nvSpPr>
        <p:spPr>
          <a:xfrm>
            <a:off x="11263745" y="102563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5" name="ffnstems_13" descr="Editable line; source id ffnstems_13"/>
          <p:cNvCxnSpPr/>
          <p:nvPr/>
        </p:nvCxnSpPr>
        <p:spPr>
          <a:xfrm flipV="1">
            <a:off x="11317038" y="795130"/>
            <a:ext cx="0" cy="184727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ffnstemsdot13" descr="Editable shape; source id ffnstemsdot13"/>
          <p:cNvSpPr/>
          <p:nvPr/>
        </p:nvSpPr>
        <p:spPr>
          <a:xfrm>
            <a:off x="11298565" y="776657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7" name="ffnstems_14" descr="Editable line; source id ffnstems_14"/>
          <p:cNvCxnSpPr/>
          <p:nvPr/>
        </p:nvCxnSpPr>
        <p:spPr>
          <a:xfrm flipV="1">
            <a:off x="11351858" y="851351"/>
            <a:ext cx="0" cy="128506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ffnstemsdot14" descr="Editable shape; source id ffnstemsdot14"/>
          <p:cNvSpPr/>
          <p:nvPr/>
        </p:nvSpPr>
        <p:spPr>
          <a:xfrm>
            <a:off x="11333386" y="83287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9" name="ffnstems_15" descr="Editable line; source id ffnstems_15"/>
          <p:cNvCxnSpPr/>
          <p:nvPr/>
        </p:nvCxnSpPr>
        <p:spPr>
          <a:xfrm flipV="1">
            <a:off x="11386679" y="771035"/>
            <a:ext cx="0" cy="20882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ffnstemsdot15" descr="Editable shape; source id ffnstemsdot15"/>
          <p:cNvSpPr/>
          <p:nvPr/>
        </p:nvSpPr>
        <p:spPr>
          <a:xfrm>
            <a:off x="11368206" y="75256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1" name="ffnstems_16" descr="Editable line; source id ffnstems_16"/>
          <p:cNvCxnSpPr/>
          <p:nvPr/>
        </p:nvCxnSpPr>
        <p:spPr>
          <a:xfrm>
            <a:off x="11421499" y="979857"/>
            <a:ext cx="0" cy="337328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ffnstemsdot16" descr="Editable shape; source id ffnstemsdot16"/>
          <p:cNvSpPr/>
          <p:nvPr/>
        </p:nvSpPr>
        <p:spPr>
          <a:xfrm>
            <a:off x="11403026" y="129871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3" name="ffnstems_17" descr="Editable line; source id ffnstems_17"/>
          <p:cNvCxnSpPr/>
          <p:nvPr/>
        </p:nvCxnSpPr>
        <p:spPr>
          <a:xfrm flipV="1">
            <a:off x="11456320" y="674656"/>
            <a:ext cx="0" cy="30520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ffnstemsdot17" descr="Editable shape; source id ffnstemsdot17"/>
          <p:cNvSpPr/>
          <p:nvPr/>
        </p:nvSpPr>
        <p:spPr>
          <a:xfrm>
            <a:off x="11437847" y="656183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ffnstems_18" descr="Editable line; source id ffnstems_18"/>
          <p:cNvCxnSpPr/>
          <p:nvPr/>
        </p:nvCxnSpPr>
        <p:spPr>
          <a:xfrm>
            <a:off x="11491140" y="979857"/>
            <a:ext cx="0" cy="15260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ffnstemsdot18" descr="Editable shape; source id ffnstemsdot18"/>
          <p:cNvSpPr/>
          <p:nvPr/>
        </p:nvSpPr>
        <p:spPr>
          <a:xfrm>
            <a:off x="11472667" y="1113985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ffnstems_19" descr="Editable line; source id ffnstems_19"/>
          <p:cNvCxnSpPr/>
          <p:nvPr/>
        </p:nvCxnSpPr>
        <p:spPr>
          <a:xfrm flipV="1">
            <a:off x="11525960" y="915604"/>
            <a:ext cx="0" cy="64253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ffnstemsdot19" descr="Editable shape; source id ffnstemsdot19"/>
          <p:cNvSpPr/>
          <p:nvPr/>
        </p:nvSpPr>
        <p:spPr>
          <a:xfrm>
            <a:off x="11507488" y="897131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ffnstems_20" descr="Editable line; source id ffnstems_20"/>
          <p:cNvCxnSpPr/>
          <p:nvPr/>
        </p:nvCxnSpPr>
        <p:spPr>
          <a:xfrm flipV="1">
            <a:off x="11560781" y="811193"/>
            <a:ext cx="0" cy="168664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ffnstemsdot20" descr="Editable shape; source id ffnstemsdot20"/>
          <p:cNvSpPr/>
          <p:nvPr/>
        </p:nvSpPr>
        <p:spPr>
          <a:xfrm>
            <a:off x="11542308" y="792720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ffnstems_21" descr="Editable line; source id ffnstems_21"/>
          <p:cNvCxnSpPr/>
          <p:nvPr/>
        </p:nvCxnSpPr>
        <p:spPr>
          <a:xfrm flipV="1">
            <a:off x="11595601" y="771035"/>
            <a:ext cx="0" cy="208822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ffnstemsdot21" descr="Editable shape; source id ffnstemsdot21"/>
          <p:cNvSpPr/>
          <p:nvPr/>
        </p:nvSpPr>
        <p:spPr>
          <a:xfrm>
            <a:off x="11577128" y="752562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3" name="ffnstems_22" descr="Editable line; source id ffnstems_22"/>
          <p:cNvCxnSpPr/>
          <p:nvPr/>
        </p:nvCxnSpPr>
        <p:spPr>
          <a:xfrm>
            <a:off x="11630422" y="979857"/>
            <a:ext cx="0" cy="24095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ffnstemsdot22" descr="Editable shape; source id ffnstemsdot22"/>
          <p:cNvSpPr/>
          <p:nvPr/>
        </p:nvSpPr>
        <p:spPr>
          <a:xfrm>
            <a:off x="11611949" y="985479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5" name="ffnstems_23" descr="Editable line; source id ffnstems_23"/>
          <p:cNvCxnSpPr/>
          <p:nvPr/>
        </p:nvCxnSpPr>
        <p:spPr>
          <a:xfrm>
            <a:off x="11665242" y="979857"/>
            <a:ext cx="0" cy="441739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ffnstemsdot23" descr="Editable shape; source id ffnstemsdot23"/>
          <p:cNvSpPr/>
          <p:nvPr/>
        </p:nvSpPr>
        <p:spPr>
          <a:xfrm>
            <a:off x="11646769" y="1403124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7" name="ffnstems_24" descr="Editable line; source id ffnstems_24"/>
          <p:cNvCxnSpPr/>
          <p:nvPr/>
        </p:nvCxnSpPr>
        <p:spPr>
          <a:xfrm>
            <a:off x="11700062" y="979857"/>
            <a:ext cx="0" cy="353391"/>
          </a:xfrm>
          <a:prstGeom prst="line">
            <a:avLst/>
          </a:prstGeom>
          <a:ln w="10441">
            <a:solidFill>
              <a:srgbClr val="FF63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ffnstemsdot24" descr="Editable shape; source id ffnstemsdot24"/>
          <p:cNvSpPr/>
          <p:nvPr/>
        </p:nvSpPr>
        <p:spPr>
          <a:xfrm>
            <a:off x="11681590" y="1314776"/>
            <a:ext cx="36945" cy="36945"/>
          </a:xfrm>
          <a:prstGeom prst="ellipse">
            <a:avLst/>
          </a:prstGeom>
          <a:solidFill>
            <a:srgbClr val="FF6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9" name="ffnstemsbase" descr="Editable line; source id ffnstemsbase"/>
          <p:cNvCxnSpPr/>
          <p:nvPr/>
        </p:nvCxnSpPr>
        <p:spPr>
          <a:xfrm>
            <a:off x="10842687" y="979857"/>
            <a:ext cx="899541" cy="0"/>
          </a:xfrm>
          <a:prstGeom prst="line">
            <a:avLst/>
          </a:prstGeom>
          <a:ln w="10441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0" name="s1" descr="Exact text-free complex heatmap crop from published Figure 1 raster; source.pdf page 2 at 4x; CC BY 4.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84" y="570245"/>
            <a:ext cx="843320" cy="851351"/>
          </a:xfrm>
          <a:prstGeom prst="rect">
            <a:avLst/>
          </a:prstGeom>
          <a:effectLst/>
        </p:spPr>
      </p:pic>
      <p:pic>
        <p:nvPicPr>
          <p:cNvPr id="381" name="s2" descr="Exact text-free complex heatmap crop from published Figure 1 raster; source.pdf page 2 at 4x; CC BY 4.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098" y="570245"/>
            <a:ext cx="851351" cy="851351"/>
          </a:xfrm>
          <a:prstGeom prst="rect">
            <a:avLst/>
          </a:prstGeom>
          <a:effectLst/>
        </p:spPr>
      </p:pic>
      <p:pic>
        <p:nvPicPr>
          <p:cNvPr id="382" name="sn" descr="Exact text-free complex heatmap crop from published Figure 1 raster; source.pdf page 2 at 4x; CC BY 4.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521" y="570245"/>
            <a:ext cx="843320" cy="851351"/>
          </a:xfrm>
          <a:prstGeom prst="rect">
            <a:avLst/>
          </a:prstGeom>
          <a:effectLst/>
        </p:spPr>
      </p:pic>
      <p:pic>
        <p:nvPicPr>
          <p:cNvPr id="383" name="dense1" descr="Exact text-free complex heatmap crop from published Figure 1 raster; source.pdf page 2 at 4x; CC BY 4.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984" y="714814"/>
            <a:ext cx="538118" cy="538118"/>
          </a:xfrm>
          <a:prstGeom prst="rect">
            <a:avLst/>
          </a:prstGeom>
          <a:effectLst/>
        </p:spPr>
      </p:pic>
      <p:pic>
        <p:nvPicPr>
          <p:cNvPr id="384" name="dense2" descr="Exact text-free complex heatmap crop from published Figure 1 raster; source.pdf page 2 at 4x; CC BY 4.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292" y="1622387"/>
            <a:ext cx="538118" cy="538118"/>
          </a:xfrm>
          <a:prstGeom prst="rect">
            <a:avLst/>
          </a:prstGeom>
          <a:effectLst/>
        </p:spPr>
      </p:pic>
      <p:pic>
        <p:nvPicPr>
          <p:cNvPr id="385" name="denseN" descr="Exact text-free complex heatmap crop from published Figure 1 raster; source.pdf page 2 at 4x; CC BY 4.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4624" y="1622387"/>
            <a:ext cx="530086" cy="538118"/>
          </a:xfrm>
          <a:prstGeom prst="rect">
            <a:avLst/>
          </a:prstGeom>
          <a:effectLst/>
        </p:spPr>
      </p:pic>
      <p:pic>
        <p:nvPicPr>
          <p:cNvPr id="386" name="posenc" descr="Exact text-free complex heatmap crop from published Figure 1 raster; source.pdf page 2 at 4x; CC BY 4.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06940" y="1758924"/>
            <a:ext cx="843320" cy="530086"/>
          </a:xfrm>
          <a:prstGeom prst="rect">
            <a:avLst/>
          </a:prstGeom>
          <a:effectLst/>
        </p:spPr>
      </p:pic>
      <p:sp>
        <p:nvSpPr>
          <p:cNvPr id="387" name="dense1labeltext" descr="Editable text; source id dense1labeltext"/>
          <p:cNvSpPr txBox="1"/>
          <p:nvPr/>
        </p:nvSpPr>
        <p:spPr>
          <a:xfrm>
            <a:off x="1044110" y="1317185"/>
            <a:ext cx="481897" cy="20882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54"/>
              </a:lnSpc>
              <a:spcBef>
                <a:spcPts val="0"/>
              </a:spcBef>
              <a:spcAft>
                <a:spcPts val="0"/>
              </a:spcAft>
              <a:defRPr sz="1264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64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388" name="dense2labeltext" descr="Editable text; source id dense2labeltext"/>
          <p:cNvSpPr txBox="1"/>
          <p:nvPr/>
        </p:nvSpPr>
        <p:spPr>
          <a:xfrm>
            <a:off x="3670450" y="2208695"/>
            <a:ext cx="481897" cy="20882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54"/>
              </a:lnSpc>
              <a:spcBef>
                <a:spcPts val="0"/>
              </a:spcBef>
              <a:spcAft>
                <a:spcPts val="0"/>
              </a:spcAft>
              <a:defRPr sz="1264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64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389" name="denseNlabeltext" descr="Editable text; source id denseNlabeltext"/>
          <p:cNvSpPr txBox="1"/>
          <p:nvPr/>
        </p:nvSpPr>
        <p:spPr>
          <a:xfrm>
            <a:off x="8826750" y="2216727"/>
            <a:ext cx="481897" cy="20882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54"/>
              </a:lnSpc>
              <a:spcBef>
                <a:spcPts val="0"/>
              </a:spcBef>
              <a:spcAft>
                <a:spcPts val="0"/>
              </a:spcAft>
              <a:defRPr sz="1264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64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Dense</a:t>
            </a:r>
          </a:p>
        </p:txBody>
      </p:sp>
      <p:sp>
        <p:nvSpPr>
          <p:cNvPr id="390" name="windowtext" descr="Editable text; source id windowtext"/>
          <p:cNvSpPr txBox="1"/>
          <p:nvPr/>
        </p:nvSpPr>
        <p:spPr>
          <a:xfrm>
            <a:off x="10625833" y="417644"/>
            <a:ext cx="1397501" cy="24898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91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91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Window</a:t>
            </a:r>
          </a:p>
        </p:txBody>
      </p:sp>
      <p:sp>
        <p:nvSpPr>
          <p:cNvPr id="391" name="ffntext" descr="Editable text; source id ffntext"/>
          <p:cNvSpPr txBox="1"/>
          <p:nvPr/>
        </p:nvSpPr>
        <p:spPr>
          <a:xfrm>
            <a:off x="10625833" y="1461754"/>
            <a:ext cx="1397501" cy="24898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91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91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FFN</a:t>
            </a:r>
          </a:p>
        </p:txBody>
      </p:sp>
      <p:sp>
        <p:nvSpPr>
          <p:cNvPr id="392" name="pelabeltext" descr="Editable text; source id pelabeltext"/>
          <p:cNvSpPr txBox="1"/>
          <p:nvPr/>
        </p:nvSpPr>
        <p:spPr>
          <a:xfrm>
            <a:off x="10617802" y="2369328"/>
            <a:ext cx="1413565" cy="2168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54"/>
              </a:lnSpc>
              <a:spcBef>
                <a:spcPts val="0"/>
              </a:spcBef>
              <a:spcAft>
                <a:spcPts val="0"/>
              </a:spcAft>
              <a:defRPr sz="1264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64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PositionalEncoding</a:t>
            </a:r>
          </a:p>
        </p:txBody>
      </p:sp>
      <p:sp>
        <p:nvSpPr>
          <p:cNvPr id="393" name="S1main" descr="Editable text; source id S1main"/>
          <p:cNvSpPr txBox="1"/>
          <p:nvPr/>
        </p:nvSpPr>
        <p:spPr>
          <a:xfrm>
            <a:off x="2369328" y="56221"/>
            <a:ext cx="281106" cy="4176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09"/>
              </a:lnSpc>
              <a:spcBef>
                <a:spcPts val="0"/>
              </a:spcBef>
              <a:spcAft>
                <a:spcPts val="0"/>
              </a:spcAft>
              <a:def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394" name="S1sub" descr="Editable text; source id S1sub"/>
          <p:cNvSpPr txBox="1"/>
          <p:nvPr/>
        </p:nvSpPr>
        <p:spPr>
          <a:xfrm>
            <a:off x="2554055" y="224885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395" name="S1sup" descr="Editable text; source id S1sup"/>
          <p:cNvSpPr txBox="1"/>
          <p:nvPr/>
        </p:nvSpPr>
        <p:spPr>
          <a:xfrm>
            <a:off x="2554055" y="24094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96" name="D1main" descr="Editable text; source id D1main"/>
          <p:cNvSpPr txBox="1"/>
          <p:nvPr/>
        </p:nvSpPr>
        <p:spPr>
          <a:xfrm>
            <a:off x="3806988" y="48189"/>
            <a:ext cx="281106" cy="4176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09"/>
              </a:lnSpc>
              <a:spcBef>
                <a:spcPts val="0"/>
              </a:spcBef>
              <a:spcAft>
                <a:spcPts val="0"/>
              </a:spcAft>
              <a:defRPr sz="2529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29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97" name="D1sub" descr="Editable text; source id D1sub"/>
          <p:cNvSpPr txBox="1"/>
          <p:nvPr/>
        </p:nvSpPr>
        <p:spPr>
          <a:xfrm>
            <a:off x="3991715" y="224885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398" name="D1sup" descr="Editable text; source id D1sup"/>
          <p:cNvSpPr txBox="1"/>
          <p:nvPr/>
        </p:nvSpPr>
        <p:spPr>
          <a:xfrm>
            <a:off x="4031873" y="24094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99" name="S2main" descr="Editable text; source id S2main"/>
          <p:cNvSpPr txBox="1"/>
          <p:nvPr/>
        </p:nvSpPr>
        <p:spPr>
          <a:xfrm>
            <a:off x="5067952" y="56221"/>
            <a:ext cx="281106" cy="4176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09"/>
              </a:lnSpc>
              <a:spcBef>
                <a:spcPts val="0"/>
              </a:spcBef>
              <a:spcAft>
                <a:spcPts val="0"/>
              </a:spcAft>
              <a:def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00" name="S2sub" descr="Editable text; source id S2sub"/>
          <p:cNvSpPr txBox="1"/>
          <p:nvPr/>
        </p:nvSpPr>
        <p:spPr>
          <a:xfrm>
            <a:off x="5252679" y="224885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401" name="S2sup" descr="Editable text; source id S2sup"/>
          <p:cNvSpPr txBox="1"/>
          <p:nvPr/>
        </p:nvSpPr>
        <p:spPr>
          <a:xfrm>
            <a:off x="5252679" y="24094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02" name="SNmain" descr="Editable text; source id SNmain"/>
          <p:cNvSpPr txBox="1"/>
          <p:nvPr/>
        </p:nvSpPr>
        <p:spPr>
          <a:xfrm>
            <a:off x="7469406" y="56221"/>
            <a:ext cx="281106" cy="4176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09"/>
              </a:lnSpc>
              <a:spcBef>
                <a:spcPts val="0"/>
              </a:spcBef>
              <a:spcAft>
                <a:spcPts val="0"/>
              </a:spcAft>
              <a:def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403" name="SNsub" descr="Editable text; source id SNsub"/>
          <p:cNvSpPr txBox="1"/>
          <p:nvPr/>
        </p:nvSpPr>
        <p:spPr>
          <a:xfrm>
            <a:off x="7654134" y="224885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404" name="SNsup" descr="Editable text; source id SNsup"/>
          <p:cNvSpPr txBox="1"/>
          <p:nvPr/>
        </p:nvSpPr>
        <p:spPr>
          <a:xfrm>
            <a:off x="7654134" y="24094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405" name="DNmain" descr="Editable text; source id DNmain"/>
          <p:cNvSpPr txBox="1"/>
          <p:nvPr/>
        </p:nvSpPr>
        <p:spPr>
          <a:xfrm>
            <a:off x="8794624" y="48189"/>
            <a:ext cx="281106" cy="4176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09"/>
              </a:lnSpc>
              <a:spcBef>
                <a:spcPts val="0"/>
              </a:spcBef>
              <a:spcAft>
                <a:spcPts val="0"/>
              </a:spcAft>
              <a:defRPr sz="2529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29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06" name="DNsub" descr="Editable text; source id DNsub"/>
          <p:cNvSpPr txBox="1"/>
          <p:nvPr/>
        </p:nvSpPr>
        <p:spPr>
          <a:xfrm>
            <a:off x="8979351" y="224885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407" name="DNsup" descr="Editable text; source id DNsup"/>
          <p:cNvSpPr txBox="1"/>
          <p:nvPr/>
        </p:nvSpPr>
        <p:spPr>
          <a:xfrm>
            <a:off x="9019509" y="24094"/>
            <a:ext cx="224885" cy="29716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408" name="h1" descr="Editable text; source id h1"/>
          <p:cNvSpPr txBox="1"/>
          <p:nvPr/>
        </p:nvSpPr>
        <p:spPr>
          <a:xfrm>
            <a:off x="2385391" y="1823177"/>
            <a:ext cx="289138" cy="4176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09"/>
              </a:lnSpc>
              <a:spcBef>
                <a:spcPts val="0"/>
              </a:spcBef>
              <a:spcAft>
                <a:spcPts val="0"/>
              </a:spcAft>
              <a:def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409" name="h1sup" descr="Editable text; source id h1sup"/>
          <p:cNvSpPr txBox="1"/>
          <p:nvPr/>
        </p:nvSpPr>
        <p:spPr>
          <a:xfrm>
            <a:off x="2554055" y="1807114"/>
            <a:ext cx="248980" cy="28913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10" name="h2" descr="Editable text; source id h2"/>
          <p:cNvSpPr txBox="1"/>
          <p:nvPr/>
        </p:nvSpPr>
        <p:spPr>
          <a:xfrm>
            <a:off x="5196458" y="1823177"/>
            <a:ext cx="289138" cy="4176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09"/>
              </a:lnSpc>
              <a:spcBef>
                <a:spcPts val="0"/>
              </a:spcBef>
              <a:spcAft>
                <a:spcPts val="0"/>
              </a:spcAft>
              <a:def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411" name="h2sup" descr="Editable text; source id h2sup"/>
          <p:cNvSpPr txBox="1"/>
          <p:nvPr/>
        </p:nvSpPr>
        <p:spPr>
          <a:xfrm>
            <a:off x="5365122" y="1807114"/>
            <a:ext cx="248980" cy="28913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0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12" name="hN" descr="Editable text; source id hN"/>
          <p:cNvSpPr txBox="1"/>
          <p:nvPr/>
        </p:nvSpPr>
        <p:spPr>
          <a:xfrm>
            <a:off x="7509565" y="1823177"/>
            <a:ext cx="289138" cy="41764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909"/>
              </a:lnSpc>
              <a:spcBef>
                <a:spcPts val="0"/>
              </a:spcBef>
              <a:spcAft>
                <a:spcPts val="0"/>
              </a:spcAft>
              <a:def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29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413" name="hNsup" descr="Editable text; source id hNsup"/>
          <p:cNvSpPr txBox="1"/>
          <p:nvPr/>
        </p:nvSpPr>
        <p:spPr>
          <a:xfrm>
            <a:off x="7678229" y="1807114"/>
            <a:ext cx="248980" cy="28913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36"/>
              </a:lnSpc>
              <a:spcBef>
                <a:spcPts val="0"/>
              </a:spcBef>
              <a:spcAft>
                <a:spcPts val="0"/>
              </a:spcAft>
              <a:def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70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414" name="u" descr="Editable text; source id u"/>
          <p:cNvSpPr txBox="1"/>
          <p:nvPr/>
        </p:nvSpPr>
        <p:spPr>
          <a:xfrm>
            <a:off x="144569" y="787098"/>
            <a:ext cx="281106" cy="361422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defRPr sz="2276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6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415" name="vtext" descr="Editable text; source id vtext"/>
          <p:cNvSpPr txBox="1"/>
          <p:nvPr/>
        </p:nvSpPr>
        <p:spPr>
          <a:xfrm>
            <a:off x="1726798" y="674656"/>
            <a:ext cx="232916" cy="35339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defRPr sz="2276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6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16" name="y" descr="Editable text; source id y"/>
          <p:cNvSpPr txBox="1"/>
          <p:nvPr/>
        </p:nvSpPr>
        <p:spPr>
          <a:xfrm>
            <a:off x="9983304" y="787098"/>
            <a:ext cx="281106" cy="361422"/>
          </a:xfrm>
          <a:prstGeom prst="rect">
            <a:avLst/>
          </a:prstGeom>
          <a:noFill/>
          <a:effectLst/>
        </p:spPr>
        <p:txBody>
          <a:bodyPr wrap="none" anchor="t" tIns="0" rIns="0" bIns="0" lIns="32126" anchorCtr="0" vertOverflow="overflow">
            <a:noAutofit/>
          </a:bodyPr>
          <a:lstStyle/>
          <a:p>
            <a:pPr algn="l" fontAlgn="base">
              <a:lnSpc>
                <a:spcPts val="2618"/>
              </a:lnSpc>
              <a:spcBef>
                <a:spcPts val="0"/>
              </a:spcBef>
              <a:spcAft>
                <a:spcPts val="0"/>
              </a:spcAft>
              <a:defRPr sz="2276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76" b="0" i="1" lang="zh-CN" dirty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Hyena Hierarchy — complete Figure 1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