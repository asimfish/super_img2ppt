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1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" descr="Editable text; source id vision_label"/>
            <p:cNvSpPr txBox="1"/>
            <p:nvPr/>
          </p:nvSpPr>
          <p:spPr>
            <a:xfrm>
              <a:off x="2011583" y="576301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2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4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okenizer_label" descr="Editable text; source id tokenizer_label"/>
            <p:cNvSpPr txBox="1"/>
            <p:nvPr/>
          </p:nvSpPr>
          <p:spPr>
            <a:xfrm>
              <a:off x="2011583" y="1762662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74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6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vlm_label" descr="Editable text; source id vlm_label"/>
            <p:cNvSpPr txBox="1"/>
            <p:nvPr/>
          </p:nvSpPr>
          <p:spPr>
            <a:xfrm>
              <a:off x="3681455" y="100827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73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8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5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6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te_encoder_label" descr="Editable text; source id state_encoder_label"/>
            <p:cNvSpPr txBox="1"/>
            <p:nvPr/>
          </p:nvSpPr>
          <p:spPr>
            <a:xfrm>
              <a:off x="3152769" y="2710385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6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28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ction_encoder_label" descr="Editable text; source id action_encoder_label"/>
            <p:cNvSpPr txBox="1"/>
            <p:nvPr/>
          </p:nvSpPr>
          <p:spPr>
            <a:xfrm>
              <a:off x="3152769" y="416104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9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0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1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8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3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8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35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37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39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3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77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4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ecoder_label" descr="Editable text; source id decoder_label"/>
            <p:cNvSpPr txBox="1"/>
            <p:nvPr/>
          </p:nvSpPr>
          <p:spPr>
            <a:xfrm>
              <a:off x="9116598" y="3722654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8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46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47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8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49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0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1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2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3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4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55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56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57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8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58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59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0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1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2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3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64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5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6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7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8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9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0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87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63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2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99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3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0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14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16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25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27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19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2647"/>
            <a:chOff x="11547261" y="2894874"/>
            <a:chExt cx="644738" cy="2142647"/>
          </a:xfrm>
        </p:grpSpPr>
        <p:pic>
          <p:nvPicPr>
            <p:cNvPr id="137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38" name="motor_label" descr="Editable text; source id motor_label"/>
            <p:cNvSpPr txBox="1"/>
            <p:nvPr/>
          </p:nvSpPr>
          <p:spPr>
            <a:xfrm>
              <a:off x="11547261" y="4573310"/>
              <a:ext cx="644738" cy="46421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19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1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19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2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0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grpSp>
        <p:nvGrpSpPr>
          <p:cNvPr id="178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61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62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