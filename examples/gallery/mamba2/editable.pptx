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434019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Reconstruction of Dao and Gu (ICML 2024), Figure 7. CC BY 4.0; https://proceedings.mlr.press/v235/dao24a.html. All text and geometry native; curves approximated by native line segments. No source PDF geometry or drawing code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g0" descr="Editable shape; source id diag0"/>
          <p:cNvSpPr/>
          <p:nvPr/>
        </p:nvSpPr>
        <p:spPr>
          <a:xfrm>
            <a:off x="69048" y="69048"/>
            <a:ext cx="2357514" cy="591844"/>
          </a:xfrm>
          <a:prstGeom prst="rect">
            <a:avLst/>
          </a:prstGeom>
          <a:solidFill>
            <a:srgbClr val="FAE5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0_0_0Cv" descr="Editable text; source id d0_0_0Cv"/>
          <p:cNvSpPr txBox="1"/>
          <p:nvPr/>
        </p:nvSpPr>
        <p:spPr>
          <a:xfrm>
            <a:off x="88776" y="46854"/>
            <a:ext cx="177553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4" name="d0_0_0Cs" descr="Editable text; source id d0_0_0Cs"/>
          <p:cNvSpPr txBox="1"/>
          <p:nvPr/>
        </p:nvSpPr>
        <p:spPr>
          <a:xfrm>
            <a:off x="187417" y="113436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cxnSp>
        <p:nvCxnSpPr>
          <p:cNvPr id="5" name="d0_0_0Cttop" descr="Editable line; source id d0_0_0Cttop"/>
          <p:cNvCxnSpPr/>
          <p:nvPr/>
        </p:nvCxnSpPr>
        <p:spPr>
          <a:xfrm>
            <a:off x="187417" y="44388"/>
            <a:ext cx="69049" cy="0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d0_0_0Ctstem" descr="Editable line; source id d0_0_0Ctstem"/>
          <p:cNvCxnSpPr/>
          <p:nvPr/>
        </p:nvCxnSpPr>
        <p:spPr>
          <a:xfrm>
            <a:off x="221941" y="44388"/>
            <a:ext cx="0" cy="59184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0_0_0Av" descr="Editable text; source id d0_0_0Av"/>
          <p:cNvSpPr txBox="1"/>
          <p:nvPr/>
        </p:nvSpPr>
        <p:spPr>
          <a:xfrm>
            <a:off x="305786" y="46854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8" name="d0_0_0As" descr="Editable text; source id d0_0_0As"/>
          <p:cNvSpPr txBox="1"/>
          <p:nvPr/>
        </p:nvSpPr>
        <p:spPr>
          <a:xfrm>
            <a:off x="404427" y="113436"/>
            <a:ext cx="207145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0:0</a:t>
            </a:r>
          </a:p>
        </p:txBody>
      </p:sp>
      <p:sp>
        <p:nvSpPr>
          <p:cNvPr id="9" name="d0_0_0Bv" descr="Editable text; source id d0_0_0Bv"/>
          <p:cNvSpPr txBox="1"/>
          <p:nvPr/>
        </p:nvSpPr>
        <p:spPr>
          <a:xfrm>
            <a:off x="581980" y="46854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10" name="d0_0_0Bs" descr="Editable text; source id d0_0_0Bs"/>
          <p:cNvSpPr txBox="1"/>
          <p:nvPr/>
        </p:nvSpPr>
        <p:spPr>
          <a:xfrm>
            <a:off x="680621" y="113436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1" name="d0_1_0Cv" descr="Editable text; source id d0_1_0Cv"/>
          <p:cNvSpPr txBox="1"/>
          <p:nvPr/>
        </p:nvSpPr>
        <p:spPr>
          <a:xfrm>
            <a:off x="88776" y="244135"/>
            <a:ext cx="177553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12" name="d0_1_0Cs" descr="Editable text; source id d0_1_0Cs"/>
          <p:cNvSpPr txBox="1"/>
          <p:nvPr/>
        </p:nvSpPr>
        <p:spPr>
          <a:xfrm>
            <a:off x="187417" y="310718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cxnSp>
        <p:nvCxnSpPr>
          <p:cNvPr id="13" name="d0_1_0Cttop" descr="Editable line; source id d0_1_0Cttop"/>
          <p:cNvCxnSpPr/>
          <p:nvPr/>
        </p:nvCxnSpPr>
        <p:spPr>
          <a:xfrm>
            <a:off x="187417" y="241669"/>
            <a:ext cx="69049" cy="0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d0_1_0Ctstem" descr="Editable line; source id d0_1_0Ctstem"/>
          <p:cNvCxnSpPr/>
          <p:nvPr/>
        </p:nvCxnSpPr>
        <p:spPr>
          <a:xfrm>
            <a:off x="221941" y="241669"/>
            <a:ext cx="0" cy="59185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d0_1_0Av" descr="Editable text; source id d0_1_0Av"/>
          <p:cNvSpPr txBox="1"/>
          <p:nvPr/>
        </p:nvSpPr>
        <p:spPr>
          <a:xfrm>
            <a:off x="305786" y="244135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6" name="d0_1_0As" descr="Editable text; source id d0_1_0As"/>
          <p:cNvSpPr txBox="1"/>
          <p:nvPr/>
        </p:nvSpPr>
        <p:spPr>
          <a:xfrm>
            <a:off x="404427" y="310718"/>
            <a:ext cx="207145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1:0</a:t>
            </a:r>
          </a:p>
        </p:txBody>
      </p:sp>
      <p:sp>
        <p:nvSpPr>
          <p:cNvPr id="17" name="d0_1_0Bv" descr="Editable text; source id d0_1_0Bv"/>
          <p:cNvSpPr txBox="1"/>
          <p:nvPr/>
        </p:nvSpPr>
        <p:spPr>
          <a:xfrm>
            <a:off x="581980" y="244135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18" name="d0_1_0Bs" descr="Editable text; source id d0_1_0Bs"/>
          <p:cNvSpPr txBox="1"/>
          <p:nvPr/>
        </p:nvSpPr>
        <p:spPr>
          <a:xfrm>
            <a:off x="680621" y="310718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9" name="d0_1_1Cv" descr="Editable text; source id d0_1_1Cv"/>
          <p:cNvSpPr txBox="1"/>
          <p:nvPr/>
        </p:nvSpPr>
        <p:spPr>
          <a:xfrm>
            <a:off x="887766" y="244135"/>
            <a:ext cx="177553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20" name="d0_1_1Cs" descr="Editable text; source id d0_1_1Cs"/>
          <p:cNvSpPr txBox="1"/>
          <p:nvPr/>
        </p:nvSpPr>
        <p:spPr>
          <a:xfrm>
            <a:off x="986407" y="310718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cxnSp>
        <p:nvCxnSpPr>
          <p:cNvPr id="21" name="d0_1_1Cttop" descr="Editable line; source id d0_1_1Cttop"/>
          <p:cNvCxnSpPr/>
          <p:nvPr/>
        </p:nvCxnSpPr>
        <p:spPr>
          <a:xfrm>
            <a:off x="986407" y="241669"/>
            <a:ext cx="69049" cy="0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d0_1_1Ctstem" descr="Editable line; source id d0_1_1Ctstem"/>
          <p:cNvCxnSpPr/>
          <p:nvPr/>
        </p:nvCxnSpPr>
        <p:spPr>
          <a:xfrm>
            <a:off x="1020932" y="241669"/>
            <a:ext cx="0" cy="59185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d0_1_1Av" descr="Editable text; source id d0_1_1Av"/>
          <p:cNvSpPr txBox="1"/>
          <p:nvPr/>
        </p:nvSpPr>
        <p:spPr>
          <a:xfrm>
            <a:off x="1104776" y="244135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4" name="d0_1_1As" descr="Editable text; source id d0_1_1As"/>
          <p:cNvSpPr txBox="1"/>
          <p:nvPr/>
        </p:nvSpPr>
        <p:spPr>
          <a:xfrm>
            <a:off x="1203417" y="310718"/>
            <a:ext cx="207145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1:1</a:t>
            </a:r>
          </a:p>
        </p:txBody>
      </p:sp>
      <p:sp>
        <p:nvSpPr>
          <p:cNvPr id="25" name="d0_1_1Bv" descr="Editable text; source id d0_1_1Bv"/>
          <p:cNvSpPr txBox="1"/>
          <p:nvPr/>
        </p:nvSpPr>
        <p:spPr>
          <a:xfrm>
            <a:off x="1380970" y="244135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26" name="d0_1_1Bs" descr="Editable text; source id d0_1_1Bs"/>
          <p:cNvSpPr txBox="1"/>
          <p:nvPr/>
        </p:nvSpPr>
        <p:spPr>
          <a:xfrm>
            <a:off x="1479611" y="310718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27" name="d0_2_0Cv" descr="Editable text; source id d0_2_0Cv"/>
          <p:cNvSpPr txBox="1"/>
          <p:nvPr/>
        </p:nvSpPr>
        <p:spPr>
          <a:xfrm>
            <a:off x="88776" y="441417"/>
            <a:ext cx="177553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28" name="d0_2_0Cs" descr="Editable text; source id d0_2_0Cs"/>
          <p:cNvSpPr txBox="1"/>
          <p:nvPr/>
        </p:nvSpPr>
        <p:spPr>
          <a:xfrm>
            <a:off x="187417" y="507999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cxnSp>
        <p:nvCxnSpPr>
          <p:cNvPr id="29" name="d0_2_0Cttop" descr="Editable line; source id d0_2_0Cttop"/>
          <p:cNvCxnSpPr/>
          <p:nvPr/>
        </p:nvCxnSpPr>
        <p:spPr>
          <a:xfrm>
            <a:off x="187417" y="438951"/>
            <a:ext cx="69049" cy="0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d0_2_0Ctstem" descr="Editable line; source id d0_2_0Ctstem"/>
          <p:cNvCxnSpPr/>
          <p:nvPr/>
        </p:nvCxnSpPr>
        <p:spPr>
          <a:xfrm>
            <a:off x="221941" y="438951"/>
            <a:ext cx="0" cy="59184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d0_2_0Av" descr="Editable text; source id d0_2_0Av"/>
          <p:cNvSpPr txBox="1"/>
          <p:nvPr/>
        </p:nvSpPr>
        <p:spPr>
          <a:xfrm>
            <a:off x="305786" y="441417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32" name="d0_2_0As" descr="Editable text; source id d0_2_0As"/>
          <p:cNvSpPr txBox="1"/>
          <p:nvPr/>
        </p:nvSpPr>
        <p:spPr>
          <a:xfrm>
            <a:off x="404427" y="507999"/>
            <a:ext cx="207145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2:0</a:t>
            </a:r>
          </a:p>
        </p:txBody>
      </p:sp>
      <p:sp>
        <p:nvSpPr>
          <p:cNvPr id="33" name="d0_2_0Bv" descr="Editable text; source id d0_2_0Bv"/>
          <p:cNvSpPr txBox="1"/>
          <p:nvPr/>
        </p:nvSpPr>
        <p:spPr>
          <a:xfrm>
            <a:off x="581980" y="441417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34" name="d0_2_0Bs" descr="Editable text; source id d0_2_0Bs"/>
          <p:cNvSpPr txBox="1"/>
          <p:nvPr/>
        </p:nvSpPr>
        <p:spPr>
          <a:xfrm>
            <a:off x="680621" y="507999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35" name="d0_2_1Cv" descr="Editable text; source id d0_2_1Cv"/>
          <p:cNvSpPr txBox="1"/>
          <p:nvPr/>
        </p:nvSpPr>
        <p:spPr>
          <a:xfrm>
            <a:off x="887766" y="441417"/>
            <a:ext cx="177553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36" name="d0_2_1Cs" descr="Editable text; source id d0_2_1Cs"/>
          <p:cNvSpPr txBox="1"/>
          <p:nvPr/>
        </p:nvSpPr>
        <p:spPr>
          <a:xfrm>
            <a:off x="986407" y="507999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cxnSp>
        <p:nvCxnSpPr>
          <p:cNvPr id="37" name="d0_2_1Cttop" descr="Editable line; source id d0_2_1Cttop"/>
          <p:cNvCxnSpPr/>
          <p:nvPr/>
        </p:nvCxnSpPr>
        <p:spPr>
          <a:xfrm>
            <a:off x="986407" y="438951"/>
            <a:ext cx="69049" cy="0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0_2_1Ctstem" descr="Editable line; source id d0_2_1Ctstem"/>
          <p:cNvCxnSpPr/>
          <p:nvPr/>
        </p:nvCxnSpPr>
        <p:spPr>
          <a:xfrm>
            <a:off x="1020932" y="438951"/>
            <a:ext cx="0" cy="59184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0_2_1Av" descr="Editable text; source id d0_2_1Av"/>
          <p:cNvSpPr txBox="1"/>
          <p:nvPr/>
        </p:nvSpPr>
        <p:spPr>
          <a:xfrm>
            <a:off x="1104776" y="441417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40" name="d0_2_1As" descr="Editable text; source id d0_2_1As"/>
          <p:cNvSpPr txBox="1"/>
          <p:nvPr/>
        </p:nvSpPr>
        <p:spPr>
          <a:xfrm>
            <a:off x="1203417" y="507999"/>
            <a:ext cx="207145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2:1</a:t>
            </a:r>
          </a:p>
        </p:txBody>
      </p:sp>
      <p:sp>
        <p:nvSpPr>
          <p:cNvPr id="41" name="d0_2_1Bv" descr="Editable text; source id d0_2_1Bv"/>
          <p:cNvSpPr txBox="1"/>
          <p:nvPr/>
        </p:nvSpPr>
        <p:spPr>
          <a:xfrm>
            <a:off x="1380970" y="441417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42" name="d0_2_1Bs" descr="Editable text; source id d0_2_1Bs"/>
          <p:cNvSpPr txBox="1"/>
          <p:nvPr/>
        </p:nvSpPr>
        <p:spPr>
          <a:xfrm>
            <a:off x="1479611" y="507999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43" name="d0_2_2Cv" descr="Editable text; source id d0_2_2Cv"/>
          <p:cNvSpPr txBox="1"/>
          <p:nvPr/>
        </p:nvSpPr>
        <p:spPr>
          <a:xfrm>
            <a:off x="1686757" y="441417"/>
            <a:ext cx="177553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44" name="d0_2_2Cs" descr="Editable text; source id d0_2_2Cs"/>
          <p:cNvSpPr txBox="1"/>
          <p:nvPr/>
        </p:nvSpPr>
        <p:spPr>
          <a:xfrm>
            <a:off x="1785398" y="507999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cxnSp>
        <p:nvCxnSpPr>
          <p:cNvPr id="45" name="d0_2_2Cttop" descr="Editable line; source id d0_2_2Cttop"/>
          <p:cNvCxnSpPr/>
          <p:nvPr/>
        </p:nvCxnSpPr>
        <p:spPr>
          <a:xfrm>
            <a:off x="1785398" y="438951"/>
            <a:ext cx="69048" cy="0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d0_2_2Ctstem" descr="Editable line; source id d0_2_2Ctstem"/>
          <p:cNvCxnSpPr/>
          <p:nvPr/>
        </p:nvCxnSpPr>
        <p:spPr>
          <a:xfrm>
            <a:off x="1819922" y="438951"/>
            <a:ext cx="0" cy="59184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d0_2_2Av" descr="Editable text; source id d0_2_2Av"/>
          <p:cNvSpPr txBox="1"/>
          <p:nvPr/>
        </p:nvSpPr>
        <p:spPr>
          <a:xfrm>
            <a:off x="1903766" y="441417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48" name="d0_2_2As" descr="Editable text; source id d0_2_2As"/>
          <p:cNvSpPr txBox="1"/>
          <p:nvPr/>
        </p:nvSpPr>
        <p:spPr>
          <a:xfrm>
            <a:off x="2002407" y="507999"/>
            <a:ext cx="207145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2:2</a:t>
            </a:r>
          </a:p>
        </p:txBody>
      </p:sp>
      <p:sp>
        <p:nvSpPr>
          <p:cNvPr id="49" name="d0_2_2Bv" descr="Editable text; source id d0_2_2Bv"/>
          <p:cNvSpPr txBox="1"/>
          <p:nvPr/>
        </p:nvSpPr>
        <p:spPr>
          <a:xfrm>
            <a:off x="2179961" y="441417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50" name="d0_2_2Bs" descr="Editable text; source id d0_2_2Bs"/>
          <p:cNvSpPr txBox="1"/>
          <p:nvPr/>
        </p:nvSpPr>
        <p:spPr>
          <a:xfrm>
            <a:off x="2278601" y="507999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51" name="diag1" descr="Editable shape; source id diag1"/>
          <p:cNvSpPr/>
          <p:nvPr/>
        </p:nvSpPr>
        <p:spPr>
          <a:xfrm>
            <a:off x="2446291" y="690485"/>
            <a:ext cx="2357514" cy="641165"/>
          </a:xfrm>
          <a:prstGeom prst="rect">
            <a:avLst/>
          </a:prstGeom>
          <a:solidFill>
            <a:srgbClr val="FAE5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1_0_0Cv" descr="Editable text; source id d1_0_0Cv"/>
          <p:cNvSpPr txBox="1"/>
          <p:nvPr/>
        </p:nvSpPr>
        <p:spPr>
          <a:xfrm>
            <a:off x="2466019" y="688019"/>
            <a:ext cx="177553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53" name="d1_0_0Cs" descr="Editable text; source id d1_0_0Cs"/>
          <p:cNvSpPr txBox="1"/>
          <p:nvPr/>
        </p:nvSpPr>
        <p:spPr>
          <a:xfrm>
            <a:off x="2564660" y="754601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cxnSp>
        <p:nvCxnSpPr>
          <p:cNvPr id="54" name="d1_0_0Cttop" descr="Editable line; source id d1_0_0Cttop"/>
          <p:cNvCxnSpPr/>
          <p:nvPr/>
        </p:nvCxnSpPr>
        <p:spPr>
          <a:xfrm>
            <a:off x="2564660" y="685553"/>
            <a:ext cx="69048" cy="0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d1_0_0Ctstem" descr="Editable line; source id d1_0_0Ctstem"/>
          <p:cNvCxnSpPr/>
          <p:nvPr/>
        </p:nvCxnSpPr>
        <p:spPr>
          <a:xfrm>
            <a:off x="2599184" y="685553"/>
            <a:ext cx="0" cy="59184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d1_0_0Av" descr="Editable text; source id d1_0_0Av"/>
          <p:cNvSpPr txBox="1"/>
          <p:nvPr/>
        </p:nvSpPr>
        <p:spPr>
          <a:xfrm>
            <a:off x="2683029" y="688019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57" name="d1_0_0As" descr="Editable text; source id d1_0_0As"/>
          <p:cNvSpPr txBox="1"/>
          <p:nvPr/>
        </p:nvSpPr>
        <p:spPr>
          <a:xfrm>
            <a:off x="2781669" y="754601"/>
            <a:ext cx="207145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3:3</a:t>
            </a:r>
          </a:p>
        </p:txBody>
      </p:sp>
      <p:sp>
        <p:nvSpPr>
          <p:cNvPr id="58" name="d1_0_0Bv" descr="Editable text; source id d1_0_0Bv"/>
          <p:cNvSpPr txBox="1"/>
          <p:nvPr/>
        </p:nvSpPr>
        <p:spPr>
          <a:xfrm>
            <a:off x="2959223" y="688019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59" name="d1_0_0Bs" descr="Editable text; source id d1_0_0Bs"/>
          <p:cNvSpPr txBox="1"/>
          <p:nvPr/>
        </p:nvSpPr>
        <p:spPr>
          <a:xfrm>
            <a:off x="3057864" y="754601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60" name="d1_1_0Cv" descr="Editable text; source id d1_1_0Cv"/>
          <p:cNvSpPr txBox="1"/>
          <p:nvPr/>
        </p:nvSpPr>
        <p:spPr>
          <a:xfrm>
            <a:off x="2466019" y="905029"/>
            <a:ext cx="177553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61" name="d1_1_0Cs" descr="Editable text; source id d1_1_0Cs"/>
          <p:cNvSpPr txBox="1"/>
          <p:nvPr/>
        </p:nvSpPr>
        <p:spPr>
          <a:xfrm>
            <a:off x="2564660" y="971611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cxnSp>
        <p:nvCxnSpPr>
          <p:cNvPr id="62" name="d1_1_0Cttop" descr="Editable line; source id d1_1_0Cttop"/>
          <p:cNvCxnSpPr/>
          <p:nvPr/>
        </p:nvCxnSpPr>
        <p:spPr>
          <a:xfrm>
            <a:off x="2564660" y="902563"/>
            <a:ext cx="69048" cy="0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d1_1_0Ctstem" descr="Editable line; source id d1_1_0Ctstem"/>
          <p:cNvCxnSpPr/>
          <p:nvPr/>
        </p:nvCxnSpPr>
        <p:spPr>
          <a:xfrm>
            <a:off x="2599184" y="902563"/>
            <a:ext cx="0" cy="59184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d1_1_0Av" descr="Editable text; source id d1_1_0Av"/>
          <p:cNvSpPr txBox="1"/>
          <p:nvPr/>
        </p:nvSpPr>
        <p:spPr>
          <a:xfrm>
            <a:off x="2683029" y="905029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65" name="d1_1_0As" descr="Editable text; source id d1_1_0As"/>
          <p:cNvSpPr txBox="1"/>
          <p:nvPr/>
        </p:nvSpPr>
        <p:spPr>
          <a:xfrm>
            <a:off x="2781669" y="971611"/>
            <a:ext cx="207145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4:3</a:t>
            </a:r>
          </a:p>
        </p:txBody>
      </p:sp>
      <p:sp>
        <p:nvSpPr>
          <p:cNvPr id="66" name="d1_1_0Bv" descr="Editable text; source id d1_1_0Bv"/>
          <p:cNvSpPr txBox="1"/>
          <p:nvPr/>
        </p:nvSpPr>
        <p:spPr>
          <a:xfrm>
            <a:off x="2959223" y="905029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67" name="d1_1_0Bs" descr="Editable text; source id d1_1_0Bs"/>
          <p:cNvSpPr txBox="1"/>
          <p:nvPr/>
        </p:nvSpPr>
        <p:spPr>
          <a:xfrm>
            <a:off x="3057864" y="971611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68" name="d1_1_1Cv" descr="Editable text; source id d1_1_1Cv"/>
          <p:cNvSpPr txBox="1"/>
          <p:nvPr/>
        </p:nvSpPr>
        <p:spPr>
          <a:xfrm>
            <a:off x="3265009" y="905029"/>
            <a:ext cx="177553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69" name="d1_1_1Cs" descr="Editable text; source id d1_1_1Cs"/>
          <p:cNvSpPr txBox="1"/>
          <p:nvPr/>
        </p:nvSpPr>
        <p:spPr>
          <a:xfrm>
            <a:off x="3363650" y="971611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cxnSp>
        <p:nvCxnSpPr>
          <p:cNvPr id="70" name="d1_1_1Cttop" descr="Editable line; source id d1_1_1Cttop"/>
          <p:cNvCxnSpPr/>
          <p:nvPr/>
        </p:nvCxnSpPr>
        <p:spPr>
          <a:xfrm>
            <a:off x="3363650" y="902563"/>
            <a:ext cx="69048" cy="0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d1_1_1Ctstem" descr="Editable line; source id d1_1_1Ctstem"/>
          <p:cNvCxnSpPr/>
          <p:nvPr/>
        </p:nvCxnSpPr>
        <p:spPr>
          <a:xfrm>
            <a:off x="3398174" y="902563"/>
            <a:ext cx="0" cy="59184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d1_1_1Av" descr="Editable text; source id d1_1_1Av"/>
          <p:cNvSpPr txBox="1"/>
          <p:nvPr/>
        </p:nvSpPr>
        <p:spPr>
          <a:xfrm>
            <a:off x="3482019" y="905029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73" name="d1_1_1As" descr="Editable text; source id d1_1_1As"/>
          <p:cNvSpPr txBox="1"/>
          <p:nvPr/>
        </p:nvSpPr>
        <p:spPr>
          <a:xfrm>
            <a:off x="3580660" y="971611"/>
            <a:ext cx="207145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4:4</a:t>
            </a:r>
          </a:p>
        </p:txBody>
      </p:sp>
      <p:sp>
        <p:nvSpPr>
          <p:cNvPr id="74" name="d1_1_1Bv" descr="Editable text; source id d1_1_1Bv"/>
          <p:cNvSpPr txBox="1"/>
          <p:nvPr/>
        </p:nvSpPr>
        <p:spPr>
          <a:xfrm>
            <a:off x="3758213" y="905029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75" name="d1_1_1Bs" descr="Editable text; source id d1_1_1Bs"/>
          <p:cNvSpPr txBox="1"/>
          <p:nvPr/>
        </p:nvSpPr>
        <p:spPr>
          <a:xfrm>
            <a:off x="3856854" y="971611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76" name="d1_2_0Cv" descr="Editable text; source id d1_2_0Cv"/>
          <p:cNvSpPr txBox="1"/>
          <p:nvPr/>
        </p:nvSpPr>
        <p:spPr>
          <a:xfrm>
            <a:off x="2466019" y="1122038"/>
            <a:ext cx="177553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77" name="d1_2_0Cs" descr="Editable text; source id d1_2_0Cs"/>
          <p:cNvSpPr txBox="1"/>
          <p:nvPr/>
        </p:nvSpPr>
        <p:spPr>
          <a:xfrm>
            <a:off x="2564660" y="1188621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cxnSp>
        <p:nvCxnSpPr>
          <p:cNvPr id="78" name="d1_2_0Cttop" descr="Editable line; source id d1_2_0Cttop"/>
          <p:cNvCxnSpPr/>
          <p:nvPr/>
        </p:nvCxnSpPr>
        <p:spPr>
          <a:xfrm>
            <a:off x="2564660" y="1119572"/>
            <a:ext cx="69048" cy="0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d1_2_0Ctstem" descr="Editable line; source id d1_2_0Ctstem"/>
          <p:cNvCxnSpPr/>
          <p:nvPr/>
        </p:nvCxnSpPr>
        <p:spPr>
          <a:xfrm>
            <a:off x="2599184" y="1119572"/>
            <a:ext cx="0" cy="59185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d1_2_0Av" descr="Editable text; source id d1_2_0Av"/>
          <p:cNvSpPr txBox="1"/>
          <p:nvPr/>
        </p:nvSpPr>
        <p:spPr>
          <a:xfrm>
            <a:off x="2683029" y="1122038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81" name="d1_2_0As" descr="Editable text; source id d1_2_0As"/>
          <p:cNvSpPr txBox="1"/>
          <p:nvPr/>
        </p:nvSpPr>
        <p:spPr>
          <a:xfrm>
            <a:off x="2781669" y="1188621"/>
            <a:ext cx="207145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5:3</a:t>
            </a:r>
          </a:p>
        </p:txBody>
      </p:sp>
      <p:sp>
        <p:nvSpPr>
          <p:cNvPr id="82" name="d1_2_0Bv" descr="Editable text; source id d1_2_0Bv"/>
          <p:cNvSpPr txBox="1"/>
          <p:nvPr/>
        </p:nvSpPr>
        <p:spPr>
          <a:xfrm>
            <a:off x="2959223" y="1122038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83" name="d1_2_0Bs" descr="Editable text; source id d1_2_0Bs"/>
          <p:cNvSpPr txBox="1"/>
          <p:nvPr/>
        </p:nvSpPr>
        <p:spPr>
          <a:xfrm>
            <a:off x="3057864" y="1188621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84" name="d1_2_1Cv" descr="Editable text; source id d1_2_1Cv"/>
          <p:cNvSpPr txBox="1"/>
          <p:nvPr/>
        </p:nvSpPr>
        <p:spPr>
          <a:xfrm>
            <a:off x="3265009" y="1122038"/>
            <a:ext cx="177553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85" name="d1_2_1Cs" descr="Editable text; source id d1_2_1Cs"/>
          <p:cNvSpPr txBox="1"/>
          <p:nvPr/>
        </p:nvSpPr>
        <p:spPr>
          <a:xfrm>
            <a:off x="3363650" y="1188621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cxnSp>
        <p:nvCxnSpPr>
          <p:cNvPr id="86" name="d1_2_1Cttop" descr="Editable line; source id d1_2_1Cttop"/>
          <p:cNvCxnSpPr/>
          <p:nvPr/>
        </p:nvCxnSpPr>
        <p:spPr>
          <a:xfrm>
            <a:off x="3363650" y="1119572"/>
            <a:ext cx="69048" cy="0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d1_2_1Ctstem" descr="Editable line; source id d1_2_1Ctstem"/>
          <p:cNvCxnSpPr/>
          <p:nvPr/>
        </p:nvCxnSpPr>
        <p:spPr>
          <a:xfrm>
            <a:off x="3398174" y="1119572"/>
            <a:ext cx="0" cy="59185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d1_2_1Av" descr="Editable text; source id d1_2_1Av"/>
          <p:cNvSpPr txBox="1"/>
          <p:nvPr/>
        </p:nvSpPr>
        <p:spPr>
          <a:xfrm>
            <a:off x="3482019" y="1122038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89" name="d1_2_1As" descr="Editable text; source id d1_2_1As"/>
          <p:cNvSpPr txBox="1"/>
          <p:nvPr/>
        </p:nvSpPr>
        <p:spPr>
          <a:xfrm>
            <a:off x="3580660" y="1188621"/>
            <a:ext cx="207145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5:4</a:t>
            </a:r>
          </a:p>
        </p:txBody>
      </p:sp>
      <p:sp>
        <p:nvSpPr>
          <p:cNvPr id="90" name="d1_2_1Bv" descr="Editable text; source id d1_2_1Bv"/>
          <p:cNvSpPr txBox="1"/>
          <p:nvPr/>
        </p:nvSpPr>
        <p:spPr>
          <a:xfrm>
            <a:off x="3758213" y="1122038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91" name="d1_2_1Bs" descr="Editable text; source id d1_2_1Bs"/>
          <p:cNvSpPr txBox="1"/>
          <p:nvPr/>
        </p:nvSpPr>
        <p:spPr>
          <a:xfrm>
            <a:off x="3856854" y="1188621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2" name="d1_2_2Cv" descr="Editable text; source id d1_2_2Cv"/>
          <p:cNvSpPr txBox="1"/>
          <p:nvPr/>
        </p:nvSpPr>
        <p:spPr>
          <a:xfrm>
            <a:off x="4063999" y="1122038"/>
            <a:ext cx="177553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93" name="d1_2_2Cs" descr="Editable text; source id d1_2_2Cs"/>
          <p:cNvSpPr txBox="1"/>
          <p:nvPr/>
        </p:nvSpPr>
        <p:spPr>
          <a:xfrm>
            <a:off x="4162640" y="1188621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cxnSp>
        <p:nvCxnSpPr>
          <p:cNvPr id="94" name="d1_2_2Cttop" descr="Editable line; source id d1_2_2Cttop"/>
          <p:cNvCxnSpPr/>
          <p:nvPr/>
        </p:nvCxnSpPr>
        <p:spPr>
          <a:xfrm>
            <a:off x="4162640" y="1119572"/>
            <a:ext cx="69049" cy="0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d1_2_2Ctstem" descr="Editable line; source id d1_2_2Ctstem"/>
          <p:cNvCxnSpPr/>
          <p:nvPr/>
        </p:nvCxnSpPr>
        <p:spPr>
          <a:xfrm>
            <a:off x="4197164" y="1119572"/>
            <a:ext cx="0" cy="59185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d1_2_2Av" descr="Editable text; source id d1_2_2Av"/>
          <p:cNvSpPr txBox="1"/>
          <p:nvPr/>
        </p:nvSpPr>
        <p:spPr>
          <a:xfrm>
            <a:off x="4281009" y="1122038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97" name="d1_2_2As" descr="Editable text; source id d1_2_2As"/>
          <p:cNvSpPr txBox="1"/>
          <p:nvPr/>
        </p:nvSpPr>
        <p:spPr>
          <a:xfrm>
            <a:off x="4379650" y="1188621"/>
            <a:ext cx="207145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5:5</a:t>
            </a:r>
          </a:p>
        </p:txBody>
      </p:sp>
      <p:sp>
        <p:nvSpPr>
          <p:cNvPr id="98" name="d1_2_2Bv" descr="Editable text; source id d1_2_2Bv"/>
          <p:cNvSpPr txBox="1"/>
          <p:nvPr/>
        </p:nvSpPr>
        <p:spPr>
          <a:xfrm>
            <a:off x="4557203" y="1122038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99" name="d1_2_2Bs" descr="Editable text; source id d1_2_2Bs"/>
          <p:cNvSpPr txBox="1"/>
          <p:nvPr/>
        </p:nvSpPr>
        <p:spPr>
          <a:xfrm>
            <a:off x="4655844" y="1188621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100" name="diag2" descr="Editable shape; source id diag2"/>
          <p:cNvSpPr/>
          <p:nvPr/>
        </p:nvSpPr>
        <p:spPr>
          <a:xfrm>
            <a:off x="4853126" y="1351378"/>
            <a:ext cx="2347650" cy="641165"/>
          </a:xfrm>
          <a:prstGeom prst="rect">
            <a:avLst/>
          </a:prstGeom>
          <a:solidFill>
            <a:srgbClr val="FAE5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d2_0_0Cv" descr="Editable text; source id d2_0_0Cv"/>
          <p:cNvSpPr txBox="1"/>
          <p:nvPr/>
        </p:nvSpPr>
        <p:spPr>
          <a:xfrm>
            <a:off x="4872854" y="1348912"/>
            <a:ext cx="177553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102" name="d2_0_0Cs" descr="Editable text; source id d2_0_0Cs"/>
          <p:cNvSpPr txBox="1"/>
          <p:nvPr/>
        </p:nvSpPr>
        <p:spPr>
          <a:xfrm>
            <a:off x="4971495" y="1415495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cxnSp>
        <p:nvCxnSpPr>
          <p:cNvPr id="103" name="d2_0_0Cttop" descr="Editable line; source id d2_0_0Cttop"/>
          <p:cNvCxnSpPr/>
          <p:nvPr/>
        </p:nvCxnSpPr>
        <p:spPr>
          <a:xfrm>
            <a:off x="4971495" y="1346446"/>
            <a:ext cx="69048" cy="0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d2_0_0Ctstem" descr="Editable line; source id d2_0_0Ctstem"/>
          <p:cNvCxnSpPr/>
          <p:nvPr/>
        </p:nvCxnSpPr>
        <p:spPr>
          <a:xfrm>
            <a:off x="5006019" y="1346446"/>
            <a:ext cx="0" cy="59185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d2_0_0Av" descr="Editable text; source id d2_0_0Av"/>
          <p:cNvSpPr txBox="1"/>
          <p:nvPr/>
        </p:nvSpPr>
        <p:spPr>
          <a:xfrm>
            <a:off x="5089863" y="1348912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06" name="d2_0_0As" descr="Editable text; source id d2_0_0As"/>
          <p:cNvSpPr txBox="1"/>
          <p:nvPr/>
        </p:nvSpPr>
        <p:spPr>
          <a:xfrm>
            <a:off x="5188504" y="1415495"/>
            <a:ext cx="207145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6:6</a:t>
            </a:r>
          </a:p>
        </p:txBody>
      </p:sp>
      <p:sp>
        <p:nvSpPr>
          <p:cNvPr id="107" name="d2_0_0Bv" descr="Editable text; source id d2_0_0Bv"/>
          <p:cNvSpPr txBox="1"/>
          <p:nvPr/>
        </p:nvSpPr>
        <p:spPr>
          <a:xfrm>
            <a:off x="5366058" y="1348912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108" name="d2_0_0Bs" descr="Editable text; source id d2_0_0Bs"/>
          <p:cNvSpPr txBox="1"/>
          <p:nvPr/>
        </p:nvSpPr>
        <p:spPr>
          <a:xfrm>
            <a:off x="5464698" y="1415495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109" name="d2_1_0Cv" descr="Editable text; source id d2_1_0Cv"/>
          <p:cNvSpPr txBox="1"/>
          <p:nvPr/>
        </p:nvSpPr>
        <p:spPr>
          <a:xfrm>
            <a:off x="4872854" y="1565922"/>
            <a:ext cx="177553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110" name="d2_1_0Cs" descr="Editable text; source id d2_1_0Cs"/>
          <p:cNvSpPr txBox="1"/>
          <p:nvPr/>
        </p:nvSpPr>
        <p:spPr>
          <a:xfrm>
            <a:off x="4971495" y="1632504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cxnSp>
        <p:nvCxnSpPr>
          <p:cNvPr id="111" name="d2_1_0Cttop" descr="Editable line; source id d2_1_0Cttop"/>
          <p:cNvCxnSpPr/>
          <p:nvPr/>
        </p:nvCxnSpPr>
        <p:spPr>
          <a:xfrm>
            <a:off x="4971495" y="1563456"/>
            <a:ext cx="69048" cy="0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d2_1_0Ctstem" descr="Editable line; source id d2_1_0Ctstem"/>
          <p:cNvCxnSpPr/>
          <p:nvPr/>
        </p:nvCxnSpPr>
        <p:spPr>
          <a:xfrm>
            <a:off x="5006019" y="1563456"/>
            <a:ext cx="0" cy="59184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d2_1_0Av" descr="Editable text; source id d2_1_0Av"/>
          <p:cNvSpPr txBox="1"/>
          <p:nvPr/>
        </p:nvSpPr>
        <p:spPr>
          <a:xfrm>
            <a:off x="5089863" y="1565922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14" name="d2_1_0As" descr="Editable text; source id d2_1_0As"/>
          <p:cNvSpPr txBox="1"/>
          <p:nvPr/>
        </p:nvSpPr>
        <p:spPr>
          <a:xfrm>
            <a:off x="5188504" y="1632504"/>
            <a:ext cx="207145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7:6</a:t>
            </a:r>
          </a:p>
        </p:txBody>
      </p:sp>
      <p:sp>
        <p:nvSpPr>
          <p:cNvPr id="115" name="d2_1_0Bv" descr="Editable text; source id d2_1_0Bv"/>
          <p:cNvSpPr txBox="1"/>
          <p:nvPr/>
        </p:nvSpPr>
        <p:spPr>
          <a:xfrm>
            <a:off x="5366058" y="1565922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116" name="d2_1_0Bs" descr="Editable text; source id d2_1_0Bs"/>
          <p:cNvSpPr txBox="1"/>
          <p:nvPr/>
        </p:nvSpPr>
        <p:spPr>
          <a:xfrm>
            <a:off x="5464698" y="1632504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117" name="d2_1_1Cv" descr="Editable text; source id d2_1_1Cv"/>
          <p:cNvSpPr txBox="1"/>
          <p:nvPr/>
        </p:nvSpPr>
        <p:spPr>
          <a:xfrm>
            <a:off x="5671844" y="1565922"/>
            <a:ext cx="177553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118" name="d2_1_1Cs" descr="Editable text; source id d2_1_1Cs"/>
          <p:cNvSpPr txBox="1"/>
          <p:nvPr/>
        </p:nvSpPr>
        <p:spPr>
          <a:xfrm>
            <a:off x="5770485" y="1632504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cxnSp>
        <p:nvCxnSpPr>
          <p:cNvPr id="119" name="d2_1_1Cttop" descr="Editable line; source id d2_1_1Cttop"/>
          <p:cNvCxnSpPr/>
          <p:nvPr/>
        </p:nvCxnSpPr>
        <p:spPr>
          <a:xfrm>
            <a:off x="5770485" y="1563456"/>
            <a:ext cx="69048" cy="0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d2_1_1Ctstem" descr="Editable line; source id d2_1_1Ctstem"/>
          <p:cNvCxnSpPr/>
          <p:nvPr/>
        </p:nvCxnSpPr>
        <p:spPr>
          <a:xfrm>
            <a:off x="5805009" y="1563456"/>
            <a:ext cx="0" cy="59184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d2_1_1Av" descr="Editable text; source id d2_1_1Av"/>
          <p:cNvSpPr txBox="1"/>
          <p:nvPr/>
        </p:nvSpPr>
        <p:spPr>
          <a:xfrm>
            <a:off x="5888854" y="1565922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22" name="d2_1_1As" descr="Editable text; source id d2_1_1As"/>
          <p:cNvSpPr txBox="1"/>
          <p:nvPr/>
        </p:nvSpPr>
        <p:spPr>
          <a:xfrm>
            <a:off x="5987494" y="1632504"/>
            <a:ext cx="207145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7:7</a:t>
            </a:r>
          </a:p>
        </p:txBody>
      </p:sp>
      <p:sp>
        <p:nvSpPr>
          <p:cNvPr id="123" name="d2_1_1Bv" descr="Editable text; source id d2_1_1Bv"/>
          <p:cNvSpPr txBox="1"/>
          <p:nvPr/>
        </p:nvSpPr>
        <p:spPr>
          <a:xfrm>
            <a:off x="6165048" y="1565922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124" name="d2_1_1Bs" descr="Editable text; source id d2_1_1Bs"/>
          <p:cNvSpPr txBox="1"/>
          <p:nvPr/>
        </p:nvSpPr>
        <p:spPr>
          <a:xfrm>
            <a:off x="6263689" y="1632504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125" name="d2_2_0Cv" descr="Editable text; source id d2_2_0Cv"/>
          <p:cNvSpPr txBox="1"/>
          <p:nvPr/>
        </p:nvSpPr>
        <p:spPr>
          <a:xfrm>
            <a:off x="4872854" y="1782931"/>
            <a:ext cx="177553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126" name="d2_2_0Cs" descr="Editable text; source id d2_2_0Cs"/>
          <p:cNvSpPr txBox="1"/>
          <p:nvPr/>
        </p:nvSpPr>
        <p:spPr>
          <a:xfrm>
            <a:off x="4971495" y="1849514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cxnSp>
        <p:nvCxnSpPr>
          <p:cNvPr id="127" name="d2_2_0Cttop" descr="Editable line; source id d2_2_0Cttop"/>
          <p:cNvCxnSpPr/>
          <p:nvPr/>
        </p:nvCxnSpPr>
        <p:spPr>
          <a:xfrm>
            <a:off x="4971495" y="1780465"/>
            <a:ext cx="69048" cy="0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d2_2_0Ctstem" descr="Editable line; source id d2_2_0Ctstem"/>
          <p:cNvCxnSpPr/>
          <p:nvPr/>
        </p:nvCxnSpPr>
        <p:spPr>
          <a:xfrm>
            <a:off x="5006019" y="1780465"/>
            <a:ext cx="0" cy="59185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d2_2_0Av" descr="Editable text; source id d2_2_0Av"/>
          <p:cNvSpPr txBox="1"/>
          <p:nvPr/>
        </p:nvSpPr>
        <p:spPr>
          <a:xfrm>
            <a:off x="5089863" y="1782931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30" name="d2_2_0As" descr="Editable text; source id d2_2_0As"/>
          <p:cNvSpPr txBox="1"/>
          <p:nvPr/>
        </p:nvSpPr>
        <p:spPr>
          <a:xfrm>
            <a:off x="5188504" y="1849514"/>
            <a:ext cx="207145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8:6</a:t>
            </a:r>
          </a:p>
        </p:txBody>
      </p:sp>
      <p:sp>
        <p:nvSpPr>
          <p:cNvPr id="131" name="d2_2_0Bv" descr="Editable text; source id d2_2_0Bv"/>
          <p:cNvSpPr txBox="1"/>
          <p:nvPr/>
        </p:nvSpPr>
        <p:spPr>
          <a:xfrm>
            <a:off x="5366058" y="1782931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132" name="d2_2_0Bs" descr="Editable text; source id d2_2_0Bs"/>
          <p:cNvSpPr txBox="1"/>
          <p:nvPr/>
        </p:nvSpPr>
        <p:spPr>
          <a:xfrm>
            <a:off x="5464698" y="1849514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133" name="d2_2_1Cv" descr="Editable text; source id d2_2_1Cv"/>
          <p:cNvSpPr txBox="1"/>
          <p:nvPr/>
        </p:nvSpPr>
        <p:spPr>
          <a:xfrm>
            <a:off x="5671844" y="1782931"/>
            <a:ext cx="177553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134" name="d2_2_1Cs" descr="Editable text; source id d2_2_1Cs"/>
          <p:cNvSpPr txBox="1"/>
          <p:nvPr/>
        </p:nvSpPr>
        <p:spPr>
          <a:xfrm>
            <a:off x="5770485" y="1849514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cxnSp>
        <p:nvCxnSpPr>
          <p:cNvPr id="135" name="d2_2_1Cttop" descr="Editable line; source id d2_2_1Cttop"/>
          <p:cNvCxnSpPr/>
          <p:nvPr/>
        </p:nvCxnSpPr>
        <p:spPr>
          <a:xfrm>
            <a:off x="5770485" y="1780465"/>
            <a:ext cx="69048" cy="0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d2_2_1Ctstem" descr="Editable line; source id d2_2_1Ctstem"/>
          <p:cNvCxnSpPr/>
          <p:nvPr/>
        </p:nvCxnSpPr>
        <p:spPr>
          <a:xfrm>
            <a:off x="5805009" y="1780465"/>
            <a:ext cx="0" cy="59185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d2_2_1Av" descr="Editable text; source id d2_2_1Av"/>
          <p:cNvSpPr txBox="1"/>
          <p:nvPr/>
        </p:nvSpPr>
        <p:spPr>
          <a:xfrm>
            <a:off x="5888854" y="1782931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38" name="d2_2_1As" descr="Editable text; source id d2_2_1As"/>
          <p:cNvSpPr txBox="1"/>
          <p:nvPr/>
        </p:nvSpPr>
        <p:spPr>
          <a:xfrm>
            <a:off x="5987494" y="1849514"/>
            <a:ext cx="207145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8:7</a:t>
            </a:r>
          </a:p>
        </p:txBody>
      </p:sp>
      <p:sp>
        <p:nvSpPr>
          <p:cNvPr id="139" name="d2_2_1Bv" descr="Editable text; source id d2_2_1Bv"/>
          <p:cNvSpPr txBox="1"/>
          <p:nvPr/>
        </p:nvSpPr>
        <p:spPr>
          <a:xfrm>
            <a:off x="6165048" y="1782931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140" name="d2_2_1Bs" descr="Editable text; source id d2_2_1Bs"/>
          <p:cNvSpPr txBox="1"/>
          <p:nvPr/>
        </p:nvSpPr>
        <p:spPr>
          <a:xfrm>
            <a:off x="6263689" y="1849514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141" name="d2_2_2Cv" descr="Editable text; source id d2_2_2Cv"/>
          <p:cNvSpPr txBox="1"/>
          <p:nvPr/>
        </p:nvSpPr>
        <p:spPr>
          <a:xfrm>
            <a:off x="6470834" y="1782931"/>
            <a:ext cx="177553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142" name="d2_2_2Cs" descr="Editable text; source id d2_2_2Cs"/>
          <p:cNvSpPr txBox="1"/>
          <p:nvPr/>
        </p:nvSpPr>
        <p:spPr>
          <a:xfrm>
            <a:off x="6569475" y="1849514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cxnSp>
        <p:nvCxnSpPr>
          <p:cNvPr id="143" name="d2_2_2Cttop" descr="Editable line; source id d2_2_2Cttop"/>
          <p:cNvCxnSpPr/>
          <p:nvPr/>
        </p:nvCxnSpPr>
        <p:spPr>
          <a:xfrm>
            <a:off x="6569475" y="1780465"/>
            <a:ext cx="69049" cy="0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d2_2_2Ctstem" descr="Editable line; source id d2_2_2Ctstem"/>
          <p:cNvCxnSpPr/>
          <p:nvPr/>
        </p:nvCxnSpPr>
        <p:spPr>
          <a:xfrm>
            <a:off x="6603999" y="1780465"/>
            <a:ext cx="0" cy="59185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d2_2_2Av" descr="Editable text; source id d2_2_2Av"/>
          <p:cNvSpPr txBox="1"/>
          <p:nvPr/>
        </p:nvSpPr>
        <p:spPr>
          <a:xfrm>
            <a:off x="6687844" y="1782931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46" name="d2_2_2As" descr="Editable text; source id d2_2_2As"/>
          <p:cNvSpPr txBox="1"/>
          <p:nvPr/>
        </p:nvSpPr>
        <p:spPr>
          <a:xfrm>
            <a:off x="6786485" y="1849514"/>
            <a:ext cx="207145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8:8</a:t>
            </a:r>
          </a:p>
        </p:txBody>
      </p:sp>
      <p:sp>
        <p:nvSpPr>
          <p:cNvPr id="147" name="d2_2_2Bv" descr="Editable text; source id d2_2_2Bv"/>
          <p:cNvSpPr txBox="1"/>
          <p:nvPr/>
        </p:nvSpPr>
        <p:spPr>
          <a:xfrm>
            <a:off x="6964038" y="1782931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148" name="d2_2_2Bs" descr="Editable text; source id d2_2_2Bs"/>
          <p:cNvSpPr txBox="1"/>
          <p:nvPr/>
        </p:nvSpPr>
        <p:spPr>
          <a:xfrm>
            <a:off x="7062679" y="1849514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cxnSp>
        <p:nvCxnSpPr>
          <p:cNvPr id="149" name="wholel" descr="Editable line; source id wholel"/>
          <p:cNvCxnSpPr/>
          <p:nvPr/>
        </p:nvCxnSpPr>
        <p:spPr>
          <a:xfrm>
            <a:off x="59184" y="49320"/>
            <a:ext cx="0" cy="1923495"/>
          </a:xfrm>
          <a:prstGeom prst="line">
            <a:avLst/>
          </a:prstGeom>
          <a:ln w="8877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wholelt" descr="Editable line; source id wholelt"/>
          <p:cNvCxnSpPr/>
          <p:nvPr/>
        </p:nvCxnSpPr>
        <p:spPr>
          <a:xfrm>
            <a:off x="59184" y="49320"/>
            <a:ext cx="39456" cy="0"/>
          </a:xfrm>
          <a:prstGeom prst="line">
            <a:avLst/>
          </a:prstGeom>
          <a:ln w="8877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wholelb" descr="Editable line; source id wholelb"/>
          <p:cNvCxnSpPr/>
          <p:nvPr/>
        </p:nvCxnSpPr>
        <p:spPr>
          <a:xfrm>
            <a:off x="59184" y="1972815"/>
            <a:ext cx="39456" cy="0"/>
          </a:xfrm>
          <a:prstGeom prst="line">
            <a:avLst/>
          </a:prstGeom>
          <a:ln w="8877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wholer" descr="Editable line; source id wholer"/>
          <p:cNvCxnSpPr/>
          <p:nvPr/>
        </p:nvCxnSpPr>
        <p:spPr>
          <a:xfrm>
            <a:off x="7210640" y="49320"/>
            <a:ext cx="0" cy="1923495"/>
          </a:xfrm>
          <a:prstGeom prst="line">
            <a:avLst/>
          </a:prstGeom>
          <a:ln w="8877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wholert" descr="Editable line; source id wholert"/>
          <p:cNvCxnSpPr/>
          <p:nvPr/>
        </p:nvCxnSpPr>
        <p:spPr>
          <a:xfrm>
            <a:off x="7171184" y="49320"/>
            <a:ext cx="39456" cy="0"/>
          </a:xfrm>
          <a:prstGeom prst="line">
            <a:avLst/>
          </a:prstGeom>
          <a:ln w="8877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wholerb" descr="Editable line; source id wholerb"/>
          <p:cNvCxnSpPr/>
          <p:nvPr/>
        </p:nvCxnSpPr>
        <p:spPr>
          <a:xfrm>
            <a:off x="7171184" y="1972815"/>
            <a:ext cx="39456" cy="0"/>
          </a:xfrm>
          <a:prstGeom prst="line">
            <a:avLst/>
          </a:prstGeom>
          <a:ln w="8877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gridv0" descr="Editable line; source id gridv0"/>
          <p:cNvCxnSpPr/>
          <p:nvPr/>
        </p:nvCxnSpPr>
        <p:spPr>
          <a:xfrm>
            <a:off x="2436427" y="29592"/>
            <a:ext cx="0" cy="1972815"/>
          </a:xfrm>
          <a:prstGeom prst="line">
            <a:avLst/>
          </a:prstGeom>
          <a:ln w="10850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gridv1" descr="Editable line; source id gridv1"/>
          <p:cNvCxnSpPr/>
          <p:nvPr/>
        </p:nvCxnSpPr>
        <p:spPr>
          <a:xfrm>
            <a:off x="4843262" y="29592"/>
            <a:ext cx="0" cy="1972815"/>
          </a:xfrm>
          <a:prstGeom prst="line">
            <a:avLst/>
          </a:prstGeom>
          <a:ln w="10850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gridh0" descr="Editable line; source id gridh0"/>
          <p:cNvCxnSpPr/>
          <p:nvPr/>
        </p:nvCxnSpPr>
        <p:spPr>
          <a:xfrm>
            <a:off x="29592" y="675689"/>
            <a:ext cx="7200776" cy="0"/>
          </a:xfrm>
          <a:prstGeom prst="line">
            <a:avLst/>
          </a:prstGeom>
          <a:ln w="10850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gridh1" descr="Editable line; source id gridh1"/>
          <p:cNvCxnSpPr/>
          <p:nvPr/>
        </p:nvCxnSpPr>
        <p:spPr>
          <a:xfrm>
            <a:off x="29592" y="1336582"/>
            <a:ext cx="7200776" cy="0"/>
          </a:xfrm>
          <a:prstGeom prst="line">
            <a:avLst/>
          </a:prstGeom>
          <a:ln w="10850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factor0Cbg" descr="Editable shape; source id factor0Cbg"/>
          <p:cNvSpPr/>
          <p:nvPr/>
        </p:nvSpPr>
        <p:spPr>
          <a:xfrm>
            <a:off x="374834" y="729941"/>
            <a:ext cx="621436" cy="591844"/>
          </a:xfrm>
          <a:prstGeom prst="rect">
            <a:avLst/>
          </a:prstGeom>
          <a:solidFill>
            <a:srgbClr val="DF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0" name="factor0Cbrl" descr="Editable line; source id factor0Cbrl"/>
          <p:cNvCxnSpPr/>
          <p:nvPr/>
        </p:nvCxnSpPr>
        <p:spPr>
          <a:xfrm>
            <a:off x="404427" y="759533"/>
            <a:ext cx="0" cy="532661"/>
          </a:xfrm>
          <a:prstGeom prst="line">
            <a:avLst/>
          </a:prstGeom>
          <a:ln w="8877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factor0Cbrlt" descr="Editable line; source id factor0Cbrlt"/>
          <p:cNvCxnSpPr/>
          <p:nvPr/>
        </p:nvCxnSpPr>
        <p:spPr>
          <a:xfrm>
            <a:off x="404427" y="759533"/>
            <a:ext cx="39456" cy="0"/>
          </a:xfrm>
          <a:prstGeom prst="line">
            <a:avLst/>
          </a:prstGeom>
          <a:ln w="8877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factor0Cbrlb" descr="Editable line; source id factor0Cbrlb"/>
          <p:cNvCxnSpPr/>
          <p:nvPr/>
        </p:nvCxnSpPr>
        <p:spPr>
          <a:xfrm>
            <a:off x="404427" y="1292194"/>
            <a:ext cx="39456" cy="0"/>
          </a:xfrm>
          <a:prstGeom prst="line">
            <a:avLst/>
          </a:prstGeom>
          <a:ln w="8877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factor0Cbrr" descr="Editable line; source id factor0Cbrr"/>
          <p:cNvCxnSpPr/>
          <p:nvPr/>
        </p:nvCxnSpPr>
        <p:spPr>
          <a:xfrm>
            <a:off x="956815" y="759533"/>
            <a:ext cx="0" cy="532661"/>
          </a:xfrm>
          <a:prstGeom prst="line">
            <a:avLst/>
          </a:prstGeom>
          <a:ln w="8877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factor0Cbrrt" descr="Editable line; source id factor0Cbrrt"/>
          <p:cNvCxnSpPr/>
          <p:nvPr/>
        </p:nvCxnSpPr>
        <p:spPr>
          <a:xfrm>
            <a:off x="917359" y="759533"/>
            <a:ext cx="39456" cy="0"/>
          </a:xfrm>
          <a:prstGeom prst="line">
            <a:avLst/>
          </a:prstGeom>
          <a:ln w="8877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factor0Cbrrb" descr="Editable line; source id factor0Cbrrb"/>
          <p:cNvCxnSpPr/>
          <p:nvPr/>
        </p:nvCxnSpPr>
        <p:spPr>
          <a:xfrm>
            <a:off x="917359" y="1292194"/>
            <a:ext cx="39456" cy="0"/>
          </a:xfrm>
          <a:prstGeom prst="line">
            <a:avLst/>
          </a:prstGeom>
          <a:ln w="8877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factor0C0Cv" descr="Editable text; source id factor0C0Cv"/>
          <p:cNvSpPr txBox="1"/>
          <p:nvPr/>
        </p:nvSpPr>
        <p:spPr>
          <a:xfrm>
            <a:off x="453747" y="717611"/>
            <a:ext cx="177553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167" name="factor0C0Cs" descr="Editable text; source id factor0C0Cs"/>
          <p:cNvSpPr txBox="1"/>
          <p:nvPr/>
        </p:nvSpPr>
        <p:spPr>
          <a:xfrm>
            <a:off x="552388" y="784194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cxnSp>
        <p:nvCxnSpPr>
          <p:cNvPr id="168" name="factor0C0Cttop" descr="Editable line; source id factor0C0Cttop"/>
          <p:cNvCxnSpPr/>
          <p:nvPr/>
        </p:nvCxnSpPr>
        <p:spPr>
          <a:xfrm>
            <a:off x="552388" y="715145"/>
            <a:ext cx="69048" cy="0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factor0C0Ctstem" descr="Editable line; source id factor0C0Ctstem"/>
          <p:cNvCxnSpPr/>
          <p:nvPr/>
        </p:nvCxnSpPr>
        <p:spPr>
          <a:xfrm>
            <a:off x="586912" y="715145"/>
            <a:ext cx="0" cy="59185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factor0C0Av" descr="Editable text; source id factor0C0Av"/>
          <p:cNvSpPr txBox="1"/>
          <p:nvPr/>
        </p:nvSpPr>
        <p:spPr>
          <a:xfrm>
            <a:off x="670757" y="717611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71" name="factor0C0As" descr="Editable text; source id factor0C0As"/>
          <p:cNvSpPr txBox="1"/>
          <p:nvPr/>
        </p:nvSpPr>
        <p:spPr>
          <a:xfrm>
            <a:off x="769398" y="784194"/>
            <a:ext cx="207145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3:2</a:t>
            </a:r>
          </a:p>
        </p:txBody>
      </p:sp>
      <p:sp>
        <p:nvSpPr>
          <p:cNvPr id="172" name="factor0C1Cv" descr="Editable text; source id factor0C1Cv"/>
          <p:cNvSpPr txBox="1"/>
          <p:nvPr/>
        </p:nvSpPr>
        <p:spPr>
          <a:xfrm>
            <a:off x="453747" y="909961"/>
            <a:ext cx="177553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173" name="factor0C1Cs" descr="Editable text; source id factor0C1Cs"/>
          <p:cNvSpPr txBox="1"/>
          <p:nvPr/>
        </p:nvSpPr>
        <p:spPr>
          <a:xfrm>
            <a:off x="552388" y="976543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cxnSp>
        <p:nvCxnSpPr>
          <p:cNvPr id="174" name="factor0C1Cttop" descr="Editable line; source id factor0C1Cttop"/>
          <p:cNvCxnSpPr/>
          <p:nvPr/>
        </p:nvCxnSpPr>
        <p:spPr>
          <a:xfrm>
            <a:off x="552388" y="907495"/>
            <a:ext cx="69048" cy="0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factor0C1Ctstem" descr="Editable line; source id factor0C1Ctstem"/>
          <p:cNvCxnSpPr/>
          <p:nvPr/>
        </p:nvCxnSpPr>
        <p:spPr>
          <a:xfrm>
            <a:off x="586912" y="907495"/>
            <a:ext cx="0" cy="59184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factor0C1Av" descr="Editable text; source id factor0C1Av"/>
          <p:cNvSpPr txBox="1"/>
          <p:nvPr/>
        </p:nvSpPr>
        <p:spPr>
          <a:xfrm>
            <a:off x="670757" y="909961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77" name="factor0C1As" descr="Editable text; source id factor0C1As"/>
          <p:cNvSpPr txBox="1"/>
          <p:nvPr/>
        </p:nvSpPr>
        <p:spPr>
          <a:xfrm>
            <a:off x="769398" y="976543"/>
            <a:ext cx="207145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4:2</a:t>
            </a:r>
          </a:p>
        </p:txBody>
      </p:sp>
      <p:sp>
        <p:nvSpPr>
          <p:cNvPr id="178" name="factor0C2Cv" descr="Editable text; source id factor0C2Cv"/>
          <p:cNvSpPr txBox="1"/>
          <p:nvPr/>
        </p:nvSpPr>
        <p:spPr>
          <a:xfrm>
            <a:off x="453747" y="1102310"/>
            <a:ext cx="177553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179" name="factor0C2Cs" descr="Editable text; source id factor0C2Cs"/>
          <p:cNvSpPr txBox="1"/>
          <p:nvPr/>
        </p:nvSpPr>
        <p:spPr>
          <a:xfrm>
            <a:off x="552388" y="1168893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cxnSp>
        <p:nvCxnSpPr>
          <p:cNvPr id="180" name="factor0C2Cttop" descr="Editable line; source id factor0C2Cttop"/>
          <p:cNvCxnSpPr/>
          <p:nvPr/>
        </p:nvCxnSpPr>
        <p:spPr>
          <a:xfrm>
            <a:off x="552388" y="1099844"/>
            <a:ext cx="69048" cy="0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factor0C2Ctstem" descr="Editable line; source id factor0C2Ctstem"/>
          <p:cNvCxnSpPr/>
          <p:nvPr/>
        </p:nvCxnSpPr>
        <p:spPr>
          <a:xfrm>
            <a:off x="586912" y="1099844"/>
            <a:ext cx="0" cy="59185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factor0C2Av" descr="Editable text; source id factor0C2Av"/>
          <p:cNvSpPr txBox="1"/>
          <p:nvPr/>
        </p:nvSpPr>
        <p:spPr>
          <a:xfrm>
            <a:off x="670757" y="1102310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83" name="factor0C2As" descr="Editable text; source id factor0C2As"/>
          <p:cNvSpPr txBox="1"/>
          <p:nvPr/>
        </p:nvSpPr>
        <p:spPr>
          <a:xfrm>
            <a:off x="769398" y="1168893"/>
            <a:ext cx="207145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5:2</a:t>
            </a:r>
          </a:p>
        </p:txBody>
      </p:sp>
      <p:sp>
        <p:nvSpPr>
          <p:cNvPr id="184" name="factor0Bbg" descr="Editable shape; source id factor0Bbg"/>
          <p:cNvSpPr/>
          <p:nvPr/>
        </p:nvSpPr>
        <p:spPr>
          <a:xfrm>
            <a:off x="1361242" y="729941"/>
            <a:ext cx="621436" cy="591844"/>
          </a:xfrm>
          <a:prstGeom prst="rect">
            <a:avLst/>
          </a:prstGeom>
          <a:solidFill>
            <a:srgbClr val="E3E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5" name="factor0Bbrl" descr="Editable line; source id factor0Bbrl"/>
          <p:cNvCxnSpPr/>
          <p:nvPr/>
        </p:nvCxnSpPr>
        <p:spPr>
          <a:xfrm>
            <a:off x="1390834" y="759533"/>
            <a:ext cx="0" cy="532661"/>
          </a:xfrm>
          <a:prstGeom prst="line">
            <a:avLst/>
          </a:prstGeom>
          <a:ln w="8877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factor0Bbrlt" descr="Editable line; source id factor0Bbrlt"/>
          <p:cNvCxnSpPr/>
          <p:nvPr/>
        </p:nvCxnSpPr>
        <p:spPr>
          <a:xfrm>
            <a:off x="1390834" y="759533"/>
            <a:ext cx="39457" cy="0"/>
          </a:xfrm>
          <a:prstGeom prst="line">
            <a:avLst/>
          </a:prstGeom>
          <a:ln w="8877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factor0Bbrlb" descr="Editable line; source id factor0Bbrlb"/>
          <p:cNvCxnSpPr/>
          <p:nvPr/>
        </p:nvCxnSpPr>
        <p:spPr>
          <a:xfrm>
            <a:off x="1390834" y="1292194"/>
            <a:ext cx="39457" cy="0"/>
          </a:xfrm>
          <a:prstGeom prst="line">
            <a:avLst/>
          </a:prstGeom>
          <a:ln w="8877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factor0Bbrr" descr="Editable line; source id factor0Bbrr"/>
          <p:cNvCxnSpPr/>
          <p:nvPr/>
        </p:nvCxnSpPr>
        <p:spPr>
          <a:xfrm>
            <a:off x="1943223" y="759533"/>
            <a:ext cx="0" cy="532661"/>
          </a:xfrm>
          <a:prstGeom prst="line">
            <a:avLst/>
          </a:prstGeom>
          <a:ln w="8877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factor0Bbrrt" descr="Editable line; source id factor0Bbrrt"/>
          <p:cNvCxnSpPr/>
          <p:nvPr/>
        </p:nvCxnSpPr>
        <p:spPr>
          <a:xfrm>
            <a:off x="1903766" y="759533"/>
            <a:ext cx="39457" cy="0"/>
          </a:xfrm>
          <a:prstGeom prst="line">
            <a:avLst/>
          </a:prstGeom>
          <a:ln w="8877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factor0Bbrrb" descr="Editable line; source id factor0Bbrrb"/>
          <p:cNvCxnSpPr/>
          <p:nvPr/>
        </p:nvCxnSpPr>
        <p:spPr>
          <a:xfrm>
            <a:off x="1903766" y="1292194"/>
            <a:ext cx="39457" cy="0"/>
          </a:xfrm>
          <a:prstGeom prst="line">
            <a:avLst/>
          </a:prstGeom>
          <a:ln w="8877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factor0B0Bv" descr="Editable text; source id factor0B0Bv"/>
          <p:cNvSpPr txBox="1"/>
          <p:nvPr/>
        </p:nvSpPr>
        <p:spPr>
          <a:xfrm>
            <a:off x="1440155" y="717611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192" name="factor0B0Bs" descr="Editable text; source id factor0B0Bs"/>
          <p:cNvSpPr txBox="1"/>
          <p:nvPr/>
        </p:nvSpPr>
        <p:spPr>
          <a:xfrm>
            <a:off x="1538796" y="784194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cxnSp>
        <p:nvCxnSpPr>
          <p:cNvPr id="193" name="factor0B0Bttop" descr="Editable line; source id factor0B0Bttop"/>
          <p:cNvCxnSpPr/>
          <p:nvPr/>
        </p:nvCxnSpPr>
        <p:spPr>
          <a:xfrm>
            <a:off x="1538796" y="715145"/>
            <a:ext cx="69048" cy="0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factor0B0Btstem" descr="Editable line; source id factor0B0Btstem"/>
          <p:cNvCxnSpPr/>
          <p:nvPr/>
        </p:nvCxnSpPr>
        <p:spPr>
          <a:xfrm>
            <a:off x="1573320" y="715145"/>
            <a:ext cx="0" cy="59185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factor0B0Av" descr="Editable text; source id factor0B0Av"/>
          <p:cNvSpPr txBox="1"/>
          <p:nvPr/>
        </p:nvSpPr>
        <p:spPr>
          <a:xfrm>
            <a:off x="1657165" y="717611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96" name="factor0B0As" descr="Editable text; source id factor0B0As"/>
          <p:cNvSpPr txBox="1"/>
          <p:nvPr/>
        </p:nvSpPr>
        <p:spPr>
          <a:xfrm>
            <a:off x="1755805" y="784194"/>
            <a:ext cx="207145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2:0</a:t>
            </a:r>
          </a:p>
        </p:txBody>
      </p:sp>
      <p:sp>
        <p:nvSpPr>
          <p:cNvPr id="197" name="factor0B1Bv" descr="Editable text; source id factor0B1Bv"/>
          <p:cNvSpPr txBox="1"/>
          <p:nvPr/>
        </p:nvSpPr>
        <p:spPr>
          <a:xfrm>
            <a:off x="1440155" y="909961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198" name="factor0B1Bs" descr="Editable text; source id factor0B1Bs"/>
          <p:cNvSpPr txBox="1"/>
          <p:nvPr/>
        </p:nvSpPr>
        <p:spPr>
          <a:xfrm>
            <a:off x="1538796" y="976543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cxnSp>
        <p:nvCxnSpPr>
          <p:cNvPr id="199" name="factor0B1Bttop" descr="Editable line; source id factor0B1Bttop"/>
          <p:cNvCxnSpPr/>
          <p:nvPr/>
        </p:nvCxnSpPr>
        <p:spPr>
          <a:xfrm>
            <a:off x="1538796" y="907495"/>
            <a:ext cx="69048" cy="0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factor0B1Btstem" descr="Editable line; source id factor0B1Btstem"/>
          <p:cNvCxnSpPr/>
          <p:nvPr/>
        </p:nvCxnSpPr>
        <p:spPr>
          <a:xfrm>
            <a:off x="1573320" y="907495"/>
            <a:ext cx="0" cy="59184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factor0B1Av" descr="Editable text; source id factor0B1Av"/>
          <p:cNvSpPr txBox="1"/>
          <p:nvPr/>
        </p:nvSpPr>
        <p:spPr>
          <a:xfrm>
            <a:off x="1657165" y="909961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02" name="factor0B1As" descr="Editable text; source id factor0B1As"/>
          <p:cNvSpPr txBox="1"/>
          <p:nvPr/>
        </p:nvSpPr>
        <p:spPr>
          <a:xfrm>
            <a:off x="1755805" y="976543"/>
            <a:ext cx="207145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2:1</a:t>
            </a:r>
          </a:p>
        </p:txBody>
      </p:sp>
      <p:sp>
        <p:nvSpPr>
          <p:cNvPr id="203" name="factor0B2Bv" descr="Editable text; source id factor0B2Bv"/>
          <p:cNvSpPr txBox="1"/>
          <p:nvPr/>
        </p:nvSpPr>
        <p:spPr>
          <a:xfrm>
            <a:off x="1440155" y="1102310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204" name="factor0B2Bs" descr="Editable text; source id factor0B2Bs"/>
          <p:cNvSpPr txBox="1"/>
          <p:nvPr/>
        </p:nvSpPr>
        <p:spPr>
          <a:xfrm>
            <a:off x="1538796" y="1168893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cxnSp>
        <p:nvCxnSpPr>
          <p:cNvPr id="205" name="factor0B2Bttop" descr="Editable line; source id factor0B2Bttop"/>
          <p:cNvCxnSpPr/>
          <p:nvPr/>
        </p:nvCxnSpPr>
        <p:spPr>
          <a:xfrm>
            <a:off x="1538796" y="1099844"/>
            <a:ext cx="69048" cy="0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factor0B2Btstem" descr="Editable line; source id factor0B2Btstem"/>
          <p:cNvCxnSpPr/>
          <p:nvPr/>
        </p:nvCxnSpPr>
        <p:spPr>
          <a:xfrm>
            <a:off x="1573320" y="1099844"/>
            <a:ext cx="0" cy="59185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factor0B2Av" descr="Editable text; source id factor0B2Av"/>
          <p:cNvSpPr txBox="1"/>
          <p:nvPr/>
        </p:nvSpPr>
        <p:spPr>
          <a:xfrm>
            <a:off x="1657165" y="1102310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08" name="factor0B2As" descr="Editable text; source id factor0B2As"/>
          <p:cNvSpPr txBox="1"/>
          <p:nvPr/>
        </p:nvSpPr>
        <p:spPr>
          <a:xfrm>
            <a:off x="1755805" y="1168893"/>
            <a:ext cx="207145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2:2</a:t>
            </a:r>
          </a:p>
        </p:txBody>
      </p:sp>
      <p:sp>
        <p:nvSpPr>
          <p:cNvPr id="209" name="factor0outert" descr="Editable text; source id factor0outert"/>
          <p:cNvSpPr txBox="1"/>
          <p:nvPr/>
        </p:nvSpPr>
        <p:spPr>
          <a:xfrm>
            <a:off x="2002407" y="712679"/>
            <a:ext cx="143029" cy="12330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893"/>
              </a:lnSpc>
              <a:spcBef>
                <a:spcPts val="0"/>
              </a:spcBef>
              <a:spcAft>
                <a:spcPts val="0"/>
              </a:spcAft>
              <a:defRPr sz="776" b="0" i="0" lang="zh-CN" dirty="0">
                <a:solidFill>
                  <a:srgbClr val="000000"/>
                </a:solidFill>
                <a:latin typeface="Apple Symbols"/>
                <a:ea typeface="Apple Symbols"/>
                <a:cs typeface="Apple Symbols"/>
              </a:defRPr>
            </a:pPr>
            <a:r>
              <a:rPr sz="776" b="0" i="0" lang="zh-CN" dirty="0">
                <a:solidFill>
                  <a:srgbClr val="000000"/>
                </a:solidFill>
                <a:latin typeface="Apple Symbols"/>
                <a:ea typeface="Apple Symbols"/>
                <a:cs typeface="Apple Symbols"/>
              </a:rPr>
              <a:t>⊤</a:t>
            </a:r>
          </a:p>
        </p:txBody>
      </p:sp>
      <p:sp>
        <p:nvSpPr>
          <p:cNvPr id="210" name="factor0Abg" descr="Editable shape; source id factor0Abg"/>
          <p:cNvSpPr/>
          <p:nvPr/>
        </p:nvSpPr>
        <p:spPr>
          <a:xfrm>
            <a:off x="1035728" y="877902"/>
            <a:ext cx="276194" cy="266330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factor0Av" descr="Editable text; source id factor0Av"/>
          <p:cNvSpPr txBox="1"/>
          <p:nvPr/>
        </p:nvSpPr>
        <p:spPr>
          <a:xfrm>
            <a:off x="1045592" y="905029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12" name="factor0As" descr="Editable text; source id factor0As"/>
          <p:cNvSpPr txBox="1"/>
          <p:nvPr/>
        </p:nvSpPr>
        <p:spPr>
          <a:xfrm>
            <a:off x="1144232" y="971611"/>
            <a:ext cx="207145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2:2</a:t>
            </a:r>
          </a:p>
        </p:txBody>
      </p:sp>
      <p:sp>
        <p:nvSpPr>
          <p:cNvPr id="213" name="factor1Cbg" descr="Editable shape; source id factor1Cbg"/>
          <p:cNvSpPr/>
          <p:nvPr/>
        </p:nvSpPr>
        <p:spPr>
          <a:xfrm>
            <a:off x="374834" y="1390834"/>
            <a:ext cx="621436" cy="591844"/>
          </a:xfrm>
          <a:prstGeom prst="rect">
            <a:avLst/>
          </a:prstGeom>
          <a:solidFill>
            <a:srgbClr val="DF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4" name="factor1Cbrl" descr="Editable line; source id factor1Cbrl"/>
          <p:cNvCxnSpPr/>
          <p:nvPr/>
        </p:nvCxnSpPr>
        <p:spPr>
          <a:xfrm>
            <a:off x="404427" y="1420427"/>
            <a:ext cx="0" cy="532660"/>
          </a:xfrm>
          <a:prstGeom prst="line">
            <a:avLst/>
          </a:prstGeom>
          <a:ln w="8877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factor1Cbrlt" descr="Editable line; source id factor1Cbrlt"/>
          <p:cNvCxnSpPr/>
          <p:nvPr/>
        </p:nvCxnSpPr>
        <p:spPr>
          <a:xfrm>
            <a:off x="404427" y="1420427"/>
            <a:ext cx="39456" cy="0"/>
          </a:xfrm>
          <a:prstGeom prst="line">
            <a:avLst/>
          </a:prstGeom>
          <a:ln w="8877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factor1Cbrlb" descr="Editable line; source id factor1Cbrlb"/>
          <p:cNvCxnSpPr/>
          <p:nvPr/>
        </p:nvCxnSpPr>
        <p:spPr>
          <a:xfrm>
            <a:off x="404427" y="1953087"/>
            <a:ext cx="39456" cy="0"/>
          </a:xfrm>
          <a:prstGeom prst="line">
            <a:avLst/>
          </a:prstGeom>
          <a:ln w="8877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factor1Cbrr" descr="Editable line; source id factor1Cbrr"/>
          <p:cNvCxnSpPr/>
          <p:nvPr/>
        </p:nvCxnSpPr>
        <p:spPr>
          <a:xfrm>
            <a:off x="956815" y="1420427"/>
            <a:ext cx="0" cy="532660"/>
          </a:xfrm>
          <a:prstGeom prst="line">
            <a:avLst/>
          </a:prstGeom>
          <a:ln w="8877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factor1Cbrrt" descr="Editable line; source id factor1Cbrrt"/>
          <p:cNvCxnSpPr/>
          <p:nvPr/>
        </p:nvCxnSpPr>
        <p:spPr>
          <a:xfrm>
            <a:off x="917359" y="1420427"/>
            <a:ext cx="39456" cy="0"/>
          </a:xfrm>
          <a:prstGeom prst="line">
            <a:avLst/>
          </a:prstGeom>
          <a:ln w="8877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factor1Cbrrb" descr="Editable line; source id factor1Cbrrb"/>
          <p:cNvCxnSpPr/>
          <p:nvPr/>
        </p:nvCxnSpPr>
        <p:spPr>
          <a:xfrm>
            <a:off x="917359" y="1953087"/>
            <a:ext cx="39456" cy="0"/>
          </a:xfrm>
          <a:prstGeom prst="line">
            <a:avLst/>
          </a:prstGeom>
          <a:ln w="8877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factor1C0Cv" descr="Editable text; source id factor1C0Cv"/>
          <p:cNvSpPr txBox="1"/>
          <p:nvPr/>
        </p:nvSpPr>
        <p:spPr>
          <a:xfrm>
            <a:off x="453747" y="1378504"/>
            <a:ext cx="177553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221" name="factor1C0Cs" descr="Editable text; source id factor1C0Cs"/>
          <p:cNvSpPr txBox="1"/>
          <p:nvPr/>
        </p:nvSpPr>
        <p:spPr>
          <a:xfrm>
            <a:off x="552388" y="1445087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cxnSp>
        <p:nvCxnSpPr>
          <p:cNvPr id="222" name="factor1C0Cttop" descr="Editable line; source id factor1C0Cttop"/>
          <p:cNvCxnSpPr/>
          <p:nvPr/>
        </p:nvCxnSpPr>
        <p:spPr>
          <a:xfrm>
            <a:off x="552388" y="1376038"/>
            <a:ext cx="69048" cy="0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factor1C0Ctstem" descr="Editable line; source id factor1C0Ctstem"/>
          <p:cNvCxnSpPr/>
          <p:nvPr/>
        </p:nvCxnSpPr>
        <p:spPr>
          <a:xfrm>
            <a:off x="586912" y="1376038"/>
            <a:ext cx="0" cy="59185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factor1C0Av" descr="Editable text; source id factor1C0Av"/>
          <p:cNvSpPr txBox="1"/>
          <p:nvPr/>
        </p:nvSpPr>
        <p:spPr>
          <a:xfrm>
            <a:off x="670757" y="1378504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25" name="factor1C0As" descr="Editable text; source id factor1C0As"/>
          <p:cNvSpPr txBox="1"/>
          <p:nvPr/>
        </p:nvSpPr>
        <p:spPr>
          <a:xfrm>
            <a:off x="769398" y="1445087"/>
            <a:ext cx="207145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6:5</a:t>
            </a:r>
          </a:p>
        </p:txBody>
      </p:sp>
      <p:sp>
        <p:nvSpPr>
          <p:cNvPr id="226" name="factor1C1Cv" descr="Editable text; source id factor1C1Cv"/>
          <p:cNvSpPr txBox="1"/>
          <p:nvPr/>
        </p:nvSpPr>
        <p:spPr>
          <a:xfrm>
            <a:off x="453747" y="1570854"/>
            <a:ext cx="177553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227" name="factor1C1Cs" descr="Editable text; source id factor1C1Cs"/>
          <p:cNvSpPr txBox="1"/>
          <p:nvPr/>
        </p:nvSpPr>
        <p:spPr>
          <a:xfrm>
            <a:off x="552388" y="1637436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cxnSp>
        <p:nvCxnSpPr>
          <p:cNvPr id="228" name="factor1C1Cttop" descr="Editable line; source id factor1C1Cttop"/>
          <p:cNvCxnSpPr/>
          <p:nvPr/>
        </p:nvCxnSpPr>
        <p:spPr>
          <a:xfrm>
            <a:off x="552388" y="1568388"/>
            <a:ext cx="69048" cy="0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factor1C1Ctstem" descr="Editable line; source id factor1C1Ctstem"/>
          <p:cNvCxnSpPr/>
          <p:nvPr/>
        </p:nvCxnSpPr>
        <p:spPr>
          <a:xfrm>
            <a:off x="586912" y="1568388"/>
            <a:ext cx="0" cy="59184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factor1C1Av" descr="Editable text; source id factor1C1Av"/>
          <p:cNvSpPr txBox="1"/>
          <p:nvPr/>
        </p:nvSpPr>
        <p:spPr>
          <a:xfrm>
            <a:off x="670757" y="1570854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31" name="factor1C1As" descr="Editable text; source id factor1C1As"/>
          <p:cNvSpPr txBox="1"/>
          <p:nvPr/>
        </p:nvSpPr>
        <p:spPr>
          <a:xfrm>
            <a:off x="769398" y="1637436"/>
            <a:ext cx="207145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7:5</a:t>
            </a:r>
          </a:p>
        </p:txBody>
      </p:sp>
      <p:sp>
        <p:nvSpPr>
          <p:cNvPr id="232" name="factor1C2Cv" descr="Editable text; source id factor1C2Cv"/>
          <p:cNvSpPr txBox="1"/>
          <p:nvPr/>
        </p:nvSpPr>
        <p:spPr>
          <a:xfrm>
            <a:off x="453747" y="1763203"/>
            <a:ext cx="177553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233" name="factor1C2Cs" descr="Editable text; source id factor1C2Cs"/>
          <p:cNvSpPr txBox="1"/>
          <p:nvPr/>
        </p:nvSpPr>
        <p:spPr>
          <a:xfrm>
            <a:off x="552388" y="1829786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cxnSp>
        <p:nvCxnSpPr>
          <p:cNvPr id="234" name="factor1C2Cttop" descr="Editable line; source id factor1C2Cttop"/>
          <p:cNvCxnSpPr/>
          <p:nvPr/>
        </p:nvCxnSpPr>
        <p:spPr>
          <a:xfrm>
            <a:off x="552388" y="1760737"/>
            <a:ext cx="69048" cy="0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factor1C2Ctstem" descr="Editable line; source id factor1C2Ctstem"/>
          <p:cNvCxnSpPr/>
          <p:nvPr/>
        </p:nvCxnSpPr>
        <p:spPr>
          <a:xfrm>
            <a:off x="586912" y="1760737"/>
            <a:ext cx="0" cy="59185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factor1C2Av" descr="Editable text; source id factor1C2Av"/>
          <p:cNvSpPr txBox="1"/>
          <p:nvPr/>
        </p:nvSpPr>
        <p:spPr>
          <a:xfrm>
            <a:off x="670757" y="1763203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37" name="factor1C2As" descr="Editable text; source id factor1C2As"/>
          <p:cNvSpPr txBox="1"/>
          <p:nvPr/>
        </p:nvSpPr>
        <p:spPr>
          <a:xfrm>
            <a:off x="769398" y="1829786"/>
            <a:ext cx="207145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8:5</a:t>
            </a:r>
          </a:p>
        </p:txBody>
      </p:sp>
      <p:sp>
        <p:nvSpPr>
          <p:cNvPr id="238" name="factor1Bbg" descr="Editable shape; source id factor1Bbg"/>
          <p:cNvSpPr/>
          <p:nvPr/>
        </p:nvSpPr>
        <p:spPr>
          <a:xfrm>
            <a:off x="1361242" y="1390834"/>
            <a:ext cx="621436" cy="591844"/>
          </a:xfrm>
          <a:prstGeom prst="rect">
            <a:avLst/>
          </a:prstGeom>
          <a:solidFill>
            <a:srgbClr val="E3E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9" name="factor1Bbrl" descr="Editable line; source id factor1Bbrl"/>
          <p:cNvCxnSpPr/>
          <p:nvPr/>
        </p:nvCxnSpPr>
        <p:spPr>
          <a:xfrm>
            <a:off x="1390834" y="1420427"/>
            <a:ext cx="0" cy="532660"/>
          </a:xfrm>
          <a:prstGeom prst="line">
            <a:avLst/>
          </a:prstGeom>
          <a:ln w="8877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factor1Bbrlt" descr="Editable line; source id factor1Bbrlt"/>
          <p:cNvCxnSpPr/>
          <p:nvPr/>
        </p:nvCxnSpPr>
        <p:spPr>
          <a:xfrm>
            <a:off x="1390834" y="1420427"/>
            <a:ext cx="39457" cy="0"/>
          </a:xfrm>
          <a:prstGeom prst="line">
            <a:avLst/>
          </a:prstGeom>
          <a:ln w="8877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factor1Bbrlb" descr="Editable line; source id factor1Bbrlb"/>
          <p:cNvCxnSpPr/>
          <p:nvPr/>
        </p:nvCxnSpPr>
        <p:spPr>
          <a:xfrm>
            <a:off x="1390834" y="1953087"/>
            <a:ext cx="39457" cy="0"/>
          </a:xfrm>
          <a:prstGeom prst="line">
            <a:avLst/>
          </a:prstGeom>
          <a:ln w="8877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factor1Bbrr" descr="Editable line; source id factor1Bbrr"/>
          <p:cNvCxnSpPr/>
          <p:nvPr/>
        </p:nvCxnSpPr>
        <p:spPr>
          <a:xfrm>
            <a:off x="1943223" y="1420427"/>
            <a:ext cx="0" cy="532660"/>
          </a:xfrm>
          <a:prstGeom prst="line">
            <a:avLst/>
          </a:prstGeom>
          <a:ln w="8877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factor1Bbrrt" descr="Editable line; source id factor1Bbrrt"/>
          <p:cNvCxnSpPr/>
          <p:nvPr/>
        </p:nvCxnSpPr>
        <p:spPr>
          <a:xfrm>
            <a:off x="1903766" y="1420427"/>
            <a:ext cx="39457" cy="0"/>
          </a:xfrm>
          <a:prstGeom prst="line">
            <a:avLst/>
          </a:prstGeom>
          <a:ln w="8877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factor1Bbrrb" descr="Editable line; source id factor1Bbrrb"/>
          <p:cNvCxnSpPr/>
          <p:nvPr/>
        </p:nvCxnSpPr>
        <p:spPr>
          <a:xfrm>
            <a:off x="1903766" y="1953087"/>
            <a:ext cx="39457" cy="0"/>
          </a:xfrm>
          <a:prstGeom prst="line">
            <a:avLst/>
          </a:prstGeom>
          <a:ln w="8877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" name="factor1B0Bv" descr="Editable text; source id factor1B0Bv"/>
          <p:cNvSpPr txBox="1"/>
          <p:nvPr/>
        </p:nvSpPr>
        <p:spPr>
          <a:xfrm>
            <a:off x="1440155" y="1378504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246" name="factor1B0Bs" descr="Editable text; source id factor1B0Bs"/>
          <p:cNvSpPr txBox="1"/>
          <p:nvPr/>
        </p:nvSpPr>
        <p:spPr>
          <a:xfrm>
            <a:off x="1538796" y="1445087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cxnSp>
        <p:nvCxnSpPr>
          <p:cNvPr id="247" name="factor1B0Bttop" descr="Editable line; source id factor1B0Bttop"/>
          <p:cNvCxnSpPr/>
          <p:nvPr/>
        </p:nvCxnSpPr>
        <p:spPr>
          <a:xfrm>
            <a:off x="1538796" y="1376038"/>
            <a:ext cx="69048" cy="0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factor1B0Btstem" descr="Editable line; source id factor1B0Btstem"/>
          <p:cNvCxnSpPr/>
          <p:nvPr/>
        </p:nvCxnSpPr>
        <p:spPr>
          <a:xfrm>
            <a:off x="1573320" y="1376038"/>
            <a:ext cx="0" cy="59185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" name="factor1B0Av" descr="Editable text; source id factor1B0Av"/>
          <p:cNvSpPr txBox="1"/>
          <p:nvPr/>
        </p:nvSpPr>
        <p:spPr>
          <a:xfrm>
            <a:off x="1657165" y="1378504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50" name="factor1B0As" descr="Editable text; source id factor1B0As"/>
          <p:cNvSpPr txBox="1"/>
          <p:nvPr/>
        </p:nvSpPr>
        <p:spPr>
          <a:xfrm>
            <a:off x="1755805" y="1445087"/>
            <a:ext cx="207145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2:0</a:t>
            </a:r>
          </a:p>
        </p:txBody>
      </p:sp>
      <p:sp>
        <p:nvSpPr>
          <p:cNvPr id="251" name="factor1B1Bv" descr="Editable text; source id factor1B1Bv"/>
          <p:cNvSpPr txBox="1"/>
          <p:nvPr/>
        </p:nvSpPr>
        <p:spPr>
          <a:xfrm>
            <a:off x="1440155" y="1570854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252" name="factor1B1Bs" descr="Editable text; source id factor1B1Bs"/>
          <p:cNvSpPr txBox="1"/>
          <p:nvPr/>
        </p:nvSpPr>
        <p:spPr>
          <a:xfrm>
            <a:off x="1538796" y="1637436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cxnSp>
        <p:nvCxnSpPr>
          <p:cNvPr id="253" name="factor1B1Bttop" descr="Editable line; source id factor1B1Bttop"/>
          <p:cNvCxnSpPr/>
          <p:nvPr/>
        </p:nvCxnSpPr>
        <p:spPr>
          <a:xfrm>
            <a:off x="1538796" y="1568388"/>
            <a:ext cx="69048" cy="0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factor1B1Btstem" descr="Editable line; source id factor1B1Btstem"/>
          <p:cNvCxnSpPr/>
          <p:nvPr/>
        </p:nvCxnSpPr>
        <p:spPr>
          <a:xfrm>
            <a:off x="1573320" y="1568388"/>
            <a:ext cx="0" cy="59184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factor1B1Av" descr="Editable text; source id factor1B1Av"/>
          <p:cNvSpPr txBox="1"/>
          <p:nvPr/>
        </p:nvSpPr>
        <p:spPr>
          <a:xfrm>
            <a:off x="1657165" y="1570854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56" name="factor1B1As" descr="Editable text; source id factor1B1As"/>
          <p:cNvSpPr txBox="1"/>
          <p:nvPr/>
        </p:nvSpPr>
        <p:spPr>
          <a:xfrm>
            <a:off x="1755805" y="1637436"/>
            <a:ext cx="207145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2:1</a:t>
            </a:r>
          </a:p>
        </p:txBody>
      </p:sp>
      <p:sp>
        <p:nvSpPr>
          <p:cNvPr id="257" name="factor1B2Bv" descr="Editable text; source id factor1B2Bv"/>
          <p:cNvSpPr txBox="1"/>
          <p:nvPr/>
        </p:nvSpPr>
        <p:spPr>
          <a:xfrm>
            <a:off x="1440155" y="1763203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258" name="factor1B2Bs" descr="Editable text; source id factor1B2Bs"/>
          <p:cNvSpPr txBox="1"/>
          <p:nvPr/>
        </p:nvSpPr>
        <p:spPr>
          <a:xfrm>
            <a:off x="1538796" y="1829786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cxnSp>
        <p:nvCxnSpPr>
          <p:cNvPr id="259" name="factor1B2Bttop" descr="Editable line; source id factor1B2Bttop"/>
          <p:cNvCxnSpPr/>
          <p:nvPr/>
        </p:nvCxnSpPr>
        <p:spPr>
          <a:xfrm>
            <a:off x="1538796" y="1760737"/>
            <a:ext cx="69048" cy="0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factor1B2Btstem" descr="Editable line; source id factor1B2Btstem"/>
          <p:cNvCxnSpPr/>
          <p:nvPr/>
        </p:nvCxnSpPr>
        <p:spPr>
          <a:xfrm>
            <a:off x="1573320" y="1760737"/>
            <a:ext cx="0" cy="59185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factor1B2Av" descr="Editable text; source id factor1B2Av"/>
          <p:cNvSpPr txBox="1"/>
          <p:nvPr/>
        </p:nvSpPr>
        <p:spPr>
          <a:xfrm>
            <a:off x="1657165" y="1763203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62" name="factor1B2As" descr="Editable text; source id factor1B2As"/>
          <p:cNvSpPr txBox="1"/>
          <p:nvPr/>
        </p:nvSpPr>
        <p:spPr>
          <a:xfrm>
            <a:off x="1755805" y="1829786"/>
            <a:ext cx="207145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2:2</a:t>
            </a:r>
          </a:p>
        </p:txBody>
      </p:sp>
      <p:sp>
        <p:nvSpPr>
          <p:cNvPr id="263" name="factor1outert" descr="Editable text; source id factor1outert"/>
          <p:cNvSpPr txBox="1"/>
          <p:nvPr/>
        </p:nvSpPr>
        <p:spPr>
          <a:xfrm>
            <a:off x="2002407" y="1373572"/>
            <a:ext cx="143029" cy="12330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893"/>
              </a:lnSpc>
              <a:spcBef>
                <a:spcPts val="0"/>
              </a:spcBef>
              <a:spcAft>
                <a:spcPts val="0"/>
              </a:spcAft>
              <a:defRPr sz="776" b="0" i="0" lang="zh-CN" dirty="0">
                <a:solidFill>
                  <a:srgbClr val="000000"/>
                </a:solidFill>
                <a:latin typeface="Apple Symbols"/>
                <a:ea typeface="Apple Symbols"/>
                <a:cs typeface="Apple Symbols"/>
              </a:defRPr>
            </a:pPr>
            <a:r>
              <a:rPr sz="776" b="0" i="0" lang="zh-CN" dirty="0">
                <a:solidFill>
                  <a:srgbClr val="000000"/>
                </a:solidFill>
                <a:latin typeface="Apple Symbols"/>
                <a:ea typeface="Apple Symbols"/>
                <a:cs typeface="Apple Symbols"/>
              </a:rPr>
              <a:t>⊤</a:t>
            </a:r>
          </a:p>
        </p:txBody>
      </p:sp>
      <p:sp>
        <p:nvSpPr>
          <p:cNvPr id="264" name="factor1Abg" descr="Editable shape; source id factor1Abg"/>
          <p:cNvSpPr/>
          <p:nvPr/>
        </p:nvSpPr>
        <p:spPr>
          <a:xfrm>
            <a:off x="1035728" y="1538796"/>
            <a:ext cx="276194" cy="266330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factor1Av" descr="Editable text; source id factor1Av"/>
          <p:cNvSpPr txBox="1"/>
          <p:nvPr/>
        </p:nvSpPr>
        <p:spPr>
          <a:xfrm>
            <a:off x="1045592" y="1565922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66" name="factor1As" descr="Editable text; source id factor1As"/>
          <p:cNvSpPr txBox="1"/>
          <p:nvPr/>
        </p:nvSpPr>
        <p:spPr>
          <a:xfrm>
            <a:off x="1144232" y="1632504"/>
            <a:ext cx="207145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5:2</a:t>
            </a:r>
          </a:p>
        </p:txBody>
      </p:sp>
      <p:sp>
        <p:nvSpPr>
          <p:cNvPr id="267" name="factor2Cbg" descr="Editable shape; source id factor2Cbg"/>
          <p:cNvSpPr/>
          <p:nvPr/>
        </p:nvSpPr>
        <p:spPr>
          <a:xfrm>
            <a:off x="2781669" y="1390834"/>
            <a:ext cx="621436" cy="591844"/>
          </a:xfrm>
          <a:prstGeom prst="rect">
            <a:avLst/>
          </a:prstGeom>
          <a:solidFill>
            <a:srgbClr val="DF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8" name="factor2Cbrl" descr="Editable line; source id factor2Cbrl"/>
          <p:cNvCxnSpPr/>
          <p:nvPr/>
        </p:nvCxnSpPr>
        <p:spPr>
          <a:xfrm>
            <a:off x="2811262" y="1420427"/>
            <a:ext cx="0" cy="532660"/>
          </a:xfrm>
          <a:prstGeom prst="line">
            <a:avLst/>
          </a:prstGeom>
          <a:ln w="8877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factor2Cbrlt" descr="Editable line; source id factor2Cbrlt"/>
          <p:cNvCxnSpPr/>
          <p:nvPr/>
        </p:nvCxnSpPr>
        <p:spPr>
          <a:xfrm>
            <a:off x="2811262" y="1420427"/>
            <a:ext cx="39456" cy="0"/>
          </a:xfrm>
          <a:prstGeom prst="line">
            <a:avLst/>
          </a:prstGeom>
          <a:ln w="8877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factor2Cbrlb" descr="Editable line; source id factor2Cbrlb"/>
          <p:cNvCxnSpPr/>
          <p:nvPr/>
        </p:nvCxnSpPr>
        <p:spPr>
          <a:xfrm>
            <a:off x="2811262" y="1953087"/>
            <a:ext cx="39456" cy="0"/>
          </a:xfrm>
          <a:prstGeom prst="line">
            <a:avLst/>
          </a:prstGeom>
          <a:ln w="8877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factor2Cbrr" descr="Editable line; source id factor2Cbrr"/>
          <p:cNvCxnSpPr/>
          <p:nvPr/>
        </p:nvCxnSpPr>
        <p:spPr>
          <a:xfrm>
            <a:off x="3363650" y="1420427"/>
            <a:ext cx="0" cy="532660"/>
          </a:xfrm>
          <a:prstGeom prst="line">
            <a:avLst/>
          </a:prstGeom>
          <a:ln w="8877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factor2Cbrrt" descr="Editable line; source id factor2Cbrrt"/>
          <p:cNvCxnSpPr/>
          <p:nvPr/>
        </p:nvCxnSpPr>
        <p:spPr>
          <a:xfrm>
            <a:off x="3324194" y="1420427"/>
            <a:ext cx="39456" cy="0"/>
          </a:xfrm>
          <a:prstGeom prst="line">
            <a:avLst/>
          </a:prstGeom>
          <a:ln w="8877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factor2Cbrrb" descr="Editable line; source id factor2Cbrrb"/>
          <p:cNvCxnSpPr/>
          <p:nvPr/>
        </p:nvCxnSpPr>
        <p:spPr>
          <a:xfrm>
            <a:off x="3324194" y="1953087"/>
            <a:ext cx="39456" cy="0"/>
          </a:xfrm>
          <a:prstGeom prst="line">
            <a:avLst/>
          </a:prstGeom>
          <a:ln w="8877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4" name="factor2C0Cv" descr="Editable text; source id factor2C0Cv"/>
          <p:cNvSpPr txBox="1"/>
          <p:nvPr/>
        </p:nvSpPr>
        <p:spPr>
          <a:xfrm>
            <a:off x="2860582" y="1378504"/>
            <a:ext cx="177553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275" name="factor2C0Cs" descr="Editable text; source id factor2C0Cs"/>
          <p:cNvSpPr txBox="1"/>
          <p:nvPr/>
        </p:nvSpPr>
        <p:spPr>
          <a:xfrm>
            <a:off x="2959223" y="1445087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cxnSp>
        <p:nvCxnSpPr>
          <p:cNvPr id="276" name="factor2C0Cttop" descr="Editable line; source id factor2C0Cttop"/>
          <p:cNvCxnSpPr/>
          <p:nvPr/>
        </p:nvCxnSpPr>
        <p:spPr>
          <a:xfrm>
            <a:off x="2959223" y="1376038"/>
            <a:ext cx="69048" cy="0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factor2C0Ctstem" descr="Editable line; source id factor2C0Ctstem"/>
          <p:cNvCxnSpPr/>
          <p:nvPr/>
        </p:nvCxnSpPr>
        <p:spPr>
          <a:xfrm>
            <a:off x="2993747" y="1376038"/>
            <a:ext cx="0" cy="59185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factor2C0Av" descr="Editable text; source id factor2C0Av"/>
          <p:cNvSpPr txBox="1"/>
          <p:nvPr/>
        </p:nvSpPr>
        <p:spPr>
          <a:xfrm>
            <a:off x="3077592" y="1378504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79" name="factor2C0As" descr="Editable text; source id factor2C0As"/>
          <p:cNvSpPr txBox="1"/>
          <p:nvPr/>
        </p:nvSpPr>
        <p:spPr>
          <a:xfrm>
            <a:off x="3176232" y="1445087"/>
            <a:ext cx="207145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6:5</a:t>
            </a:r>
          </a:p>
        </p:txBody>
      </p:sp>
      <p:sp>
        <p:nvSpPr>
          <p:cNvPr id="280" name="factor2C1Cv" descr="Editable text; source id factor2C1Cv"/>
          <p:cNvSpPr txBox="1"/>
          <p:nvPr/>
        </p:nvSpPr>
        <p:spPr>
          <a:xfrm>
            <a:off x="2860582" y="1570854"/>
            <a:ext cx="177553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281" name="factor2C1Cs" descr="Editable text; source id factor2C1Cs"/>
          <p:cNvSpPr txBox="1"/>
          <p:nvPr/>
        </p:nvSpPr>
        <p:spPr>
          <a:xfrm>
            <a:off x="2959223" y="1637436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cxnSp>
        <p:nvCxnSpPr>
          <p:cNvPr id="282" name="factor2C1Cttop" descr="Editable line; source id factor2C1Cttop"/>
          <p:cNvCxnSpPr/>
          <p:nvPr/>
        </p:nvCxnSpPr>
        <p:spPr>
          <a:xfrm>
            <a:off x="2959223" y="1568388"/>
            <a:ext cx="69048" cy="0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factor2C1Ctstem" descr="Editable line; source id factor2C1Ctstem"/>
          <p:cNvCxnSpPr/>
          <p:nvPr/>
        </p:nvCxnSpPr>
        <p:spPr>
          <a:xfrm>
            <a:off x="2993747" y="1568388"/>
            <a:ext cx="0" cy="59184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4" name="factor2C1Av" descr="Editable text; source id factor2C1Av"/>
          <p:cNvSpPr txBox="1"/>
          <p:nvPr/>
        </p:nvSpPr>
        <p:spPr>
          <a:xfrm>
            <a:off x="3077592" y="1570854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85" name="factor2C1As" descr="Editable text; source id factor2C1As"/>
          <p:cNvSpPr txBox="1"/>
          <p:nvPr/>
        </p:nvSpPr>
        <p:spPr>
          <a:xfrm>
            <a:off x="3176232" y="1637436"/>
            <a:ext cx="207145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7:5</a:t>
            </a:r>
          </a:p>
        </p:txBody>
      </p:sp>
      <p:sp>
        <p:nvSpPr>
          <p:cNvPr id="286" name="factor2C2Cv" descr="Editable text; source id factor2C2Cv"/>
          <p:cNvSpPr txBox="1"/>
          <p:nvPr/>
        </p:nvSpPr>
        <p:spPr>
          <a:xfrm>
            <a:off x="2860582" y="1763203"/>
            <a:ext cx="177553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287" name="factor2C2Cs" descr="Editable text; source id factor2C2Cs"/>
          <p:cNvSpPr txBox="1"/>
          <p:nvPr/>
        </p:nvSpPr>
        <p:spPr>
          <a:xfrm>
            <a:off x="2959223" y="1829786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cxnSp>
        <p:nvCxnSpPr>
          <p:cNvPr id="288" name="factor2C2Cttop" descr="Editable line; source id factor2C2Cttop"/>
          <p:cNvCxnSpPr/>
          <p:nvPr/>
        </p:nvCxnSpPr>
        <p:spPr>
          <a:xfrm>
            <a:off x="2959223" y="1760737"/>
            <a:ext cx="69048" cy="0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factor2C2Ctstem" descr="Editable line; source id factor2C2Ctstem"/>
          <p:cNvCxnSpPr/>
          <p:nvPr/>
        </p:nvCxnSpPr>
        <p:spPr>
          <a:xfrm>
            <a:off x="2993747" y="1760737"/>
            <a:ext cx="0" cy="59185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0" name="factor2C2Av" descr="Editable text; source id factor2C2Av"/>
          <p:cNvSpPr txBox="1"/>
          <p:nvPr/>
        </p:nvSpPr>
        <p:spPr>
          <a:xfrm>
            <a:off x="3077592" y="1763203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91" name="factor2C2As" descr="Editable text; source id factor2C2As"/>
          <p:cNvSpPr txBox="1"/>
          <p:nvPr/>
        </p:nvSpPr>
        <p:spPr>
          <a:xfrm>
            <a:off x="3176232" y="1829786"/>
            <a:ext cx="207145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8:5</a:t>
            </a:r>
          </a:p>
        </p:txBody>
      </p:sp>
      <p:sp>
        <p:nvSpPr>
          <p:cNvPr id="292" name="factor2Bbg" descr="Editable shape; source id factor2Bbg"/>
          <p:cNvSpPr/>
          <p:nvPr/>
        </p:nvSpPr>
        <p:spPr>
          <a:xfrm>
            <a:off x="3768077" y="1390834"/>
            <a:ext cx="621436" cy="591844"/>
          </a:xfrm>
          <a:prstGeom prst="rect">
            <a:avLst/>
          </a:prstGeom>
          <a:solidFill>
            <a:srgbClr val="E3E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3" name="factor2Bbrl" descr="Editable line; source id factor2Bbrl"/>
          <p:cNvCxnSpPr/>
          <p:nvPr/>
        </p:nvCxnSpPr>
        <p:spPr>
          <a:xfrm>
            <a:off x="3797669" y="1420427"/>
            <a:ext cx="0" cy="532660"/>
          </a:xfrm>
          <a:prstGeom prst="line">
            <a:avLst/>
          </a:prstGeom>
          <a:ln w="8877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factor2Bbrlt" descr="Editable line; source id factor2Bbrlt"/>
          <p:cNvCxnSpPr/>
          <p:nvPr/>
        </p:nvCxnSpPr>
        <p:spPr>
          <a:xfrm>
            <a:off x="3797669" y="1420427"/>
            <a:ext cx="39457" cy="0"/>
          </a:xfrm>
          <a:prstGeom prst="line">
            <a:avLst/>
          </a:prstGeom>
          <a:ln w="8877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factor2Bbrlb" descr="Editable line; source id factor2Bbrlb"/>
          <p:cNvCxnSpPr/>
          <p:nvPr/>
        </p:nvCxnSpPr>
        <p:spPr>
          <a:xfrm>
            <a:off x="3797669" y="1953087"/>
            <a:ext cx="39457" cy="0"/>
          </a:xfrm>
          <a:prstGeom prst="line">
            <a:avLst/>
          </a:prstGeom>
          <a:ln w="8877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factor2Bbrr" descr="Editable line; source id factor2Bbrr"/>
          <p:cNvCxnSpPr/>
          <p:nvPr/>
        </p:nvCxnSpPr>
        <p:spPr>
          <a:xfrm>
            <a:off x="4350058" y="1420427"/>
            <a:ext cx="0" cy="532660"/>
          </a:xfrm>
          <a:prstGeom prst="line">
            <a:avLst/>
          </a:prstGeom>
          <a:ln w="8877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factor2Bbrrt" descr="Editable line; source id factor2Bbrrt"/>
          <p:cNvCxnSpPr/>
          <p:nvPr/>
        </p:nvCxnSpPr>
        <p:spPr>
          <a:xfrm>
            <a:off x="4310601" y="1420427"/>
            <a:ext cx="39457" cy="0"/>
          </a:xfrm>
          <a:prstGeom prst="line">
            <a:avLst/>
          </a:prstGeom>
          <a:ln w="8877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factor2Bbrrb" descr="Editable line; source id factor2Bbrrb"/>
          <p:cNvCxnSpPr/>
          <p:nvPr/>
        </p:nvCxnSpPr>
        <p:spPr>
          <a:xfrm>
            <a:off x="4310601" y="1953087"/>
            <a:ext cx="39457" cy="0"/>
          </a:xfrm>
          <a:prstGeom prst="line">
            <a:avLst/>
          </a:prstGeom>
          <a:ln w="8877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9" name="factor2B0Bv" descr="Editable text; source id factor2B0Bv"/>
          <p:cNvSpPr txBox="1"/>
          <p:nvPr/>
        </p:nvSpPr>
        <p:spPr>
          <a:xfrm>
            <a:off x="3846990" y="1378504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300" name="factor2B0Bs" descr="Editable text; source id factor2B0Bs"/>
          <p:cNvSpPr txBox="1"/>
          <p:nvPr/>
        </p:nvSpPr>
        <p:spPr>
          <a:xfrm>
            <a:off x="3945630" y="1445087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cxnSp>
        <p:nvCxnSpPr>
          <p:cNvPr id="301" name="factor2B0Bttop" descr="Editable line; source id factor2B0Bttop"/>
          <p:cNvCxnSpPr/>
          <p:nvPr/>
        </p:nvCxnSpPr>
        <p:spPr>
          <a:xfrm>
            <a:off x="3945630" y="1376038"/>
            <a:ext cx="69049" cy="0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factor2B0Btstem" descr="Editable line; source id factor2B0Btstem"/>
          <p:cNvCxnSpPr/>
          <p:nvPr/>
        </p:nvCxnSpPr>
        <p:spPr>
          <a:xfrm>
            <a:off x="3980155" y="1376038"/>
            <a:ext cx="0" cy="59185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3" name="factor2B0Av" descr="Editable text; source id factor2B0Av"/>
          <p:cNvSpPr txBox="1"/>
          <p:nvPr/>
        </p:nvSpPr>
        <p:spPr>
          <a:xfrm>
            <a:off x="4063999" y="1378504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304" name="factor2B0As" descr="Editable text; source id factor2B0As"/>
          <p:cNvSpPr txBox="1"/>
          <p:nvPr/>
        </p:nvSpPr>
        <p:spPr>
          <a:xfrm>
            <a:off x="4162640" y="1445087"/>
            <a:ext cx="207145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5:3</a:t>
            </a:r>
          </a:p>
        </p:txBody>
      </p:sp>
      <p:sp>
        <p:nvSpPr>
          <p:cNvPr id="305" name="factor2B1Bv" descr="Editable text; source id factor2B1Bv"/>
          <p:cNvSpPr txBox="1"/>
          <p:nvPr/>
        </p:nvSpPr>
        <p:spPr>
          <a:xfrm>
            <a:off x="3846990" y="1570854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306" name="factor2B1Bs" descr="Editable text; source id factor2B1Bs"/>
          <p:cNvSpPr txBox="1"/>
          <p:nvPr/>
        </p:nvSpPr>
        <p:spPr>
          <a:xfrm>
            <a:off x="3945630" y="1637436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cxnSp>
        <p:nvCxnSpPr>
          <p:cNvPr id="307" name="factor2B1Bttop" descr="Editable line; source id factor2B1Bttop"/>
          <p:cNvCxnSpPr/>
          <p:nvPr/>
        </p:nvCxnSpPr>
        <p:spPr>
          <a:xfrm>
            <a:off x="3945630" y="1568388"/>
            <a:ext cx="69049" cy="0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factor2B1Btstem" descr="Editable line; source id factor2B1Btstem"/>
          <p:cNvCxnSpPr/>
          <p:nvPr/>
        </p:nvCxnSpPr>
        <p:spPr>
          <a:xfrm>
            <a:off x="3980155" y="1568388"/>
            <a:ext cx="0" cy="59184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" name="factor2B1Av" descr="Editable text; source id factor2B1Av"/>
          <p:cNvSpPr txBox="1"/>
          <p:nvPr/>
        </p:nvSpPr>
        <p:spPr>
          <a:xfrm>
            <a:off x="4063999" y="1570854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310" name="factor2B1As" descr="Editable text; source id factor2B1As"/>
          <p:cNvSpPr txBox="1"/>
          <p:nvPr/>
        </p:nvSpPr>
        <p:spPr>
          <a:xfrm>
            <a:off x="4162640" y="1637436"/>
            <a:ext cx="207145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5:4</a:t>
            </a:r>
          </a:p>
        </p:txBody>
      </p:sp>
      <p:sp>
        <p:nvSpPr>
          <p:cNvPr id="311" name="factor2B2Bv" descr="Editable text; source id factor2B2Bv"/>
          <p:cNvSpPr txBox="1"/>
          <p:nvPr/>
        </p:nvSpPr>
        <p:spPr>
          <a:xfrm>
            <a:off x="3846990" y="1763203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312" name="factor2B2Bs" descr="Editable text; source id factor2B2Bs"/>
          <p:cNvSpPr txBox="1"/>
          <p:nvPr/>
        </p:nvSpPr>
        <p:spPr>
          <a:xfrm>
            <a:off x="3945630" y="1829786"/>
            <a:ext cx="123300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cxnSp>
        <p:nvCxnSpPr>
          <p:cNvPr id="313" name="factor2B2Bttop" descr="Editable line; source id factor2B2Bttop"/>
          <p:cNvCxnSpPr/>
          <p:nvPr/>
        </p:nvCxnSpPr>
        <p:spPr>
          <a:xfrm>
            <a:off x="3945630" y="1760737"/>
            <a:ext cx="69049" cy="0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factor2B2Btstem" descr="Editable line; source id factor2B2Btstem"/>
          <p:cNvCxnSpPr/>
          <p:nvPr/>
        </p:nvCxnSpPr>
        <p:spPr>
          <a:xfrm>
            <a:off x="3980155" y="1760737"/>
            <a:ext cx="0" cy="59185"/>
          </a:xfrm>
          <a:prstGeom prst="line">
            <a:avLst/>
          </a:prstGeom>
          <a:ln w="739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factor2B2Av" descr="Editable text; source id factor2B2Av"/>
          <p:cNvSpPr txBox="1"/>
          <p:nvPr/>
        </p:nvSpPr>
        <p:spPr>
          <a:xfrm>
            <a:off x="4063999" y="1763203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316" name="factor2B2As" descr="Editable text; source id factor2B2As"/>
          <p:cNvSpPr txBox="1"/>
          <p:nvPr/>
        </p:nvSpPr>
        <p:spPr>
          <a:xfrm>
            <a:off x="4162640" y="1829786"/>
            <a:ext cx="207145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5:5</a:t>
            </a:r>
          </a:p>
        </p:txBody>
      </p:sp>
      <p:sp>
        <p:nvSpPr>
          <p:cNvPr id="317" name="factor2outert" descr="Editable text; source id factor2outert"/>
          <p:cNvSpPr txBox="1"/>
          <p:nvPr/>
        </p:nvSpPr>
        <p:spPr>
          <a:xfrm>
            <a:off x="4409242" y="1373572"/>
            <a:ext cx="143029" cy="12330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893"/>
              </a:lnSpc>
              <a:spcBef>
                <a:spcPts val="0"/>
              </a:spcBef>
              <a:spcAft>
                <a:spcPts val="0"/>
              </a:spcAft>
              <a:defRPr sz="776" b="0" i="0" lang="zh-CN" dirty="0">
                <a:solidFill>
                  <a:srgbClr val="000000"/>
                </a:solidFill>
                <a:latin typeface="Apple Symbols"/>
                <a:ea typeface="Apple Symbols"/>
                <a:cs typeface="Apple Symbols"/>
              </a:defRPr>
            </a:pPr>
            <a:r>
              <a:rPr sz="776" b="0" i="0" lang="zh-CN" dirty="0">
                <a:solidFill>
                  <a:srgbClr val="000000"/>
                </a:solidFill>
                <a:latin typeface="Apple Symbols"/>
                <a:ea typeface="Apple Symbols"/>
                <a:cs typeface="Apple Symbols"/>
              </a:rPr>
              <a:t>⊤</a:t>
            </a:r>
          </a:p>
        </p:txBody>
      </p:sp>
      <p:sp>
        <p:nvSpPr>
          <p:cNvPr id="318" name="factor2Abg" descr="Editable shape; source id factor2Abg"/>
          <p:cNvSpPr/>
          <p:nvPr/>
        </p:nvSpPr>
        <p:spPr>
          <a:xfrm>
            <a:off x="3442563" y="1538796"/>
            <a:ext cx="276194" cy="266330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factor2Av" descr="Editable text; source id factor2Av"/>
          <p:cNvSpPr txBox="1"/>
          <p:nvPr/>
        </p:nvSpPr>
        <p:spPr>
          <a:xfrm>
            <a:off x="3452427" y="1565922"/>
            <a:ext cx="167689" cy="20221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3"/>
              </a:lnSpc>
              <a:spcBef>
                <a:spcPts val="0"/>
              </a:spcBef>
              <a:spcAft>
                <a:spcPts val="0"/>
              </a:spcAft>
              <a:def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320" name="factor2As" descr="Editable text; source id factor2As"/>
          <p:cNvSpPr txBox="1"/>
          <p:nvPr/>
        </p:nvSpPr>
        <p:spPr>
          <a:xfrm>
            <a:off x="3551067" y="1632504"/>
            <a:ext cx="207145" cy="1430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82"/>
              </a:lnSpc>
              <a:spcBef>
                <a:spcPts val="0"/>
              </a:spcBef>
              <a:spcAft>
                <a:spcPts val="0"/>
              </a:spcAft>
              <a:def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5:5</a:t>
            </a:r>
          </a:p>
        </p:txBody>
      </p:sp>
      <p:sp>
        <p:nvSpPr>
          <p:cNvPr id="321" name="legendtitle" descr="Editable text; source id legendtitle"/>
          <p:cNvSpPr txBox="1"/>
          <p:nvPr/>
        </p:nvSpPr>
        <p:spPr>
          <a:xfrm>
            <a:off x="8345009" y="942019"/>
            <a:ext cx="2130640" cy="33537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485"/>
              </a:lnSpc>
              <a:spcBef>
                <a:spcPts val="0"/>
              </a:spcBef>
              <a:spcAft>
                <a:spcPts val="0"/>
              </a:spcAft>
              <a:defRPr sz="2104" b="1" i="0" lang="zh-CN" dirty="0">
                <a:solidFill>
                  <a:srgbClr val="000000"/>
                </a:solidFill>
                <a:latin typeface="PT Sans Narrow"/>
                <a:ea typeface="PT Sans Narrow"/>
                <a:cs typeface="PT Sans Narrow"/>
              </a:defRPr>
            </a:pPr>
            <a:r>
              <a:rPr sz="2104" b="1" i="0" lang="zh-CN" dirty="0">
                <a:solidFill>
                  <a:srgbClr val="000000"/>
                </a:solidFill>
                <a:latin typeface="PT Sans Narrow"/>
                <a:ea typeface="PT Sans Narrow"/>
                <a:cs typeface="PT Sans Narrow"/>
              </a:rPr>
              <a:t>Semiseparable Matrix</a:t>
            </a:r>
          </a:p>
        </p:txBody>
      </p:sp>
      <p:sp>
        <p:nvSpPr>
          <p:cNvPr id="322" name="legendM" descr="Editable text; source id legendM"/>
          <p:cNvSpPr txBox="1"/>
          <p:nvPr/>
        </p:nvSpPr>
        <p:spPr>
          <a:xfrm>
            <a:off x="10515106" y="974077"/>
            <a:ext cx="290990" cy="31811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411"/>
              </a:lnSpc>
              <a:spcBef>
                <a:spcPts val="0"/>
              </a:spcBef>
              <a:spcAft>
                <a:spcPts val="0"/>
              </a:spcAft>
              <a:defRPr sz="2097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</a:t>
            </a:r>
          </a:p>
        </p:txBody>
      </p:sp>
      <p:sp>
        <p:nvSpPr>
          <p:cNvPr id="323" name="subtitle" descr="Editable text; source id subtitle"/>
          <p:cNvSpPr txBox="1"/>
          <p:nvPr/>
        </p:nvSpPr>
        <p:spPr>
          <a:xfrm>
            <a:off x="8335145" y="1269999"/>
            <a:ext cx="1684291" cy="32058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68"/>
              </a:lnSpc>
              <a:spcBef>
                <a:spcPts val="0"/>
              </a:spcBef>
              <a:spcAft>
                <a:spcPts val="0"/>
              </a:spcAft>
              <a:defRPr sz="1728" b="0" i="0" lang="zh-CN" dirty="0">
                <a:solidFill>
                  <a:srgbClr val="000000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728" b="0" i="0" lang="zh-CN" dirty="0">
                <a:solidFill>
                  <a:srgbClr val="000000"/>
                </a:solidFill>
                <a:latin typeface="Avenir Next Condensed"/>
                <a:ea typeface="Avenir Next Condensed"/>
                <a:cs typeface="Avenir Next Condensed"/>
              </a:rPr>
              <a:t>Block Decomposition</a:t>
            </a:r>
          </a:p>
        </p:txBody>
      </p:sp>
      <p:cxnSp>
        <p:nvCxnSpPr>
          <p:cNvPr id="324" name="underline" descr="Editable line; source id underline"/>
          <p:cNvCxnSpPr/>
          <p:nvPr/>
        </p:nvCxnSpPr>
        <p:spPr>
          <a:xfrm>
            <a:off x="8335145" y="1519067"/>
            <a:ext cx="1627573" cy="0"/>
          </a:xfrm>
          <a:prstGeom prst="line">
            <a:avLst/>
          </a:prstGeom>
          <a:ln w="9864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" name="legendkey0" descr="Editable shape; source id legendkey0"/>
          <p:cNvSpPr/>
          <p:nvPr/>
        </p:nvSpPr>
        <p:spPr>
          <a:xfrm>
            <a:off x="7644660" y="1829786"/>
            <a:ext cx="434019" cy="217009"/>
          </a:xfrm>
          <a:prstGeom prst="rect">
            <a:avLst/>
          </a:prstGeom>
          <a:solidFill>
            <a:srgbClr val="F6CFB3"/>
          </a:solidFill>
          <a:ln w="1479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legendtext0" descr="Editable text; source id legendtext0"/>
          <p:cNvSpPr txBox="1"/>
          <p:nvPr/>
        </p:nvSpPr>
        <p:spPr>
          <a:xfrm>
            <a:off x="8335145" y="1802660"/>
            <a:ext cx="2512873" cy="32058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68"/>
              </a:lnSpc>
              <a:spcBef>
                <a:spcPts val="0"/>
              </a:spcBef>
              <a:spcAft>
                <a:spcPts val="0"/>
              </a:spcAft>
              <a:defRPr sz="1728" b="0" i="0" lang="zh-CN" dirty="0">
                <a:solidFill>
                  <a:srgbClr val="000000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728" b="0" i="0" lang="zh-CN" dirty="0">
                <a:solidFill>
                  <a:srgbClr val="000000"/>
                </a:solidFill>
                <a:latin typeface="Avenir Next Condensed"/>
                <a:ea typeface="Avenir Next Condensed"/>
                <a:cs typeface="Avenir Next Condensed"/>
              </a:rPr>
              <a:t>Diagonal Block: Input </a:t>
            </a:r>
            <a:r>
              <a:rPr sz="1728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→</a:t>
            </a:r>
            <a:r>
              <a:rPr sz="1728" b="0" i="0" lang="zh-CN" dirty="0">
                <a:solidFill>
                  <a:srgbClr val="000000"/>
                </a:solidFill>
                <a:latin typeface="Avenir Next Condensed"/>
                <a:ea typeface="Avenir Next Condensed"/>
                <a:cs typeface="Avenir Next Condensed"/>
              </a:rPr>
              <a:t> Output</a:t>
            </a:r>
          </a:p>
        </p:txBody>
      </p:sp>
      <p:sp>
        <p:nvSpPr>
          <p:cNvPr id="327" name="legendkey1" descr="Editable shape; source id legendkey1"/>
          <p:cNvSpPr/>
          <p:nvPr/>
        </p:nvSpPr>
        <p:spPr>
          <a:xfrm>
            <a:off x="7644660" y="2263805"/>
            <a:ext cx="434019" cy="217009"/>
          </a:xfrm>
          <a:prstGeom prst="rect">
            <a:avLst/>
          </a:prstGeom>
          <a:solidFill>
            <a:srgbClr val="C7DEB3"/>
          </a:solidFill>
          <a:ln w="1479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legendtext1" descr="Editable text; source id legendtext1"/>
          <p:cNvSpPr txBox="1"/>
          <p:nvPr/>
        </p:nvSpPr>
        <p:spPr>
          <a:xfrm>
            <a:off x="8335145" y="2236679"/>
            <a:ext cx="2396970" cy="32058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68"/>
              </a:lnSpc>
              <a:spcBef>
                <a:spcPts val="0"/>
              </a:spcBef>
              <a:spcAft>
                <a:spcPts val="0"/>
              </a:spcAft>
              <a:defRPr sz="1728" b="0" i="0" lang="zh-CN" dirty="0">
                <a:solidFill>
                  <a:srgbClr val="000000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728" b="0" i="0" lang="zh-CN" dirty="0">
                <a:solidFill>
                  <a:srgbClr val="000000"/>
                </a:solidFill>
                <a:latin typeface="Avenir Next Condensed"/>
                <a:ea typeface="Avenir Next Condensed"/>
                <a:cs typeface="Avenir Next Condensed"/>
              </a:rPr>
              <a:t>Low-Rank Block: Input </a:t>
            </a:r>
            <a:r>
              <a:rPr sz="1728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→</a:t>
            </a:r>
            <a:r>
              <a:rPr sz="1728" b="0" i="0" lang="zh-CN" dirty="0">
                <a:solidFill>
                  <a:srgbClr val="000000"/>
                </a:solidFill>
                <a:latin typeface="Avenir Next Condensed"/>
                <a:ea typeface="Avenir Next Condensed"/>
                <a:cs typeface="Avenir Next Condensed"/>
              </a:rPr>
              <a:t> State</a:t>
            </a:r>
          </a:p>
        </p:txBody>
      </p:sp>
      <p:sp>
        <p:nvSpPr>
          <p:cNvPr id="329" name="legendkey2" descr="Editable shape; source id legendkey2"/>
          <p:cNvSpPr/>
          <p:nvPr/>
        </p:nvSpPr>
        <p:spPr>
          <a:xfrm>
            <a:off x="7644660" y="2697825"/>
            <a:ext cx="434019" cy="217009"/>
          </a:xfrm>
          <a:prstGeom prst="rect">
            <a:avLst/>
          </a:prstGeom>
          <a:solidFill>
            <a:srgbClr val="FFE69A"/>
          </a:solidFill>
          <a:ln w="1479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legendtext2" descr="Editable text; source id legendtext2"/>
          <p:cNvSpPr txBox="1"/>
          <p:nvPr/>
        </p:nvSpPr>
        <p:spPr>
          <a:xfrm>
            <a:off x="8335145" y="2670698"/>
            <a:ext cx="2369844" cy="32058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68"/>
              </a:lnSpc>
              <a:spcBef>
                <a:spcPts val="0"/>
              </a:spcBef>
              <a:spcAft>
                <a:spcPts val="0"/>
              </a:spcAft>
              <a:defRPr sz="1728" b="0" i="0" lang="zh-CN" dirty="0">
                <a:solidFill>
                  <a:srgbClr val="000000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728" b="0" i="0" lang="zh-CN" dirty="0">
                <a:solidFill>
                  <a:srgbClr val="000000"/>
                </a:solidFill>
                <a:latin typeface="Avenir Next Condensed"/>
                <a:ea typeface="Avenir Next Condensed"/>
                <a:cs typeface="Avenir Next Condensed"/>
              </a:rPr>
              <a:t>Low-Rank Block: State </a:t>
            </a:r>
            <a:r>
              <a:rPr sz="1728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→</a:t>
            </a:r>
            <a:r>
              <a:rPr sz="1728" b="0" i="0" lang="zh-CN" dirty="0">
                <a:solidFill>
                  <a:srgbClr val="000000"/>
                </a:solidFill>
                <a:latin typeface="Avenir Next Condensed"/>
                <a:ea typeface="Avenir Next Condensed"/>
                <a:cs typeface="Avenir Next Condensed"/>
              </a:rPr>
              <a:t> State</a:t>
            </a:r>
          </a:p>
        </p:txBody>
      </p:sp>
      <p:sp>
        <p:nvSpPr>
          <p:cNvPr id="331" name="legendkey3" descr="Editable shape; source id legendkey3"/>
          <p:cNvSpPr/>
          <p:nvPr/>
        </p:nvSpPr>
        <p:spPr>
          <a:xfrm>
            <a:off x="7644660" y="3131844"/>
            <a:ext cx="434019" cy="217009"/>
          </a:xfrm>
          <a:prstGeom prst="rect">
            <a:avLst/>
          </a:prstGeom>
          <a:solidFill>
            <a:srgbClr val="B5C9E4"/>
          </a:solidFill>
          <a:ln w="1479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legendtext3" descr="Editable text; source id legendtext3"/>
          <p:cNvSpPr txBox="1"/>
          <p:nvPr/>
        </p:nvSpPr>
        <p:spPr>
          <a:xfrm>
            <a:off x="8335145" y="3104718"/>
            <a:ext cx="2525203" cy="32058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68"/>
              </a:lnSpc>
              <a:spcBef>
                <a:spcPts val="0"/>
              </a:spcBef>
              <a:spcAft>
                <a:spcPts val="0"/>
              </a:spcAft>
              <a:defRPr sz="1728" b="0" i="0" lang="zh-CN" dirty="0">
                <a:solidFill>
                  <a:srgbClr val="000000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1728" b="0" i="0" lang="zh-CN" dirty="0">
                <a:solidFill>
                  <a:srgbClr val="000000"/>
                </a:solidFill>
                <a:latin typeface="Avenir Next Condensed"/>
                <a:ea typeface="Avenir Next Condensed"/>
                <a:cs typeface="Avenir Next Condensed"/>
              </a:rPr>
              <a:t>Low-Rank Block: State </a:t>
            </a:r>
            <a:r>
              <a:rPr sz="1728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→</a:t>
            </a:r>
            <a:r>
              <a:rPr sz="1728" b="0" i="0" lang="zh-CN" dirty="0">
                <a:solidFill>
                  <a:srgbClr val="000000"/>
                </a:solidFill>
                <a:latin typeface="Avenir Next Condensed"/>
                <a:ea typeface="Avenir Next Condensed"/>
                <a:cs typeface="Avenir Next Condensed"/>
              </a:rPr>
              <a:t> Output</a:t>
            </a:r>
          </a:p>
        </p:txBody>
      </p:sp>
      <p:sp>
        <p:nvSpPr>
          <p:cNvPr id="333" name="rowlabel0" descr="Editable text; source id rowlabel0"/>
          <p:cNvSpPr txBox="1"/>
          <p:nvPr/>
        </p:nvSpPr>
        <p:spPr>
          <a:xfrm>
            <a:off x="226873" y="2675631"/>
            <a:ext cx="890232" cy="36497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718"/>
              </a:lnSpc>
              <a:spcBef>
                <a:spcPts val="0"/>
              </a:spcBef>
              <a:spcAft>
                <a:spcPts val="0"/>
              </a:spcAft>
              <a:defRPr sz="2291" b="1" i="0" lang="zh-CN" dirty="0">
                <a:solidFill>
                  <a:srgbClr val="000000"/>
                </a:solidFill>
                <a:latin typeface="PT Sans Narrow"/>
                <a:ea typeface="PT Sans Narrow"/>
                <a:cs typeface="PT Sans Narrow"/>
              </a:defRPr>
            </a:pPr>
            <a:r>
              <a:rPr sz="2291" b="1" i="0" lang="zh-CN" dirty="0">
                <a:solidFill>
                  <a:srgbClr val="000000"/>
                </a:solidFill>
                <a:latin typeface="PT Sans Narrow"/>
                <a:ea typeface="PT Sans Narrow"/>
                <a:cs typeface="PT Sans Narrow"/>
              </a:rPr>
              <a:t>Outputs</a:t>
            </a:r>
          </a:p>
        </p:txBody>
      </p:sp>
      <p:sp>
        <p:nvSpPr>
          <p:cNvPr id="334" name="rowmath0" descr="Editable text; source id rowmath0"/>
          <p:cNvSpPr txBox="1"/>
          <p:nvPr/>
        </p:nvSpPr>
        <p:spPr>
          <a:xfrm>
            <a:off x="1361242" y="2700291"/>
            <a:ext cx="217009" cy="31811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411"/>
              </a:lnSpc>
              <a:spcBef>
                <a:spcPts val="0"/>
              </a:spcBef>
              <a:spcAft>
                <a:spcPts val="0"/>
              </a:spcAft>
              <a:defRPr sz="2097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Y</a:t>
            </a:r>
          </a:p>
        </p:txBody>
      </p:sp>
      <p:sp>
        <p:nvSpPr>
          <p:cNvPr id="335" name="rowlabel1" descr="Editable text; source id rowlabel1"/>
          <p:cNvSpPr txBox="1"/>
          <p:nvPr/>
        </p:nvSpPr>
        <p:spPr>
          <a:xfrm>
            <a:off x="295922" y="3306931"/>
            <a:ext cx="712679" cy="36497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718"/>
              </a:lnSpc>
              <a:spcBef>
                <a:spcPts val="0"/>
              </a:spcBef>
              <a:spcAft>
                <a:spcPts val="0"/>
              </a:spcAft>
              <a:defRPr sz="2291" b="1" i="0" lang="zh-CN" dirty="0">
                <a:solidFill>
                  <a:srgbClr val="BEBEBE"/>
                </a:solidFill>
                <a:latin typeface="PT Sans Narrow"/>
                <a:ea typeface="PT Sans Narrow"/>
                <a:cs typeface="PT Sans Narrow"/>
              </a:defRPr>
            </a:pPr>
            <a:r>
              <a:rPr sz="2291" b="1" i="0" lang="zh-CN" dirty="0">
                <a:solidFill>
                  <a:srgbClr val="BEBEBE"/>
                </a:solidFill>
                <a:latin typeface="PT Sans Narrow"/>
                <a:ea typeface="PT Sans Narrow"/>
                <a:cs typeface="PT Sans Narrow"/>
              </a:rPr>
              <a:t>States</a:t>
            </a:r>
          </a:p>
        </p:txBody>
      </p:sp>
      <p:sp>
        <p:nvSpPr>
          <p:cNvPr id="336" name="rowmath1" descr="Editable text; source id rowmath1"/>
          <p:cNvSpPr txBox="1"/>
          <p:nvPr/>
        </p:nvSpPr>
        <p:spPr>
          <a:xfrm>
            <a:off x="1361242" y="3331592"/>
            <a:ext cx="261398" cy="31811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411"/>
              </a:lnSpc>
              <a:spcBef>
                <a:spcPts val="0"/>
              </a:spcBef>
              <a:spcAft>
                <a:spcPts val="0"/>
              </a:spcAft>
              <a:defRPr sz="2097" b="0" i="1" lang="zh-CN" dirty="0">
                <a:solidFill>
                  <a:srgbClr val="BEBEB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 b="0" i="1" lang="zh-CN" dirty="0">
                <a:solidFill>
                  <a:srgbClr val="BEBEBE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337" name="rowlabel2" descr="Editable text; source id rowlabel2"/>
          <p:cNvSpPr txBox="1"/>
          <p:nvPr/>
        </p:nvSpPr>
        <p:spPr>
          <a:xfrm>
            <a:off x="295922" y="3918504"/>
            <a:ext cx="715145" cy="36497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718"/>
              </a:lnSpc>
              <a:spcBef>
                <a:spcPts val="0"/>
              </a:spcBef>
              <a:spcAft>
                <a:spcPts val="0"/>
              </a:spcAft>
              <a:defRPr sz="2291" b="1" i="0" lang="zh-CN" dirty="0">
                <a:solidFill>
                  <a:srgbClr val="000000"/>
                </a:solidFill>
                <a:latin typeface="PT Sans Narrow"/>
                <a:ea typeface="PT Sans Narrow"/>
                <a:cs typeface="PT Sans Narrow"/>
              </a:defRPr>
            </a:pPr>
            <a:r>
              <a:rPr sz="2291" b="1" i="0" lang="zh-CN" dirty="0">
                <a:solidFill>
                  <a:srgbClr val="000000"/>
                </a:solidFill>
                <a:latin typeface="PT Sans Narrow"/>
                <a:ea typeface="PT Sans Narrow"/>
                <a:cs typeface="PT Sans Narrow"/>
              </a:rPr>
              <a:t>Inputs</a:t>
            </a:r>
          </a:p>
        </p:txBody>
      </p:sp>
      <p:sp>
        <p:nvSpPr>
          <p:cNvPr id="338" name="rowmath2" descr="Editable text; source id rowmath2"/>
          <p:cNvSpPr txBox="1"/>
          <p:nvPr/>
        </p:nvSpPr>
        <p:spPr>
          <a:xfrm>
            <a:off x="1331650" y="3943164"/>
            <a:ext cx="261398" cy="318116"/>
          </a:xfrm>
          <a:prstGeom prst="rect">
            <a:avLst/>
          </a:prstGeom>
          <a:noFill/>
          <a:effectLst/>
        </p:spPr>
        <p:txBody>
          <a:bodyPr wrap="none" anchor="t" tIns="0" rIns="0" bIns="0" lIns="29592" anchorCtr="0" vertOverflow="overflow">
            <a:noAutofit/>
          </a:bodyPr>
          <a:lstStyle/>
          <a:p>
            <a:pPr algn="l" fontAlgn="base">
              <a:lnSpc>
                <a:spcPts val="2411"/>
              </a:lnSpc>
              <a:spcBef>
                <a:spcPts val="0"/>
              </a:spcBef>
              <a:spcAft>
                <a:spcPts val="0"/>
              </a:spcAft>
              <a:defRPr sz="2097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339" name="out0" descr="Editable shape; source id out0"/>
          <p:cNvSpPr/>
          <p:nvPr/>
        </p:nvSpPr>
        <p:spPr>
          <a:xfrm>
            <a:off x="2041864" y="2668232"/>
            <a:ext cx="966679" cy="325514"/>
          </a:xfrm>
          <a:prstGeom prst="rect">
            <a:avLst/>
          </a:prstGeom>
          <a:noFill/>
          <a:ln w="2268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0" name="out0div1" descr="Editable line; source id out0div1"/>
          <p:cNvCxnSpPr/>
          <p:nvPr/>
        </p:nvCxnSpPr>
        <p:spPr>
          <a:xfrm>
            <a:off x="2362446" y="2668232"/>
            <a:ext cx="0" cy="325515"/>
          </a:xfrm>
          <a:prstGeom prst="line">
            <a:avLst/>
          </a:prstGeom>
          <a:ln w="22687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out0div2" descr="Editable line; source id out0div2"/>
          <p:cNvCxnSpPr/>
          <p:nvPr/>
        </p:nvCxnSpPr>
        <p:spPr>
          <a:xfrm>
            <a:off x="2685001" y="2668232"/>
            <a:ext cx="0" cy="325515"/>
          </a:xfrm>
          <a:prstGeom prst="line">
            <a:avLst/>
          </a:prstGeom>
          <a:ln w="22687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" name="in0" descr="Editable shape; source id in0"/>
          <p:cNvSpPr/>
          <p:nvPr/>
        </p:nvSpPr>
        <p:spPr>
          <a:xfrm>
            <a:off x="2041864" y="3970291"/>
            <a:ext cx="966679" cy="325514"/>
          </a:xfrm>
          <a:prstGeom prst="rect">
            <a:avLst/>
          </a:prstGeom>
          <a:noFill/>
          <a:ln w="2268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3" name="in0div1" descr="Editable line; source id in0div1"/>
          <p:cNvCxnSpPr/>
          <p:nvPr/>
        </p:nvCxnSpPr>
        <p:spPr>
          <a:xfrm>
            <a:off x="2362446" y="3970291"/>
            <a:ext cx="0" cy="325514"/>
          </a:xfrm>
          <a:prstGeom prst="line">
            <a:avLst/>
          </a:prstGeom>
          <a:ln w="22687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in0div2" descr="Editable line; source id in0div2"/>
          <p:cNvCxnSpPr/>
          <p:nvPr/>
        </p:nvCxnSpPr>
        <p:spPr>
          <a:xfrm>
            <a:off x="2685001" y="3970291"/>
            <a:ext cx="0" cy="325514"/>
          </a:xfrm>
          <a:prstGeom prst="line">
            <a:avLst/>
          </a:prstGeom>
          <a:ln w="22687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up0" descr="Editable line; source id up0"/>
          <p:cNvCxnSpPr/>
          <p:nvPr/>
        </p:nvCxnSpPr>
        <p:spPr>
          <a:xfrm flipV="1">
            <a:off x="2525203" y="3156504"/>
            <a:ext cx="0" cy="700350"/>
          </a:xfrm>
          <a:prstGeom prst="line">
            <a:avLst/>
          </a:prstGeom>
          <a:ln w="19728">
            <a:solidFill>
              <a:srgbClr val="FF7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up0head-1" descr="Editable line; source id up0head-1"/>
          <p:cNvCxnSpPr/>
          <p:nvPr/>
        </p:nvCxnSpPr>
        <p:spPr>
          <a:xfrm flipV="1">
            <a:off x="2475883" y="3156504"/>
            <a:ext cx="49320" cy="98641"/>
          </a:xfrm>
          <a:prstGeom prst="line">
            <a:avLst/>
          </a:prstGeom>
          <a:ln w="19728">
            <a:solidFill>
              <a:srgbClr val="FF7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up0head1" descr="Editable line; source id up0head1"/>
          <p:cNvCxnSpPr/>
          <p:nvPr/>
        </p:nvCxnSpPr>
        <p:spPr>
          <a:xfrm flipH="1" flipV="1">
            <a:off x="2525203" y="3156504"/>
            <a:ext cx="49321" cy="98641"/>
          </a:xfrm>
          <a:prstGeom prst="line">
            <a:avLst/>
          </a:prstGeom>
          <a:ln w="19728">
            <a:solidFill>
              <a:srgbClr val="FF7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" name="state0" descr="Editable shape; source id state0"/>
          <p:cNvSpPr/>
          <p:nvPr/>
        </p:nvSpPr>
        <p:spPr>
          <a:xfrm>
            <a:off x="3314330" y="3176232"/>
            <a:ext cx="217009" cy="621436"/>
          </a:xfrm>
          <a:prstGeom prst="rect">
            <a:avLst/>
          </a:prstGeom>
          <a:solidFill>
            <a:srgbClr val="D5D5D5"/>
          </a:solidFill>
          <a:ln w="19728">
            <a:solidFill>
              <a:srgbClr val="000000"/>
            </a:solidFill>
            <a:custDash>
              <a:ds d="400000" sp="300000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ut1" descr="Editable shape; source id out1"/>
          <p:cNvSpPr/>
          <p:nvPr/>
        </p:nvSpPr>
        <p:spPr>
          <a:xfrm>
            <a:off x="3812465" y="2668232"/>
            <a:ext cx="971611" cy="325514"/>
          </a:xfrm>
          <a:prstGeom prst="rect">
            <a:avLst/>
          </a:prstGeom>
          <a:noFill/>
          <a:ln w="2268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0" name="out1div1" descr="Editable line; source id out1div1"/>
          <p:cNvCxnSpPr/>
          <p:nvPr/>
        </p:nvCxnSpPr>
        <p:spPr>
          <a:xfrm>
            <a:off x="4133048" y="2668232"/>
            <a:ext cx="0" cy="325515"/>
          </a:xfrm>
          <a:prstGeom prst="line">
            <a:avLst/>
          </a:prstGeom>
          <a:ln w="22687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out1div2" descr="Editable line; source id out1div2"/>
          <p:cNvCxnSpPr/>
          <p:nvPr/>
        </p:nvCxnSpPr>
        <p:spPr>
          <a:xfrm>
            <a:off x="4455603" y="2668232"/>
            <a:ext cx="0" cy="325515"/>
          </a:xfrm>
          <a:prstGeom prst="line">
            <a:avLst/>
          </a:prstGeom>
          <a:ln w="22687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2" name="in1" descr="Editable shape; source id in1"/>
          <p:cNvSpPr/>
          <p:nvPr/>
        </p:nvSpPr>
        <p:spPr>
          <a:xfrm>
            <a:off x="3812465" y="3970291"/>
            <a:ext cx="971611" cy="325514"/>
          </a:xfrm>
          <a:prstGeom prst="rect">
            <a:avLst/>
          </a:prstGeom>
          <a:noFill/>
          <a:ln w="2268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3" name="in1div1" descr="Editable line; source id in1div1"/>
          <p:cNvCxnSpPr/>
          <p:nvPr/>
        </p:nvCxnSpPr>
        <p:spPr>
          <a:xfrm>
            <a:off x="4133048" y="3970291"/>
            <a:ext cx="0" cy="325514"/>
          </a:xfrm>
          <a:prstGeom prst="line">
            <a:avLst/>
          </a:prstGeom>
          <a:ln w="22687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in1div2" descr="Editable line; source id in1div2"/>
          <p:cNvCxnSpPr/>
          <p:nvPr/>
        </p:nvCxnSpPr>
        <p:spPr>
          <a:xfrm>
            <a:off x="4455603" y="3970291"/>
            <a:ext cx="0" cy="325514"/>
          </a:xfrm>
          <a:prstGeom prst="line">
            <a:avLst/>
          </a:prstGeom>
          <a:ln w="22687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up1" descr="Editable line; source id up1"/>
          <p:cNvCxnSpPr/>
          <p:nvPr/>
        </p:nvCxnSpPr>
        <p:spPr>
          <a:xfrm flipV="1">
            <a:off x="4295805" y="3156504"/>
            <a:ext cx="0" cy="700350"/>
          </a:xfrm>
          <a:prstGeom prst="line">
            <a:avLst/>
          </a:prstGeom>
          <a:ln w="19728">
            <a:solidFill>
              <a:srgbClr val="FF7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up1head-1" descr="Editable line; source id up1head-1"/>
          <p:cNvCxnSpPr/>
          <p:nvPr/>
        </p:nvCxnSpPr>
        <p:spPr>
          <a:xfrm flipV="1">
            <a:off x="4246485" y="3156504"/>
            <a:ext cx="49320" cy="98641"/>
          </a:xfrm>
          <a:prstGeom prst="line">
            <a:avLst/>
          </a:prstGeom>
          <a:ln w="19728">
            <a:solidFill>
              <a:srgbClr val="FF7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up1head1" descr="Editable line; source id up1head1"/>
          <p:cNvCxnSpPr/>
          <p:nvPr/>
        </p:nvCxnSpPr>
        <p:spPr>
          <a:xfrm flipH="1" flipV="1">
            <a:off x="4295805" y="3156504"/>
            <a:ext cx="49321" cy="98641"/>
          </a:xfrm>
          <a:prstGeom prst="line">
            <a:avLst/>
          </a:prstGeom>
          <a:ln w="19728">
            <a:solidFill>
              <a:srgbClr val="FF7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8" name="state1" descr="Editable shape; source id state1"/>
          <p:cNvSpPr/>
          <p:nvPr/>
        </p:nvSpPr>
        <p:spPr>
          <a:xfrm>
            <a:off x="5099728" y="3176232"/>
            <a:ext cx="217009" cy="621436"/>
          </a:xfrm>
          <a:prstGeom prst="rect">
            <a:avLst/>
          </a:prstGeom>
          <a:solidFill>
            <a:srgbClr val="D5D5D5"/>
          </a:solidFill>
          <a:ln w="19728">
            <a:solidFill>
              <a:srgbClr val="000000"/>
            </a:solidFill>
            <a:custDash>
              <a:ds d="400000" sp="300000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ut2" descr="Editable shape; source id out2"/>
          <p:cNvSpPr/>
          <p:nvPr/>
        </p:nvSpPr>
        <p:spPr>
          <a:xfrm>
            <a:off x="5597863" y="2668232"/>
            <a:ext cx="971611" cy="325514"/>
          </a:xfrm>
          <a:prstGeom prst="rect">
            <a:avLst/>
          </a:prstGeom>
          <a:noFill/>
          <a:ln w="2268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0" name="out2div1" descr="Editable line; source id out2div1"/>
          <p:cNvCxnSpPr/>
          <p:nvPr/>
        </p:nvCxnSpPr>
        <p:spPr>
          <a:xfrm>
            <a:off x="5918446" y="2668232"/>
            <a:ext cx="0" cy="325515"/>
          </a:xfrm>
          <a:prstGeom prst="line">
            <a:avLst/>
          </a:prstGeom>
          <a:ln w="22687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out2div2" descr="Editable line; source id out2div2"/>
          <p:cNvCxnSpPr/>
          <p:nvPr/>
        </p:nvCxnSpPr>
        <p:spPr>
          <a:xfrm>
            <a:off x="6241001" y="2668232"/>
            <a:ext cx="0" cy="325515"/>
          </a:xfrm>
          <a:prstGeom prst="line">
            <a:avLst/>
          </a:prstGeom>
          <a:ln w="22687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2" name="in2" descr="Editable shape; source id in2"/>
          <p:cNvSpPr/>
          <p:nvPr/>
        </p:nvSpPr>
        <p:spPr>
          <a:xfrm>
            <a:off x="5597863" y="3970291"/>
            <a:ext cx="971611" cy="325514"/>
          </a:xfrm>
          <a:prstGeom prst="rect">
            <a:avLst/>
          </a:prstGeom>
          <a:noFill/>
          <a:ln w="2268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3" name="in2div1" descr="Editable line; source id in2div1"/>
          <p:cNvCxnSpPr/>
          <p:nvPr/>
        </p:nvCxnSpPr>
        <p:spPr>
          <a:xfrm>
            <a:off x="5918446" y="3970291"/>
            <a:ext cx="0" cy="325514"/>
          </a:xfrm>
          <a:prstGeom prst="line">
            <a:avLst/>
          </a:prstGeom>
          <a:ln w="22687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in2div2" descr="Editable line; source id in2div2"/>
          <p:cNvCxnSpPr/>
          <p:nvPr/>
        </p:nvCxnSpPr>
        <p:spPr>
          <a:xfrm>
            <a:off x="6241001" y="3970291"/>
            <a:ext cx="0" cy="325514"/>
          </a:xfrm>
          <a:prstGeom prst="line">
            <a:avLst/>
          </a:prstGeom>
          <a:ln w="22687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up2" descr="Editable line; source id up2"/>
          <p:cNvCxnSpPr/>
          <p:nvPr/>
        </p:nvCxnSpPr>
        <p:spPr>
          <a:xfrm flipV="1">
            <a:off x="6081203" y="3156504"/>
            <a:ext cx="0" cy="700350"/>
          </a:xfrm>
          <a:prstGeom prst="line">
            <a:avLst/>
          </a:prstGeom>
          <a:ln w="19728">
            <a:solidFill>
              <a:srgbClr val="FF7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up2head-1" descr="Editable line; source id up2head-1"/>
          <p:cNvCxnSpPr/>
          <p:nvPr/>
        </p:nvCxnSpPr>
        <p:spPr>
          <a:xfrm flipV="1">
            <a:off x="6031883" y="3156504"/>
            <a:ext cx="49320" cy="98641"/>
          </a:xfrm>
          <a:prstGeom prst="line">
            <a:avLst/>
          </a:prstGeom>
          <a:ln w="19728">
            <a:solidFill>
              <a:srgbClr val="FF7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up2head1" descr="Editable line; source id up2head1"/>
          <p:cNvCxnSpPr/>
          <p:nvPr/>
        </p:nvCxnSpPr>
        <p:spPr>
          <a:xfrm flipH="1" flipV="1">
            <a:off x="6081203" y="3156504"/>
            <a:ext cx="49321" cy="98641"/>
          </a:xfrm>
          <a:prstGeom prst="line">
            <a:avLst/>
          </a:prstGeom>
          <a:ln w="19728">
            <a:solidFill>
              <a:srgbClr val="FF7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" name="state2" descr="Editable shape; source id state2"/>
          <p:cNvSpPr/>
          <p:nvPr/>
        </p:nvSpPr>
        <p:spPr>
          <a:xfrm>
            <a:off x="6885126" y="3176232"/>
            <a:ext cx="217009" cy="621436"/>
          </a:xfrm>
          <a:prstGeom prst="rect">
            <a:avLst/>
          </a:prstGeom>
          <a:solidFill>
            <a:srgbClr val="D5D5D5"/>
          </a:solidFill>
          <a:ln w="19728">
            <a:solidFill>
              <a:srgbClr val="000000"/>
            </a:solidFill>
            <a:custDash>
              <a:ds d="400000" sp="300000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9" name="inputstate0s0" descr="Editable line; source id inputstate0s0"/>
          <p:cNvCxnSpPr/>
          <p:nvPr/>
        </p:nvCxnSpPr>
        <p:spPr>
          <a:xfrm flipV="1">
            <a:off x="3146640" y="4122907"/>
            <a:ext cx="33662" cy="277"/>
          </a:xfrm>
          <a:prstGeom prst="line">
            <a:avLst/>
          </a:prstGeom>
          <a:ln w="19728">
            <a:solidFill>
              <a:srgbClr val="70AD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inputstate0s1" descr="Editable line; source id inputstate0s1"/>
          <p:cNvCxnSpPr/>
          <p:nvPr/>
        </p:nvCxnSpPr>
        <p:spPr>
          <a:xfrm flipV="1">
            <a:off x="3180302" y="4118656"/>
            <a:ext cx="30801" cy="4251"/>
          </a:xfrm>
          <a:prstGeom prst="line">
            <a:avLst/>
          </a:prstGeom>
          <a:ln w="19728">
            <a:solidFill>
              <a:srgbClr val="70AD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inputstate0s2" descr="Editable line; source id inputstate0s2"/>
          <p:cNvCxnSpPr/>
          <p:nvPr/>
        </p:nvCxnSpPr>
        <p:spPr>
          <a:xfrm flipV="1">
            <a:off x="3211103" y="4110851"/>
            <a:ext cx="28085" cy="7805"/>
          </a:xfrm>
          <a:prstGeom prst="line">
            <a:avLst/>
          </a:prstGeom>
          <a:ln w="19728">
            <a:solidFill>
              <a:srgbClr val="70AD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inputstate0s3" descr="Editable line; source id inputstate0s3"/>
          <p:cNvCxnSpPr/>
          <p:nvPr/>
        </p:nvCxnSpPr>
        <p:spPr>
          <a:xfrm flipV="1">
            <a:off x="3239188" y="4099911"/>
            <a:ext cx="25513" cy="10940"/>
          </a:xfrm>
          <a:prstGeom prst="line">
            <a:avLst/>
          </a:prstGeom>
          <a:ln w="19728">
            <a:solidFill>
              <a:srgbClr val="70AD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inputstate0s4" descr="Editable line; source id inputstate0s4"/>
          <p:cNvCxnSpPr/>
          <p:nvPr/>
        </p:nvCxnSpPr>
        <p:spPr>
          <a:xfrm flipV="1">
            <a:off x="3264701" y="4086254"/>
            <a:ext cx="23085" cy="13657"/>
          </a:xfrm>
          <a:prstGeom prst="line">
            <a:avLst/>
          </a:prstGeom>
          <a:ln w="19728">
            <a:solidFill>
              <a:srgbClr val="70AD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inputstate0s5" descr="Editable line; source id inputstate0s5"/>
          <p:cNvCxnSpPr/>
          <p:nvPr/>
        </p:nvCxnSpPr>
        <p:spPr>
          <a:xfrm flipV="1">
            <a:off x="3287786" y="4070299"/>
            <a:ext cx="20802" cy="15955"/>
          </a:xfrm>
          <a:prstGeom prst="line">
            <a:avLst/>
          </a:prstGeom>
          <a:ln w="19728">
            <a:solidFill>
              <a:srgbClr val="70AD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inputstate0s6" descr="Editable line; source id inputstate0s6"/>
          <p:cNvCxnSpPr/>
          <p:nvPr/>
        </p:nvCxnSpPr>
        <p:spPr>
          <a:xfrm flipV="1">
            <a:off x="3308588" y="4052466"/>
            <a:ext cx="18664" cy="17833"/>
          </a:xfrm>
          <a:prstGeom prst="line">
            <a:avLst/>
          </a:prstGeom>
          <a:ln w="19728">
            <a:solidFill>
              <a:srgbClr val="70AD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inputstate0s7" descr="Editable line; source id inputstate0s7"/>
          <p:cNvCxnSpPr/>
          <p:nvPr/>
        </p:nvCxnSpPr>
        <p:spPr>
          <a:xfrm flipV="1">
            <a:off x="3327252" y="4033174"/>
            <a:ext cx="16670" cy="19292"/>
          </a:xfrm>
          <a:prstGeom prst="line">
            <a:avLst/>
          </a:prstGeom>
          <a:ln w="19728">
            <a:solidFill>
              <a:srgbClr val="70AD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inputstate0s8" descr="Editable line; source id inputstate0s8"/>
          <p:cNvCxnSpPr/>
          <p:nvPr/>
        </p:nvCxnSpPr>
        <p:spPr>
          <a:xfrm flipV="1">
            <a:off x="3343922" y="4012842"/>
            <a:ext cx="14820" cy="20332"/>
          </a:xfrm>
          <a:prstGeom prst="line">
            <a:avLst/>
          </a:prstGeom>
          <a:ln w="19728">
            <a:solidFill>
              <a:srgbClr val="70AD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inputstate0s9" descr="Editable line; source id inputstate0s9"/>
          <p:cNvCxnSpPr/>
          <p:nvPr/>
        </p:nvCxnSpPr>
        <p:spPr>
          <a:xfrm flipV="1">
            <a:off x="3358742" y="3991888"/>
            <a:ext cx="13115" cy="20954"/>
          </a:xfrm>
          <a:prstGeom prst="line">
            <a:avLst/>
          </a:prstGeom>
          <a:ln w="19728">
            <a:solidFill>
              <a:srgbClr val="70AD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inputstate0s10" descr="Editable line; source id inputstate0s10"/>
          <p:cNvCxnSpPr/>
          <p:nvPr/>
        </p:nvCxnSpPr>
        <p:spPr>
          <a:xfrm flipV="1">
            <a:off x="3371857" y="3970731"/>
            <a:ext cx="11555" cy="21157"/>
          </a:xfrm>
          <a:prstGeom prst="line">
            <a:avLst/>
          </a:prstGeom>
          <a:ln w="19728">
            <a:solidFill>
              <a:srgbClr val="70AD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inputstate0s11" descr="Editable line; source id inputstate0s11"/>
          <p:cNvCxnSpPr/>
          <p:nvPr/>
        </p:nvCxnSpPr>
        <p:spPr>
          <a:xfrm flipV="1">
            <a:off x="3383412" y="3949792"/>
            <a:ext cx="10138" cy="20939"/>
          </a:xfrm>
          <a:prstGeom prst="line">
            <a:avLst/>
          </a:prstGeom>
          <a:ln w="19728">
            <a:solidFill>
              <a:srgbClr val="70AD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inputstate0s12" descr="Editable line; source id inputstate0s12"/>
          <p:cNvCxnSpPr/>
          <p:nvPr/>
        </p:nvCxnSpPr>
        <p:spPr>
          <a:xfrm flipV="1">
            <a:off x="3393550" y="3929488"/>
            <a:ext cx="8867" cy="20304"/>
          </a:xfrm>
          <a:prstGeom prst="line">
            <a:avLst/>
          </a:prstGeom>
          <a:ln w="19728">
            <a:solidFill>
              <a:srgbClr val="70AD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inputstate0s13" descr="Editable line; source id inputstate0s13"/>
          <p:cNvCxnSpPr/>
          <p:nvPr/>
        </p:nvCxnSpPr>
        <p:spPr>
          <a:xfrm flipV="1">
            <a:off x="3402417" y="3910239"/>
            <a:ext cx="7740" cy="19249"/>
          </a:xfrm>
          <a:prstGeom prst="line">
            <a:avLst/>
          </a:prstGeom>
          <a:ln w="19728">
            <a:solidFill>
              <a:srgbClr val="70AD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inputstate0s14" descr="Editable line; source id inputstate0s14"/>
          <p:cNvCxnSpPr/>
          <p:nvPr/>
        </p:nvCxnSpPr>
        <p:spPr>
          <a:xfrm flipV="1">
            <a:off x="3410157" y="3892464"/>
            <a:ext cx="6758" cy="17775"/>
          </a:xfrm>
          <a:prstGeom prst="line">
            <a:avLst/>
          </a:prstGeom>
          <a:ln w="19728">
            <a:solidFill>
              <a:srgbClr val="70AD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inputstate0s15" descr="Editable line; source id inputstate0s15"/>
          <p:cNvCxnSpPr/>
          <p:nvPr/>
        </p:nvCxnSpPr>
        <p:spPr>
          <a:xfrm flipV="1">
            <a:off x="3416915" y="3876582"/>
            <a:ext cx="5919" cy="15882"/>
          </a:xfrm>
          <a:prstGeom prst="line">
            <a:avLst/>
          </a:prstGeom>
          <a:ln w="19728">
            <a:solidFill>
              <a:srgbClr val="70AD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inputstate0head-1" descr="Editable line; source id inputstate0head-1"/>
          <p:cNvCxnSpPr/>
          <p:nvPr/>
        </p:nvCxnSpPr>
        <p:spPr>
          <a:xfrm flipH="1" flipV="1">
            <a:off x="3422834" y="3876582"/>
            <a:ext cx="11387" cy="109694"/>
          </a:xfrm>
          <a:prstGeom prst="line">
            <a:avLst/>
          </a:prstGeom>
          <a:ln w="19728">
            <a:solidFill>
              <a:srgbClr val="70AD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inputstate0head1" descr="Editable line; source id inputstate0head1"/>
          <p:cNvCxnSpPr/>
          <p:nvPr/>
        </p:nvCxnSpPr>
        <p:spPr>
          <a:xfrm flipV="1">
            <a:off x="3341911" y="3876582"/>
            <a:ext cx="80923" cy="74926"/>
          </a:xfrm>
          <a:prstGeom prst="line">
            <a:avLst/>
          </a:prstGeom>
          <a:ln w="19728">
            <a:solidFill>
              <a:srgbClr val="70AD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ateoutput0s0" descr="Editable line; source id stateoutput0s0"/>
          <p:cNvCxnSpPr/>
          <p:nvPr/>
        </p:nvCxnSpPr>
        <p:spPr>
          <a:xfrm flipV="1">
            <a:off x="3432698" y="3068428"/>
            <a:ext cx="2987" cy="28892"/>
          </a:xfrm>
          <a:prstGeom prst="line">
            <a:avLst/>
          </a:prstGeom>
          <a:ln w="19728">
            <a:solidFill>
              <a:srgbClr val="4472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stateoutput0s1" descr="Editable line; source id stateoutput0s1"/>
          <p:cNvCxnSpPr/>
          <p:nvPr/>
        </p:nvCxnSpPr>
        <p:spPr>
          <a:xfrm flipV="1">
            <a:off x="3435685" y="3040967"/>
            <a:ext cx="5182" cy="27461"/>
          </a:xfrm>
          <a:prstGeom prst="line">
            <a:avLst/>
          </a:prstGeom>
          <a:ln w="19728">
            <a:solidFill>
              <a:srgbClr val="4472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stateoutput0s2" descr="Editable line; source id stateoutput0s2"/>
          <p:cNvCxnSpPr/>
          <p:nvPr/>
        </p:nvCxnSpPr>
        <p:spPr>
          <a:xfrm flipV="1">
            <a:off x="3440867" y="3014980"/>
            <a:ext cx="7263" cy="25987"/>
          </a:xfrm>
          <a:prstGeom prst="line">
            <a:avLst/>
          </a:prstGeom>
          <a:ln w="19728">
            <a:solidFill>
              <a:srgbClr val="4472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stateoutput0s3" descr="Editable line; source id stateoutput0s3"/>
          <p:cNvCxnSpPr/>
          <p:nvPr/>
        </p:nvCxnSpPr>
        <p:spPr>
          <a:xfrm flipV="1">
            <a:off x="3448130" y="2990510"/>
            <a:ext cx="9229" cy="24470"/>
          </a:xfrm>
          <a:prstGeom prst="line">
            <a:avLst/>
          </a:prstGeom>
          <a:ln w="19728">
            <a:solidFill>
              <a:srgbClr val="4472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stateoutput0s4" descr="Editable line; source id stateoutput0s4"/>
          <p:cNvCxnSpPr/>
          <p:nvPr/>
        </p:nvCxnSpPr>
        <p:spPr>
          <a:xfrm flipV="1">
            <a:off x="3457359" y="2967601"/>
            <a:ext cx="11077" cy="22909"/>
          </a:xfrm>
          <a:prstGeom prst="line">
            <a:avLst/>
          </a:prstGeom>
          <a:ln w="19728">
            <a:solidFill>
              <a:srgbClr val="4472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stateoutput0s5" descr="Editable line; source id stateoutput0s5"/>
          <p:cNvCxnSpPr/>
          <p:nvPr/>
        </p:nvCxnSpPr>
        <p:spPr>
          <a:xfrm flipV="1">
            <a:off x="3468436" y="2946295"/>
            <a:ext cx="12812" cy="21306"/>
          </a:xfrm>
          <a:prstGeom prst="line">
            <a:avLst/>
          </a:prstGeom>
          <a:ln w="19728">
            <a:solidFill>
              <a:srgbClr val="4472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ateoutput0s6" descr="Editable line; source id stateoutput0s6"/>
          <p:cNvCxnSpPr/>
          <p:nvPr/>
        </p:nvCxnSpPr>
        <p:spPr>
          <a:xfrm flipV="1">
            <a:off x="3481248" y="2926637"/>
            <a:ext cx="14430" cy="19658"/>
          </a:xfrm>
          <a:prstGeom prst="line">
            <a:avLst/>
          </a:prstGeom>
          <a:ln w="19728">
            <a:solidFill>
              <a:srgbClr val="4472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stateoutput0s7" descr="Editable line; source id stateoutput0s7"/>
          <p:cNvCxnSpPr/>
          <p:nvPr/>
        </p:nvCxnSpPr>
        <p:spPr>
          <a:xfrm flipV="1">
            <a:off x="3495678" y="2908669"/>
            <a:ext cx="15933" cy="17968"/>
          </a:xfrm>
          <a:prstGeom prst="line">
            <a:avLst/>
          </a:prstGeom>
          <a:ln w="19728">
            <a:solidFill>
              <a:srgbClr val="4472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stateoutput0s8" descr="Editable line; source id stateoutput0s8"/>
          <p:cNvCxnSpPr/>
          <p:nvPr/>
        </p:nvCxnSpPr>
        <p:spPr>
          <a:xfrm flipV="1">
            <a:off x="3511611" y="2892436"/>
            <a:ext cx="17320" cy="16233"/>
          </a:xfrm>
          <a:prstGeom prst="line">
            <a:avLst/>
          </a:prstGeom>
          <a:ln w="19728">
            <a:solidFill>
              <a:srgbClr val="4472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stateoutput0s9" descr="Editable line; source id stateoutput0s9"/>
          <p:cNvCxnSpPr/>
          <p:nvPr/>
        </p:nvCxnSpPr>
        <p:spPr>
          <a:xfrm flipV="1">
            <a:off x="3528931" y="2877979"/>
            <a:ext cx="18591" cy="14457"/>
          </a:xfrm>
          <a:prstGeom prst="line">
            <a:avLst/>
          </a:prstGeom>
          <a:ln w="19728">
            <a:solidFill>
              <a:srgbClr val="4472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stateoutput0s10" descr="Editable line; source id stateoutput0s10"/>
          <p:cNvCxnSpPr/>
          <p:nvPr/>
        </p:nvCxnSpPr>
        <p:spPr>
          <a:xfrm flipV="1">
            <a:off x="3547522" y="2865343"/>
            <a:ext cx="19748" cy="12636"/>
          </a:xfrm>
          <a:prstGeom prst="line">
            <a:avLst/>
          </a:prstGeom>
          <a:ln w="19728">
            <a:solidFill>
              <a:srgbClr val="4472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stateoutput0s11" descr="Editable line; source id stateoutput0s11"/>
          <p:cNvCxnSpPr/>
          <p:nvPr/>
        </p:nvCxnSpPr>
        <p:spPr>
          <a:xfrm flipV="1">
            <a:off x="3567270" y="2854571"/>
            <a:ext cx="20788" cy="10772"/>
          </a:xfrm>
          <a:prstGeom prst="line">
            <a:avLst/>
          </a:prstGeom>
          <a:ln w="19728">
            <a:solidFill>
              <a:srgbClr val="4472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stateoutput0s12" descr="Editable line; source id stateoutput0s12"/>
          <p:cNvCxnSpPr/>
          <p:nvPr/>
        </p:nvCxnSpPr>
        <p:spPr>
          <a:xfrm flipV="1">
            <a:off x="3588058" y="2845706"/>
            <a:ext cx="21712" cy="8865"/>
          </a:xfrm>
          <a:prstGeom prst="line">
            <a:avLst/>
          </a:prstGeom>
          <a:ln w="19728">
            <a:solidFill>
              <a:srgbClr val="4472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stateoutput0s13" descr="Editable line; source id stateoutput0s13"/>
          <p:cNvCxnSpPr/>
          <p:nvPr/>
        </p:nvCxnSpPr>
        <p:spPr>
          <a:xfrm flipV="1">
            <a:off x="3609770" y="2838792"/>
            <a:ext cx="22522" cy="6914"/>
          </a:xfrm>
          <a:prstGeom prst="line">
            <a:avLst/>
          </a:prstGeom>
          <a:ln w="19728">
            <a:solidFill>
              <a:srgbClr val="4472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stateoutput0s14" descr="Editable line; source id stateoutput0s14"/>
          <p:cNvCxnSpPr/>
          <p:nvPr/>
        </p:nvCxnSpPr>
        <p:spPr>
          <a:xfrm flipV="1">
            <a:off x="3632292" y="2833872"/>
            <a:ext cx="23215" cy="4920"/>
          </a:xfrm>
          <a:prstGeom prst="line">
            <a:avLst/>
          </a:prstGeom>
          <a:ln w="19728">
            <a:solidFill>
              <a:srgbClr val="4472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stateoutput0s15" descr="Editable line; source id stateoutput0s15"/>
          <p:cNvCxnSpPr/>
          <p:nvPr/>
        </p:nvCxnSpPr>
        <p:spPr>
          <a:xfrm flipV="1">
            <a:off x="3655507" y="2830990"/>
            <a:ext cx="23793" cy="2882"/>
          </a:xfrm>
          <a:prstGeom prst="line">
            <a:avLst/>
          </a:prstGeom>
          <a:ln w="19728">
            <a:solidFill>
              <a:srgbClr val="4472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stateoutput0head-1" descr="Editable line; source id stateoutput0head-1"/>
          <p:cNvCxnSpPr/>
          <p:nvPr/>
        </p:nvCxnSpPr>
        <p:spPr>
          <a:xfrm flipV="1">
            <a:off x="3590067" y="2830990"/>
            <a:ext cx="89233" cy="64806"/>
          </a:xfrm>
          <a:prstGeom prst="line">
            <a:avLst/>
          </a:prstGeom>
          <a:ln w="19728">
            <a:solidFill>
              <a:srgbClr val="4472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4" name="stateoutput0head1" descr="Editable line; source id stateoutput0head1"/>
          <p:cNvCxnSpPr/>
          <p:nvPr/>
        </p:nvCxnSpPr>
        <p:spPr>
          <a:xfrm>
            <a:off x="3573915" y="2798487"/>
            <a:ext cx="105385" cy="32503"/>
          </a:xfrm>
          <a:prstGeom prst="line">
            <a:avLst/>
          </a:prstGeom>
          <a:ln w="19728">
            <a:solidFill>
              <a:srgbClr val="4472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statechain0s0" descr="Editable line; source id statechain0s0"/>
          <p:cNvCxnSpPr/>
          <p:nvPr/>
        </p:nvCxnSpPr>
        <p:spPr>
          <a:xfrm>
            <a:off x="3689164" y="3837126"/>
            <a:ext cx="81261" cy="20696"/>
          </a:xfrm>
          <a:prstGeom prst="line">
            <a:avLst/>
          </a:prstGeom>
          <a:ln w="19728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6" name="statechain0s1" descr="Editable line; source id statechain0s1"/>
          <p:cNvCxnSpPr/>
          <p:nvPr/>
        </p:nvCxnSpPr>
        <p:spPr>
          <a:xfrm>
            <a:off x="3770425" y="3857822"/>
            <a:ext cx="81015" cy="17720"/>
          </a:xfrm>
          <a:prstGeom prst="line">
            <a:avLst/>
          </a:prstGeom>
          <a:ln w="19728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statechain0s2" descr="Editable line; source id statechain0s2"/>
          <p:cNvCxnSpPr/>
          <p:nvPr/>
        </p:nvCxnSpPr>
        <p:spPr>
          <a:xfrm>
            <a:off x="3851440" y="3875542"/>
            <a:ext cx="80755" cy="14772"/>
          </a:xfrm>
          <a:prstGeom prst="line">
            <a:avLst/>
          </a:prstGeom>
          <a:ln w="19728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statechain0s3" descr="Editable line; source id statechain0s3"/>
          <p:cNvCxnSpPr/>
          <p:nvPr/>
        </p:nvCxnSpPr>
        <p:spPr>
          <a:xfrm>
            <a:off x="3932195" y="3890314"/>
            <a:ext cx="80480" cy="11853"/>
          </a:xfrm>
          <a:prstGeom prst="line">
            <a:avLst/>
          </a:prstGeom>
          <a:ln w="19728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atechain0s4" descr="Editable line; source id statechain0s4"/>
          <p:cNvCxnSpPr/>
          <p:nvPr/>
        </p:nvCxnSpPr>
        <p:spPr>
          <a:xfrm>
            <a:off x="4012675" y="3902167"/>
            <a:ext cx="80192" cy="8963"/>
          </a:xfrm>
          <a:prstGeom prst="line">
            <a:avLst/>
          </a:prstGeom>
          <a:ln w="19728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statechain0s5" descr="Editable line; source id statechain0s5"/>
          <p:cNvCxnSpPr/>
          <p:nvPr/>
        </p:nvCxnSpPr>
        <p:spPr>
          <a:xfrm>
            <a:off x="4092867" y="3911130"/>
            <a:ext cx="79888" cy="6103"/>
          </a:xfrm>
          <a:prstGeom prst="line">
            <a:avLst/>
          </a:prstGeom>
          <a:ln w="19728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statechain0s6" descr="Editable line; source id statechain0s6"/>
          <p:cNvCxnSpPr/>
          <p:nvPr/>
        </p:nvCxnSpPr>
        <p:spPr>
          <a:xfrm>
            <a:off x="4172755" y="3917233"/>
            <a:ext cx="79570" cy="3270"/>
          </a:xfrm>
          <a:prstGeom prst="line">
            <a:avLst/>
          </a:prstGeom>
          <a:ln w="19728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statechain0s7" descr="Editable line; source id statechain0s7"/>
          <p:cNvCxnSpPr/>
          <p:nvPr/>
        </p:nvCxnSpPr>
        <p:spPr>
          <a:xfrm>
            <a:off x="4252325" y="3920503"/>
            <a:ext cx="79237" cy="467"/>
          </a:xfrm>
          <a:prstGeom prst="line">
            <a:avLst/>
          </a:prstGeom>
          <a:ln w="19728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statechain0s8" descr="Editable line; source id statechain0s8"/>
          <p:cNvCxnSpPr/>
          <p:nvPr/>
        </p:nvCxnSpPr>
        <p:spPr>
          <a:xfrm flipV="1">
            <a:off x="4331562" y="3918663"/>
            <a:ext cx="78891" cy="2307"/>
          </a:xfrm>
          <a:prstGeom prst="line">
            <a:avLst/>
          </a:prstGeom>
          <a:ln w="19728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statechain0s9" descr="Editable line; source id statechain0s9"/>
          <p:cNvCxnSpPr/>
          <p:nvPr/>
        </p:nvCxnSpPr>
        <p:spPr>
          <a:xfrm flipV="1">
            <a:off x="4410453" y="3913611"/>
            <a:ext cx="78530" cy="5052"/>
          </a:xfrm>
          <a:prstGeom prst="line">
            <a:avLst/>
          </a:prstGeom>
          <a:ln w="19728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statechain0s10" descr="Editable line; source id statechain0s10"/>
          <p:cNvCxnSpPr/>
          <p:nvPr/>
        </p:nvCxnSpPr>
        <p:spPr>
          <a:xfrm flipV="1">
            <a:off x="4488983" y="3905842"/>
            <a:ext cx="78154" cy="7769"/>
          </a:xfrm>
          <a:prstGeom prst="line">
            <a:avLst/>
          </a:prstGeom>
          <a:ln w="19728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statechain0s11" descr="Editable line; source id statechain0s11"/>
          <p:cNvCxnSpPr/>
          <p:nvPr/>
        </p:nvCxnSpPr>
        <p:spPr>
          <a:xfrm flipV="1">
            <a:off x="4567137" y="3895385"/>
            <a:ext cx="77764" cy="10457"/>
          </a:xfrm>
          <a:prstGeom prst="line">
            <a:avLst/>
          </a:prstGeom>
          <a:ln w="19728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statechain0s12" descr="Editable line; source id statechain0s12"/>
          <p:cNvCxnSpPr/>
          <p:nvPr/>
        </p:nvCxnSpPr>
        <p:spPr>
          <a:xfrm flipV="1">
            <a:off x="4644901" y="3882270"/>
            <a:ext cx="77359" cy="13115"/>
          </a:xfrm>
          <a:prstGeom prst="line">
            <a:avLst/>
          </a:prstGeom>
          <a:ln w="19728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8" name="statechain0s13" descr="Editable line; source id statechain0s13"/>
          <p:cNvCxnSpPr/>
          <p:nvPr/>
        </p:nvCxnSpPr>
        <p:spPr>
          <a:xfrm flipV="1">
            <a:off x="4722260" y="3866525"/>
            <a:ext cx="76941" cy="15745"/>
          </a:xfrm>
          <a:prstGeom prst="line">
            <a:avLst/>
          </a:prstGeom>
          <a:ln w="19728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" name="statechain0s14" descr="Editable line; source id statechain0s14"/>
          <p:cNvCxnSpPr/>
          <p:nvPr/>
        </p:nvCxnSpPr>
        <p:spPr>
          <a:xfrm flipV="1">
            <a:off x="4799201" y="3848179"/>
            <a:ext cx="76506" cy="18346"/>
          </a:xfrm>
          <a:prstGeom prst="line">
            <a:avLst/>
          </a:prstGeom>
          <a:ln w="19728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statechain0s15" descr="Editable line; source id statechain0s15"/>
          <p:cNvCxnSpPr/>
          <p:nvPr/>
        </p:nvCxnSpPr>
        <p:spPr>
          <a:xfrm flipV="1">
            <a:off x="4875707" y="3827262"/>
            <a:ext cx="76059" cy="20917"/>
          </a:xfrm>
          <a:prstGeom prst="line">
            <a:avLst/>
          </a:prstGeom>
          <a:ln w="19728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1" name="statechain0head-1" descr="Editable line; source id statechain0head-1"/>
          <p:cNvCxnSpPr/>
          <p:nvPr/>
        </p:nvCxnSpPr>
        <p:spPr>
          <a:xfrm flipV="1">
            <a:off x="4868531" y="3827262"/>
            <a:ext cx="83235" cy="72348"/>
          </a:xfrm>
          <a:prstGeom prst="line">
            <a:avLst/>
          </a:prstGeom>
          <a:ln w="19728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statechain0head1" descr="Editable line; source id statechain0head1"/>
          <p:cNvCxnSpPr/>
          <p:nvPr/>
        </p:nvCxnSpPr>
        <p:spPr>
          <a:xfrm>
            <a:off x="4843946" y="3804082"/>
            <a:ext cx="107820" cy="23180"/>
          </a:xfrm>
          <a:prstGeom prst="line">
            <a:avLst/>
          </a:prstGeom>
          <a:ln w="19728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inputstate1s0" descr="Editable line; source id inputstate1s0"/>
          <p:cNvCxnSpPr/>
          <p:nvPr/>
        </p:nvCxnSpPr>
        <p:spPr>
          <a:xfrm flipV="1">
            <a:off x="4912310" y="4122907"/>
            <a:ext cx="33662" cy="277"/>
          </a:xfrm>
          <a:prstGeom prst="line">
            <a:avLst/>
          </a:prstGeom>
          <a:ln w="19728">
            <a:solidFill>
              <a:srgbClr val="70AD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4" name="inputstate1s1" descr="Editable line; source id inputstate1s1"/>
          <p:cNvCxnSpPr/>
          <p:nvPr/>
        </p:nvCxnSpPr>
        <p:spPr>
          <a:xfrm flipV="1">
            <a:off x="4945972" y="4118656"/>
            <a:ext cx="30801" cy="4251"/>
          </a:xfrm>
          <a:prstGeom prst="line">
            <a:avLst/>
          </a:prstGeom>
          <a:ln w="19728">
            <a:solidFill>
              <a:srgbClr val="70AD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5" name="inputstate1s2" descr="Editable line; source id inputstate1s2"/>
          <p:cNvCxnSpPr/>
          <p:nvPr/>
        </p:nvCxnSpPr>
        <p:spPr>
          <a:xfrm flipV="1">
            <a:off x="4976773" y="4110851"/>
            <a:ext cx="28085" cy="7805"/>
          </a:xfrm>
          <a:prstGeom prst="line">
            <a:avLst/>
          </a:prstGeom>
          <a:ln w="19728">
            <a:solidFill>
              <a:srgbClr val="70AD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inputstate1s3" descr="Editable line; source id inputstate1s3"/>
          <p:cNvCxnSpPr/>
          <p:nvPr/>
        </p:nvCxnSpPr>
        <p:spPr>
          <a:xfrm flipV="1">
            <a:off x="5004858" y="4099911"/>
            <a:ext cx="25513" cy="10940"/>
          </a:xfrm>
          <a:prstGeom prst="line">
            <a:avLst/>
          </a:prstGeom>
          <a:ln w="19728">
            <a:solidFill>
              <a:srgbClr val="70AD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7" name="inputstate1s4" descr="Editable line; source id inputstate1s4"/>
          <p:cNvCxnSpPr/>
          <p:nvPr/>
        </p:nvCxnSpPr>
        <p:spPr>
          <a:xfrm flipV="1">
            <a:off x="5030371" y="4086254"/>
            <a:ext cx="23085" cy="13657"/>
          </a:xfrm>
          <a:prstGeom prst="line">
            <a:avLst/>
          </a:prstGeom>
          <a:ln w="19728">
            <a:solidFill>
              <a:srgbClr val="70AD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inputstate1s5" descr="Editable line; source id inputstate1s5"/>
          <p:cNvCxnSpPr/>
          <p:nvPr/>
        </p:nvCxnSpPr>
        <p:spPr>
          <a:xfrm flipV="1">
            <a:off x="5053456" y="4070299"/>
            <a:ext cx="20802" cy="15955"/>
          </a:xfrm>
          <a:prstGeom prst="line">
            <a:avLst/>
          </a:prstGeom>
          <a:ln w="19728">
            <a:solidFill>
              <a:srgbClr val="70AD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9" name="inputstate1s6" descr="Editable line; source id inputstate1s6"/>
          <p:cNvCxnSpPr/>
          <p:nvPr/>
        </p:nvCxnSpPr>
        <p:spPr>
          <a:xfrm flipV="1">
            <a:off x="5074258" y="4052466"/>
            <a:ext cx="18664" cy="17833"/>
          </a:xfrm>
          <a:prstGeom prst="line">
            <a:avLst/>
          </a:prstGeom>
          <a:ln w="19728">
            <a:solidFill>
              <a:srgbClr val="70AD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inputstate1s7" descr="Editable line; source id inputstate1s7"/>
          <p:cNvCxnSpPr/>
          <p:nvPr/>
        </p:nvCxnSpPr>
        <p:spPr>
          <a:xfrm flipV="1">
            <a:off x="5092922" y="4033174"/>
            <a:ext cx="16670" cy="19292"/>
          </a:xfrm>
          <a:prstGeom prst="line">
            <a:avLst/>
          </a:prstGeom>
          <a:ln w="19728">
            <a:solidFill>
              <a:srgbClr val="70AD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1" name="inputstate1s8" descr="Editable line; source id inputstate1s8"/>
          <p:cNvCxnSpPr/>
          <p:nvPr/>
        </p:nvCxnSpPr>
        <p:spPr>
          <a:xfrm flipV="1">
            <a:off x="5109592" y="4012842"/>
            <a:ext cx="14820" cy="20332"/>
          </a:xfrm>
          <a:prstGeom prst="line">
            <a:avLst/>
          </a:prstGeom>
          <a:ln w="19728">
            <a:solidFill>
              <a:srgbClr val="70AD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inputstate1s9" descr="Editable line; source id inputstate1s9"/>
          <p:cNvCxnSpPr/>
          <p:nvPr/>
        </p:nvCxnSpPr>
        <p:spPr>
          <a:xfrm flipV="1">
            <a:off x="5124412" y="3991888"/>
            <a:ext cx="13115" cy="20954"/>
          </a:xfrm>
          <a:prstGeom prst="line">
            <a:avLst/>
          </a:prstGeom>
          <a:ln w="19728">
            <a:solidFill>
              <a:srgbClr val="70AD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inputstate1s10" descr="Editable line; source id inputstate1s10"/>
          <p:cNvCxnSpPr/>
          <p:nvPr/>
        </p:nvCxnSpPr>
        <p:spPr>
          <a:xfrm flipV="1">
            <a:off x="5137527" y="3970731"/>
            <a:ext cx="11555" cy="21157"/>
          </a:xfrm>
          <a:prstGeom prst="line">
            <a:avLst/>
          </a:prstGeom>
          <a:ln w="19728">
            <a:solidFill>
              <a:srgbClr val="70AD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inputstate1s11" descr="Editable line; source id inputstate1s11"/>
          <p:cNvCxnSpPr/>
          <p:nvPr/>
        </p:nvCxnSpPr>
        <p:spPr>
          <a:xfrm flipV="1">
            <a:off x="5149082" y="3949792"/>
            <a:ext cx="10138" cy="20939"/>
          </a:xfrm>
          <a:prstGeom prst="line">
            <a:avLst/>
          </a:prstGeom>
          <a:ln w="19728">
            <a:solidFill>
              <a:srgbClr val="70AD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inputstate1s12" descr="Editable line; source id inputstate1s12"/>
          <p:cNvCxnSpPr/>
          <p:nvPr/>
        </p:nvCxnSpPr>
        <p:spPr>
          <a:xfrm flipV="1">
            <a:off x="5159220" y="3929488"/>
            <a:ext cx="8867" cy="20304"/>
          </a:xfrm>
          <a:prstGeom prst="line">
            <a:avLst/>
          </a:prstGeom>
          <a:ln w="19728">
            <a:solidFill>
              <a:srgbClr val="70AD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inputstate1s13" descr="Editable line; source id inputstate1s13"/>
          <p:cNvCxnSpPr/>
          <p:nvPr/>
        </p:nvCxnSpPr>
        <p:spPr>
          <a:xfrm flipV="1">
            <a:off x="5168087" y="3910239"/>
            <a:ext cx="7740" cy="19249"/>
          </a:xfrm>
          <a:prstGeom prst="line">
            <a:avLst/>
          </a:prstGeom>
          <a:ln w="19728">
            <a:solidFill>
              <a:srgbClr val="70AD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7" name="inputstate1s14" descr="Editable line; source id inputstate1s14"/>
          <p:cNvCxnSpPr/>
          <p:nvPr/>
        </p:nvCxnSpPr>
        <p:spPr>
          <a:xfrm flipV="1">
            <a:off x="5175827" y="3892464"/>
            <a:ext cx="6758" cy="17775"/>
          </a:xfrm>
          <a:prstGeom prst="line">
            <a:avLst/>
          </a:prstGeom>
          <a:ln w="19728">
            <a:solidFill>
              <a:srgbClr val="70AD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8" name="inputstate1s15" descr="Editable line; source id inputstate1s15"/>
          <p:cNvCxnSpPr/>
          <p:nvPr/>
        </p:nvCxnSpPr>
        <p:spPr>
          <a:xfrm flipV="1">
            <a:off x="5182585" y="3876582"/>
            <a:ext cx="5919" cy="15882"/>
          </a:xfrm>
          <a:prstGeom prst="line">
            <a:avLst/>
          </a:prstGeom>
          <a:ln w="19728">
            <a:solidFill>
              <a:srgbClr val="70AD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9" name="inputstate1head-1" descr="Editable line; source id inputstate1head-1"/>
          <p:cNvCxnSpPr/>
          <p:nvPr/>
        </p:nvCxnSpPr>
        <p:spPr>
          <a:xfrm flipH="1" flipV="1">
            <a:off x="5188504" y="3876582"/>
            <a:ext cx="11387" cy="109694"/>
          </a:xfrm>
          <a:prstGeom prst="line">
            <a:avLst/>
          </a:prstGeom>
          <a:ln w="19728">
            <a:solidFill>
              <a:srgbClr val="70AD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0" name="inputstate1head1" descr="Editable line; source id inputstate1head1"/>
          <p:cNvCxnSpPr/>
          <p:nvPr/>
        </p:nvCxnSpPr>
        <p:spPr>
          <a:xfrm flipV="1">
            <a:off x="5107581" y="3876582"/>
            <a:ext cx="80923" cy="74926"/>
          </a:xfrm>
          <a:prstGeom prst="line">
            <a:avLst/>
          </a:prstGeom>
          <a:ln w="19728">
            <a:solidFill>
              <a:srgbClr val="70AD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1" name="stateoutput1s0" descr="Editable line; source id stateoutput1s0"/>
          <p:cNvCxnSpPr/>
          <p:nvPr/>
        </p:nvCxnSpPr>
        <p:spPr>
          <a:xfrm flipV="1">
            <a:off x="5198368" y="3068428"/>
            <a:ext cx="2986" cy="28892"/>
          </a:xfrm>
          <a:prstGeom prst="line">
            <a:avLst/>
          </a:prstGeom>
          <a:ln w="19728">
            <a:solidFill>
              <a:srgbClr val="4472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ateoutput1s1" descr="Editable line; source id stateoutput1s1"/>
          <p:cNvCxnSpPr/>
          <p:nvPr/>
        </p:nvCxnSpPr>
        <p:spPr>
          <a:xfrm flipV="1">
            <a:off x="5201354" y="3040967"/>
            <a:ext cx="5183" cy="27461"/>
          </a:xfrm>
          <a:prstGeom prst="line">
            <a:avLst/>
          </a:prstGeom>
          <a:ln w="19728">
            <a:solidFill>
              <a:srgbClr val="4472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3" name="stateoutput1s2" descr="Editable line; source id stateoutput1s2"/>
          <p:cNvCxnSpPr/>
          <p:nvPr/>
        </p:nvCxnSpPr>
        <p:spPr>
          <a:xfrm flipV="1">
            <a:off x="5206537" y="3014980"/>
            <a:ext cx="7263" cy="25987"/>
          </a:xfrm>
          <a:prstGeom prst="line">
            <a:avLst/>
          </a:prstGeom>
          <a:ln w="19728">
            <a:solidFill>
              <a:srgbClr val="4472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stateoutput1s3" descr="Editable line; source id stateoutput1s3"/>
          <p:cNvCxnSpPr/>
          <p:nvPr/>
        </p:nvCxnSpPr>
        <p:spPr>
          <a:xfrm flipV="1">
            <a:off x="5213800" y="2990510"/>
            <a:ext cx="9228" cy="24470"/>
          </a:xfrm>
          <a:prstGeom prst="line">
            <a:avLst/>
          </a:prstGeom>
          <a:ln w="19728">
            <a:solidFill>
              <a:srgbClr val="4472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ateoutput1s4" descr="Editable line; source id stateoutput1s4"/>
          <p:cNvCxnSpPr/>
          <p:nvPr/>
        </p:nvCxnSpPr>
        <p:spPr>
          <a:xfrm flipV="1">
            <a:off x="5223028" y="2967601"/>
            <a:ext cx="11078" cy="22909"/>
          </a:xfrm>
          <a:prstGeom prst="line">
            <a:avLst/>
          </a:prstGeom>
          <a:ln w="19728">
            <a:solidFill>
              <a:srgbClr val="4472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stateoutput1s5" descr="Editable line; source id stateoutput1s5"/>
          <p:cNvCxnSpPr/>
          <p:nvPr/>
        </p:nvCxnSpPr>
        <p:spPr>
          <a:xfrm flipV="1">
            <a:off x="5234106" y="2946295"/>
            <a:ext cx="12812" cy="21306"/>
          </a:xfrm>
          <a:prstGeom prst="line">
            <a:avLst/>
          </a:prstGeom>
          <a:ln w="19728">
            <a:solidFill>
              <a:srgbClr val="4472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7" name="stateoutput1s6" descr="Editable line; source id stateoutput1s6"/>
          <p:cNvCxnSpPr/>
          <p:nvPr/>
        </p:nvCxnSpPr>
        <p:spPr>
          <a:xfrm flipV="1">
            <a:off x="5246918" y="2926637"/>
            <a:ext cx="14430" cy="19658"/>
          </a:xfrm>
          <a:prstGeom prst="line">
            <a:avLst/>
          </a:prstGeom>
          <a:ln w="19728">
            <a:solidFill>
              <a:srgbClr val="4472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ateoutput1s7" descr="Editable line; source id stateoutput1s7"/>
          <p:cNvCxnSpPr/>
          <p:nvPr/>
        </p:nvCxnSpPr>
        <p:spPr>
          <a:xfrm flipV="1">
            <a:off x="5261348" y="2908669"/>
            <a:ext cx="15933" cy="17968"/>
          </a:xfrm>
          <a:prstGeom prst="line">
            <a:avLst/>
          </a:prstGeom>
          <a:ln w="19728">
            <a:solidFill>
              <a:srgbClr val="4472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ateoutput1s8" descr="Editable line; source id stateoutput1s8"/>
          <p:cNvCxnSpPr/>
          <p:nvPr/>
        </p:nvCxnSpPr>
        <p:spPr>
          <a:xfrm flipV="1">
            <a:off x="5277281" y="2892436"/>
            <a:ext cx="17320" cy="16233"/>
          </a:xfrm>
          <a:prstGeom prst="line">
            <a:avLst/>
          </a:prstGeom>
          <a:ln w="19728">
            <a:solidFill>
              <a:srgbClr val="4472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0" name="stateoutput1s9" descr="Editable line; source id stateoutput1s9"/>
          <p:cNvCxnSpPr/>
          <p:nvPr/>
        </p:nvCxnSpPr>
        <p:spPr>
          <a:xfrm flipV="1">
            <a:off x="5294601" y="2877979"/>
            <a:ext cx="18591" cy="14457"/>
          </a:xfrm>
          <a:prstGeom prst="line">
            <a:avLst/>
          </a:prstGeom>
          <a:ln w="19728">
            <a:solidFill>
              <a:srgbClr val="4472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stateoutput1s10" descr="Editable line; source id stateoutput1s10"/>
          <p:cNvCxnSpPr/>
          <p:nvPr/>
        </p:nvCxnSpPr>
        <p:spPr>
          <a:xfrm flipV="1">
            <a:off x="5313192" y="2865343"/>
            <a:ext cx="19748" cy="12636"/>
          </a:xfrm>
          <a:prstGeom prst="line">
            <a:avLst/>
          </a:prstGeom>
          <a:ln w="19728">
            <a:solidFill>
              <a:srgbClr val="4472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stateoutput1s11" descr="Editable line; source id stateoutput1s11"/>
          <p:cNvCxnSpPr/>
          <p:nvPr/>
        </p:nvCxnSpPr>
        <p:spPr>
          <a:xfrm flipV="1">
            <a:off x="5332940" y="2854571"/>
            <a:ext cx="20788" cy="10772"/>
          </a:xfrm>
          <a:prstGeom prst="line">
            <a:avLst/>
          </a:prstGeom>
          <a:ln w="19728">
            <a:solidFill>
              <a:srgbClr val="4472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stateoutput1s12" descr="Editable line; source id stateoutput1s12"/>
          <p:cNvCxnSpPr/>
          <p:nvPr/>
        </p:nvCxnSpPr>
        <p:spPr>
          <a:xfrm flipV="1">
            <a:off x="5353728" y="2845706"/>
            <a:ext cx="21712" cy="8865"/>
          </a:xfrm>
          <a:prstGeom prst="line">
            <a:avLst/>
          </a:prstGeom>
          <a:ln w="19728">
            <a:solidFill>
              <a:srgbClr val="4472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stateoutput1s13" descr="Editable line; source id stateoutput1s13"/>
          <p:cNvCxnSpPr/>
          <p:nvPr/>
        </p:nvCxnSpPr>
        <p:spPr>
          <a:xfrm flipV="1">
            <a:off x="5375440" y="2838792"/>
            <a:ext cx="22522" cy="6914"/>
          </a:xfrm>
          <a:prstGeom prst="line">
            <a:avLst/>
          </a:prstGeom>
          <a:ln w="19728">
            <a:solidFill>
              <a:srgbClr val="4472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stateoutput1s14" descr="Editable line; source id stateoutput1s14"/>
          <p:cNvCxnSpPr/>
          <p:nvPr/>
        </p:nvCxnSpPr>
        <p:spPr>
          <a:xfrm flipV="1">
            <a:off x="5397962" y="2833872"/>
            <a:ext cx="23215" cy="4920"/>
          </a:xfrm>
          <a:prstGeom prst="line">
            <a:avLst/>
          </a:prstGeom>
          <a:ln w="19728">
            <a:solidFill>
              <a:srgbClr val="4472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6" name="stateoutput1s15" descr="Editable line; source id stateoutput1s15"/>
          <p:cNvCxnSpPr/>
          <p:nvPr/>
        </p:nvCxnSpPr>
        <p:spPr>
          <a:xfrm flipV="1">
            <a:off x="5421177" y="2830990"/>
            <a:ext cx="23793" cy="2882"/>
          </a:xfrm>
          <a:prstGeom prst="line">
            <a:avLst/>
          </a:prstGeom>
          <a:ln w="19728">
            <a:solidFill>
              <a:srgbClr val="4472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7" name="stateoutput1head-1" descr="Editable line; source id stateoutput1head-1"/>
          <p:cNvCxnSpPr/>
          <p:nvPr/>
        </p:nvCxnSpPr>
        <p:spPr>
          <a:xfrm flipV="1">
            <a:off x="5355737" y="2830990"/>
            <a:ext cx="89233" cy="64806"/>
          </a:xfrm>
          <a:prstGeom prst="line">
            <a:avLst/>
          </a:prstGeom>
          <a:ln w="19728">
            <a:solidFill>
              <a:srgbClr val="4472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8" name="stateoutput1head1" descr="Editable line; source id stateoutput1head1"/>
          <p:cNvCxnSpPr/>
          <p:nvPr/>
        </p:nvCxnSpPr>
        <p:spPr>
          <a:xfrm>
            <a:off x="5339585" y="2798487"/>
            <a:ext cx="105385" cy="32503"/>
          </a:xfrm>
          <a:prstGeom prst="line">
            <a:avLst/>
          </a:prstGeom>
          <a:ln w="19728">
            <a:solidFill>
              <a:srgbClr val="4472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statechain1s0" descr="Editable line; source id statechain1s0"/>
          <p:cNvCxnSpPr/>
          <p:nvPr/>
        </p:nvCxnSpPr>
        <p:spPr>
          <a:xfrm>
            <a:off x="5454834" y="3837126"/>
            <a:ext cx="81261" cy="20696"/>
          </a:xfrm>
          <a:prstGeom prst="line">
            <a:avLst/>
          </a:prstGeom>
          <a:ln w="19728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0" name="statechain1s1" descr="Editable line; source id statechain1s1"/>
          <p:cNvCxnSpPr/>
          <p:nvPr/>
        </p:nvCxnSpPr>
        <p:spPr>
          <a:xfrm>
            <a:off x="5536095" y="3857822"/>
            <a:ext cx="81015" cy="17720"/>
          </a:xfrm>
          <a:prstGeom prst="line">
            <a:avLst/>
          </a:prstGeom>
          <a:ln w="19728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statechain1s2" descr="Editable line; source id statechain1s2"/>
          <p:cNvCxnSpPr/>
          <p:nvPr/>
        </p:nvCxnSpPr>
        <p:spPr>
          <a:xfrm>
            <a:off x="5617110" y="3875542"/>
            <a:ext cx="80755" cy="14772"/>
          </a:xfrm>
          <a:prstGeom prst="line">
            <a:avLst/>
          </a:prstGeom>
          <a:ln w="19728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statechain1s3" descr="Editable line; source id statechain1s3"/>
          <p:cNvCxnSpPr/>
          <p:nvPr/>
        </p:nvCxnSpPr>
        <p:spPr>
          <a:xfrm>
            <a:off x="5697865" y="3890314"/>
            <a:ext cx="80480" cy="11853"/>
          </a:xfrm>
          <a:prstGeom prst="line">
            <a:avLst/>
          </a:prstGeom>
          <a:ln w="19728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3" name="statechain1s4" descr="Editable line; source id statechain1s4"/>
          <p:cNvCxnSpPr/>
          <p:nvPr/>
        </p:nvCxnSpPr>
        <p:spPr>
          <a:xfrm>
            <a:off x="5778345" y="3902167"/>
            <a:ext cx="80192" cy="8963"/>
          </a:xfrm>
          <a:prstGeom prst="line">
            <a:avLst/>
          </a:prstGeom>
          <a:ln w="19728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statechain1s5" descr="Editable line; source id statechain1s5"/>
          <p:cNvCxnSpPr/>
          <p:nvPr/>
        </p:nvCxnSpPr>
        <p:spPr>
          <a:xfrm>
            <a:off x="5858537" y="3911130"/>
            <a:ext cx="79888" cy="6103"/>
          </a:xfrm>
          <a:prstGeom prst="line">
            <a:avLst/>
          </a:prstGeom>
          <a:ln w="19728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5" name="statechain1s6" descr="Editable line; source id statechain1s6"/>
          <p:cNvCxnSpPr/>
          <p:nvPr/>
        </p:nvCxnSpPr>
        <p:spPr>
          <a:xfrm>
            <a:off x="5938425" y="3917233"/>
            <a:ext cx="79570" cy="3270"/>
          </a:xfrm>
          <a:prstGeom prst="line">
            <a:avLst/>
          </a:prstGeom>
          <a:ln w="19728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" name="statechain1s7" descr="Editable line; source id statechain1s7"/>
          <p:cNvCxnSpPr/>
          <p:nvPr/>
        </p:nvCxnSpPr>
        <p:spPr>
          <a:xfrm>
            <a:off x="6017995" y="3920503"/>
            <a:ext cx="79237" cy="467"/>
          </a:xfrm>
          <a:prstGeom prst="line">
            <a:avLst/>
          </a:prstGeom>
          <a:ln w="19728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7" name="statechain1s8" descr="Editable line; source id statechain1s8"/>
          <p:cNvCxnSpPr/>
          <p:nvPr/>
        </p:nvCxnSpPr>
        <p:spPr>
          <a:xfrm flipV="1">
            <a:off x="6097232" y="3918663"/>
            <a:ext cx="78891" cy="2307"/>
          </a:xfrm>
          <a:prstGeom prst="line">
            <a:avLst/>
          </a:prstGeom>
          <a:ln w="19728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atechain1s9" descr="Editable line; source id statechain1s9"/>
          <p:cNvCxnSpPr/>
          <p:nvPr/>
        </p:nvCxnSpPr>
        <p:spPr>
          <a:xfrm flipV="1">
            <a:off x="6176123" y="3913611"/>
            <a:ext cx="78530" cy="5052"/>
          </a:xfrm>
          <a:prstGeom prst="line">
            <a:avLst/>
          </a:prstGeom>
          <a:ln w="19728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atechain1s10" descr="Editable line; source id statechain1s10"/>
          <p:cNvCxnSpPr/>
          <p:nvPr/>
        </p:nvCxnSpPr>
        <p:spPr>
          <a:xfrm flipV="1">
            <a:off x="6254653" y="3905842"/>
            <a:ext cx="78154" cy="7769"/>
          </a:xfrm>
          <a:prstGeom prst="line">
            <a:avLst/>
          </a:prstGeom>
          <a:ln w="19728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statechain1s11" descr="Editable line; source id statechain1s11"/>
          <p:cNvCxnSpPr/>
          <p:nvPr/>
        </p:nvCxnSpPr>
        <p:spPr>
          <a:xfrm flipV="1">
            <a:off x="6332807" y="3895385"/>
            <a:ext cx="77764" cy="10457"/>
          </a:xfrm>
          <a:prstGeom prst="line">
            <a:avLst/>
          </a:prstGeom>
          <a:ln w="19728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1" name="statechain1s12" descr="Editable line; source id statechain1s12"/>
          <p:cNvCxnSpPr/>
          <p:nvPr/>
        </p:nvCxnSpPr>
        <p:spPr>
          <a:xfrm flipV="1">
            <a:off x="6410571" y="3882270"/>
            <a:ext cx="77359" cy="13115"/>
          </a:xfrm>
          <a:prstGeom prst="line">
            <a:avLst/>
          </a:prstGeom>
          <a:ln w="19728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statechain1s13" descr="Editable line; source id statechain1s13"/>
          <p:cNvCxnSpPr/>
          <p:nvPr/>
        </p:nvCxnSpPr>
        <p:spPr>
          <a:xfrm flipV="1">
            <a:off x="6487930" y="3866525"/>
            <a:ext cx="76941" cy="15745"/>
          </a:xfrm>
          <a:prstGeom prst="line">
            <a:avLst/>
          </a:prstGeom>
          <a:ln w="19728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3" name="statechain1s14" descr="Editable line; source id statechain1s14"/>
          <p:cNvCxnSpPr/>
          <p:nvPr/>
        </p:nvCxnSpPr>
        <p:spPr>
          <a:xfrm flipV="1">
            <a:off x="6564871" y="3848179"/>
            <a:ext cx="76506" cy="18346"/>
          </a:xfrm>
          <a:prstGeom prst="line">
            <a:avLst/>
          </a:prstGeom>
          <a:ln w="19728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4" name="statechain1s15" descr="Editable line; source id statechain1s15"/>
          <p:cNvCxnSpPr/>
          <p:nvPr/>
        </p:nvCxnSpPr>
        <p:spPr>
          <a:xfrm flipV="1">
            <a:off x="6641377" y="3827262"/>
            <a:ext cx="76059" cy="20917"/>
          </a:xfrm>
          <a:prstGeom prst="line">
            <a:avLst/>
          </a:prstGeom>
          <a:ln w="19728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atechain1head-1" descr="Editable line; source id statechain1head-1"/>
          <p:cNvCxnSpPr/>
          <p:nvPr/>
        </p:nvCxnSpPr>
        <p:spPr>
          <a:xfrm flipV="1">
            <a:off x="6634201" y="3827262"/>
            <a:ext cx="83235" cy="72348"/>
          </a:xfrm>
          <a:prstGeom prst="line">
            <a:avLst/>
          </a:prstGeom>
          <a:ln w="19728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6" name="statechain1head1" descr="Editable line; source id statechain1head1"/>
          <p:cNvCxnSpPr/>
          <p:nvPr/>
        </p:nvCxnSpPr>
        <p:spPr>
          <a:xfrm>
            <a:off x="6609616" y="3804082"/>
            <a:ext cx="107820" cy="23180"/>
          </a:xfrm>
          <a:prstGeom prst="line">
            <a:avLst/>
          </a:prstGeom>
          <a:ln w="19728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