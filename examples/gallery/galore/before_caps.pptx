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961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GaLore Figure 6; image-only reconstruction. Chart curves describe visual stroke geometry, not recovered numeric data. One exact 158×115 px local raster retains ambiguous 7B blue/brown crossings plus grid fragments. No recovered or invented chart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130title" descr="Editable text; source id 130title"/>
          <p:cNvSpPr txBox="1"/>
          <p:nvPr/>
        </p:nvSpPr>
        <p:spPr>
          <a:xfrm>
            <a:off x="823220" y="5210"/>
            <a:ext cx="517899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LLaMA-130M</a:t>
            </a:r>
          </a:p>
        </p:txBody>
      </p:sp>
      <p:sp>
        <p:nvSpPr>
          <p:cNvPr id="3" name="130xlabel1" descr="Editable text; source id 130xlabel1"/>
          <p:cNvSpPr txBox="1"/>
          <p:nvPr/>
        </p:nvSpPr>
        <p:spPr>
          <a:xfrm>
            <a:off x="2282092" y="4084840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4" name="130xlabel2" descr="Editable text; source id 130xlabel2"/>
          <p:cNvSpPr txBox="1"/>
          <p:nvPr/>
        </p:nvSpPr>
        <p:spPr>
          <a:xfrm>
            <a:off x="3011528" y="4084840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5" name="130xlabel3" descr="Editable text; source id 130xlabel3"/>
          <p:cNvSpPr txBox="1"/>
          <p:nvPr/>
        </p:nvSpPr>
        <p:spPr>
          <a:xfrm>
            <a:off x="3563815" y="4084840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6" name="130ylabel" descr="Editable text; source id 130ylabel"/>
          <p:cNvSpPr txBox="1"/>
          <p:nvPr/>
        </p:nvSpPr>
        <p:spPr>
          <a:xfrm rot="16200000">
            <a:off x="-333456" y="1875692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7" name="130yt0" descr="Editable text; source id 130yt0"/>
          <p:cNvSpPr txBox="1"/>
          <p:nvPr/>
        </p:nvSpPr>
        <p:spPr>
          <a:xfrm>
            <a:off x="281353" y="197989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cxnSp>
        <p:nvCxnSpPr>
          <p:cNvPr id="8" name="130yg0" descr="Editable line; source id 130yg0"/>
          <p:cNvCxnSpPr/>
          <p:nvPr/>
        </p:nvCxnSpPr>
        <p:spPr>
          <a:xfrm>
            <a:off x="823220" y="354297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130ytick0" descr="Editable line; source id 130ytick0"/>
          <p:cNvCxnSpPr/>
          <p:nvPr/>
        </p:nvCxnSpPr>
        <p:spPr>
          <a:xfrm>
            <a:off x="760697" y="354297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30yt1" descr="Editable text; source id 130yt1"/>
          <p:cNvSpPr txBox="1"/>
          <p:nvPr/>
        </p:nvSpPr>
        <p:spPr>
          <a:xfrm>
            <a:off x="281353" y="760697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45</a:t>
            </a:r>
          </a:p>
        </p:txBody>
      </p:sp>
      <p:cxnSp>
        <p:nvCxnSpPr>
          <p:cNvPr id="11" name="130yg1" descr="Editable line; source id 130yg1"/>
          <p:cNvCxnSpPr/>
          <p:nvPr/>
        </p:nvCxnSpPr>
        <p:spPr>
          <a:xfrm>
            <a:off x="823220" y="917005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30ytick1" descr="Editable line; source id 130ytick1"/>
          <p:cNvCxnSpPr/>
          <p:nvPr/>
        </p:nvCxnSpPr>
        <p:spPr>
          <a:xfrm>
            <a:off x="760697" y="91700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30yt2" descr="Editable text; source id 130yt2"/>
          <p:cNvSpPr txBox="1"/>
          <p:nvPr/>
        </p:nvSpPr>
        <p:spPr>
          <a:xfrm>
            <a:off x="281353" y="1323405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cxnSp>
        <p:nvCxnSpPr>
          <p:cNvPr id="14" name="130yg2" descr="Editable line; source id 130yg2"/>
          <p:cNvCxnSpPr/>
          <p:nvPr/>
        </p:nvCxnSpPr>
        <p:spPr>
          <a:xfrm>
            <a:off x="823220" y="1479712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30ytick2" descr="Editable line; source id 130ytick2"/>
          <p:cNvCxnSpPr/>
          <p:nvPr/>
        </p:nvCxnSpPr>
        <p:spPr>
          <a:xfrm>
            <a:off x="760697" y="1479712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30yt3" descr="Editable text; source id 130yt3"/>
          <p:cNvSpPr txBox="1"/>
          <p:nvPr/>
        </p:nvSpPr>
        <p:spPr>
          <a:xfrm>
            <a:off x="281353" y="1886112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cxnSp>
        <p:nvCxnSpPr>
          <p:cNvPr id="17" name="130yg3" descr="Editable line; source id 130yg3"/>
          <p:cNvCxnSpPr/>
          <p:nvPr/>
        </p:nvCxnSpPr>
        <p:spPr>
          <a:xfrm>
            <a:off x="823220" y="2042420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30ytick3" descr="Editable line; source id 130ytick3"/>
          <p:cNvCxnSpPr/>
          <p:nvPr/>
        </p:nvCxnSpPr>
        <p:spPr>
          <a:xfrm>
            <a:off x="760697" y="2042420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30yt4" descr="Editable text; source id 130yt4"/>
          <p:cNvSpPr txBox="1"/>
          <p:nvPr/>
        </p:nvSpPr>
        <p:spPr>
          <a:xfrm>
            <a:off x="281353" y="2448820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cxnSp>
        <p:nvCxnSpPr>
          <p:cNvPr id="20" name="130yg4" descr="Editable line; source id 130yg4"/>
          <p:cNvCxnSpPr/>
          <p:nvPr/>
        </p:nvCxnSpPr>
        <p:spPr>
          <a:xfrm>
            <a:off x="823220" y="2605128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130ytick4" descr="Editable line; source id 130ytick4"/>
          <p:cNvCxnSpPr/>
          <p:nvPr/>
        </p:nvCxnSpPr>
        <p:spPr>
          <a:xfrm>
            <a:off x="760697" y="2605128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30yt5" descr="Editable text; source id 130yt5"/>
          <p:cNvSpPr txBox="1"/>
          <p:nvPr/>
        </p:nvSpPr>
        <p:spPr>
          <a:xfrm>
            <a:off x="281353" y="301152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cxnSp>
        <p:nvCxnSpPr>
          <p:cNvPr id="23" name="130yg5" descr="Editable line; source id 130yg5"/>
          <p:cNvCxnSpPr/>
          <p:nvPr/>
        </p:nvCxnSpPr>
        <p:spPr>
          <a:xfrm>
            <a:off x="823220" y="3167835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130ytick5" descr="Editable line; source id 130ytick5"/>
          <p:cNvCxnSpPr/>
          <p:nvPr/>
        </p:nvCxnSpPr>
        <p:spPr>
          <a:xfrm>
            <a:off x="760697" y="316783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130yt6" descr="Editable text; source id 130yt6"/>
          <p:cNvSpPr txBox="1"/>
          <p:nvPr/>
        </p:nvSpPr>
        <p:spPr>
          <a:xfrm>
            <a:off x="281353" y="3574235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26" name="130yg6" descr="Editable line; source id 130yg6"/>
          <p:cNvCxnSpPr/>
          <p:nvPr/>
        </p:nvCxnSpPr>
        <p:spPr>
          <a:xfrm>
            <a:off x="823220" y="3730543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130ytick6" descr="Editable line; source id 130ytick6"/>
          <p:cNvCxnSpPr/>
          <p:nvPr/>
        </p:nvCxnSpPr>
        <p:spPr>
          <a:xfrm>
            <a:off x="760697" y="3730543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130xt0" descr="Editable text; source id 130xt0"/>
          <p:cNvSpPr txBox="1"/>
          <p:nvPr/>
        </p:nvSpPr>
        <p:spPr>
          <a:xfrm>
            <a:off x="168812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cxnSp>
        <p:nvCxnSpPr>
          <p:cNvPr id="29" name="130xg0" descr="Editable line; source id 130xg0"/>
          <p:cNvCxnSpPr/>
          <p:nvPr/>
        </p:nvCxnSpPr>
        <p:spPr>
          <a:xfrm>
            <a:off x="1938215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130xtick0" descr="Editable line; source id 130xtick0"/>
          <p:cNvCxnSpPr/>
          <p:nvPr/>
        </p:nvCxnSpPr>
        <p:spPr>
          <a:xfrm>
            <a:off x="1938215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130xt1" descr="Editable text; source id 130xt1"/>
          <p:cNvSpPr txBox="1"/>
          <p:nvPr/>
        </p:nvSpPr>
        <p:spPr>
          <a:xfrm>
            <a:off x="2813538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1.0</a:t>
            </a:r>
          </a:p>
        </p:txBody>
      </p:sp>
      <p:cxnSp>
        <p:nvCxnSpPr>
          <p:cNvPr id="32" name="130xg1" descr="Editable line; source id 130xg1"/>
          <p:cNvCxnSpPr/>
          <p:nvPr/>
        </p:nvCxnSpPr>
        <p:spPr>
          <a:xfrm>
            <a:off x="3063630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130xtick1" descr="Editable line; source id 130xtick1"/>
          <p:cNvCxnSpPr/>
          <p:nvPr/>
        </p:nvCxnSpPr>
        <p:spPr>
          <a:xfrm>
            <a:off x="3063630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130xt2" descr="Editable text; source id 130xt2"/>
          <p:cNvSpPr txBox="1"/>
          <p:nvPr/>
        </p:nvSpPr>
        <p:spPr>
          <a:xfrm>
            <a:off x="393895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1.5</a:t>
            </a:r>
          </a:p>
        </p:txBody>
      </p:sp>
      <p:cxnSp>
        <p:nvCxnSpPr>
          <p:cNvPr id="35" name="130xg2" descr="Editable line; source id 130xg2"/>
          <p:cNvCxnSpPr/>
          <p:nvPr/>
        </p:nvCxnSpPr>
        <p:spPr>
          <a:xfrm>
            <a:off x="418904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130xtick2" descr="Editable line; source id 130xtick2"/>
          <p:cNvCxnSpPr/>
          <p:nvPr/>
        </p:nvCxnSpPr>
        <p:spPr>
          <a:xfrm>
            <a:off x="418904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130xt3" descr="Editable text; source id 130xt3"/>
          <p:cNvSpPr txBox="1"/>
          <p:nvPr/>
        </p:nvSpPr>
        <p:spPr>
          <a:xfrm>
            <a:off x="5064369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2.0</a:t>
            </a:r>
          </a:p>
        </p:txBody>
      </p:sp>
      <p:cxnSp>
        <p:nvCxnSpPr>
          <p:cNvPr id="38" name="130xg3" descr="Editable line; source id 130xg3"/>
          <p:cNvCxnSpPr/>
          <p:nvPr/>
        </p:nvCxnSpPr>
        <p:spPr>
          <a:xfrm>
            <a:off x="5314461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130xtick3" descr="Editable line; source id 130xtick3"/>
          <p:cNvCxnSpPr/>
          <p:nvPr/>
        </p:nvCxnSpPr>
        <p:spPr>
          <a:xfrm>
            <a:off x="5314461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130top" descr="Editable line; source id 130top"/>
          <p:cNvCxnSpPr/>
          <p:nvPr/>
        </p:nvCxnSpPr>
        <p:spPr>
          <a:xfrm>
            <a:off x="823220" y="354297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130bottom" descr="Editable line; source id 130bottom"/>
          <p:cNvCxnSpPr/>
          <p:nvPr/>
        </p:nvCxnSpPr>
        <p:spPr>
          <a:xfrm>
            <a:off x="823220" y="3730543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130left" descr="Editable line; source id 130left"/>
          <p:cNvCxnSpPr/>
          <p:nvPr/>
        </p:nvCxnSpPr>
        <p:spPr>
          <a:xfrm>
            <a:off x="823220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130right" descr="Editable line; source id 130right"/>
          <p:cNvCxnSpPr/>
          <p:nvPr/>
        </p:nvCxnSpPr>
        <p:spPr>
          <a:xfrm>
            <a:off x="6002215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130legendbox" descr="Editable shape; source id 130legendbox"/>
          <p:cNvSpPr/>
          <p:nvPr/>
        </p:nvSpPr>
        <p:spPr>
          <a:xfrm>
            <a:off x="4063999" y="479343"/>
            <a:ext cx="1813169" cy="116709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130legendline0" descr="Editable line; source id 130legendline0"/>
          <p:cNvCxnSpPr/>
          <p:nvPr/>
        </p:nvCxnSpPr>
        <p:spPr>
          <a:xfrm>
            <a:off x="4147363" y="677333"/>
            <a:ext cx="562708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130legendtext0" descr="Editable text; source id 130legendtext0"/>
          <p:cNvSpPr txBox="1"/>
          <p:nvPr/>
        </p:nvSpPr>
        <p:spPr>
          <a:xfrm>
            <a:off x="4876799" y="515815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cxnSp>
        <p:nvCxnSpPr>
          <p:cNvPr id="47" name="130legendline1" descr="Editable line; source id 130legendline1"/>
          <p:cNvCxnSpPr/>
          <p:nvPr/>
        </p:nvCxnSpPr>
        <p:spPr>
          <a:xfrm>
            <a:off x="4147363" y="1042051"/>
            <a:ext cx="562708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130legendtext1" descr="Editable text; source id 130legendtext1"/>
          <p:cNvSpPr txBox="1"/>
          <p:nvPr/>
        </p:nvSpPr>
        <p:spPr>
          <a:xfrm>
            <a:off x="4876799" y="880533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cxnSp>
        <p:nvCxnSpPr>
          <p:cNvPr id="49" name="130legendline2" descr="Editable line; source id 130legendline2"/>
          <p:cNvCxnSpPr/>
          <p:nvPr/>
        </p:nvCxnSpPr>
        <p:spPr>
          <a:xfrm>
            <a:off x="4147363" y="1406769"/>
            <a:ext cx="56270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130legendtext2" descr="Editable text; source id 130legendtext2"/>
          <p:cNvSpPr txBox="1"/>
          <p:nvPr/>
        </p:nvSpPr>
        <p:spPr>
          <a:xfrm>
            <a:off x="4876799" y="1245251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GaLore</a:t>
            </a:r>
          </a:p>
        </p:txBody>
      </p:sp>
      <p:sp>
        <p:nvSpPr>
          <p:cNvPr id="51" name="350title" descr="Editable text; source id 350title"/>
          <p:cNvSpPr txBox="1"/>
          <p:nvPr/>
        </p:nvSpPr>
        <p:spPr>
          <a:xfrm>
            <a:off x="6867117" y="5210"/>
            <a:ext cx="5189415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LLaMA-350M</a:t>
            </a:r>
          </a:p>
        </p:txBody>
      </p:sp>
      <p:sp>
        <p:nvSpPr>
          <p:cNvPr id="52" name="350xlabel1" descr="Editable text; source id 350xlabel1"/>
          <p:cNvSpPr txBox="1"/>
          <p:nvPr/>
        </p:nvSpPr>
        <p:spPr>
          <a:xfrm>
            <a:off x="8325989" y="4084840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53" name="350xlabel2" descr="Editable text; source id 350xlabel2"/>
          <p:cNvSpPr txBox="1"/>
          <p:nvPr/>
        </p:nvSpPr>
        <p:spPr>
          <a:xfrm>
            <a:off x="9055425" y="4084840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54" name="350xlabel3" descr="Editable text; source id 350xlabel3"/>
          <p:cNvSpPr txBox="1"/>
          <p:nvPr/>
        </p:nvSpPr>
        <p:spPr>
          <a:xfrm>
            <a:off x="9607712" y="4084840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55" name="350ylabel" descr="Editable text; source id 350ylabel"/>
          <p:cNvSpPr txBox="1"/>
          <p:nvPr/>
        </p:nvSpPr>
        <p:spPr>
          <a:xfrm rot="16200000">
            <a:off x="5710440" y="1875692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56" name="350yt0" descr="Editable text; source id 350yt0"/>
          <p:cNvSpPr txBox="1"/>
          <p:nvPr/>
        </p:nvSpPr>
        <p:spPr>
          <a:xfrm>
            <a:off x="6325251" y="197989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cxnSp>
        <p:nvCxnSpPr>
          <p:cNvPr id="57" name="350yg0" descr="Editable line; source id 350yg0"/>
          <p:cNvCxnSpPr/>
          <p:nvPr/>
        </p:nvCxnSpPr>
        <p:spPr>
          <a:xfrm>
            <a:off x="6867117" y="354297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350ytick0" descr="Editable line; source id 350ytick0"/>
          <p:cNvCxnSpPr/>
          <p:nvPr/>
        </p:nvCxnSpPr>
        <p:spPr>
          <a:xfrm>
            <a:off x="6804594" y="354297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350yt1" descr="Editable text; source id 350yt1"/>
          <p:cNvSpPr txBox="1"/>
          <p:nvPr/>
        </p:nvSpPr>
        <p:spPr>
          <a:xfrm>
            <a:off x="6325251" y="87323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cxnSp>
        <p:nvCxnSpPr>
          <p:cNvPr id="60" name="350yg1" descr="Editable line; source id 350yg1"/>
          <p:cNvCxnSpPr/>
          <p:nvPr/>
        </p:nvCxnSpPr>
        <p:spPr>
          <a:xfrm>
            <a:off x="6867117" y="1029546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350ytick1" descr="Editable line; source id 350ytick1"/>
          <p:cNvCxnSpPr/>
          <p:nvPr/>
        </p:nvCxnSpPr>
        <p:spPr>
          <a:xfrm>
            <a:off x="6804594" y="1029546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350yt2" descr="Editable text; source id 350yt2"/>
          <p:cNvSpPr txBox="1"/>
          <p:nvPr/>
        </p:nvSpPr>
        <p:spPr>
          <a:xfrm>
            <a:off x="6325251" y="154848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cxnSp>
        <p:nvCxnSpPr>
          <p:cNvPr id="63" name="350yg2" descr="Editable line; source id 350yg2"/>
          <p:cNvCxnSpPr/>
          <p:nvPr/>
        </p:nvCxnSpPr>
        <p:spPr>
          <a:xfrm>
            <a:off x="6867117" y="1704795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350ytick2" descr="Editable line; source id 350ytick2"/>
          <p:cNvCxnSpPr/>
          <p:nvPr/>
        </p:nvCxnSpPr>
        <p:spPr>
          <a:xfrm>
            <a:off x="6804594" y="170479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350yt3" descr="Editable text; source id 350yt3"/>
          <p:cNvSpPr txBox="1"/>
          <p:nvPr/>
        </p:nvSpPr>
        <p:spPr>
          <a:xfrm>
            <a:off x="6325251" y="2223737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cxnSp>
        <p:nvCxnSpPr>
          <p:cNvPr id="66" name="350yg3" descr="Editable line; source id 350yg3"/>
          <p:cNvCxnSpPr/>
          <p:nvPr/>
        </p:nvCxnSpPr>
        <p:spPr>
          <a:xfrm>
            <a:off x="6867117" y="2380045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350ytick3" descr="Editable line; source id 350ytick3"/>
          <p:cNvCxnSpPr/>
          <p:nvPr/>
        </p:nvCxnSpPr>
        <p:spPr>
          <a:xfrm>
            <a:off x="6804594" y="238004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350yt4" descr="Editable text; source id 350yt4"/>
          <p:cNvSpPr txBox="1"/>
          <p:nvPr/>
        </p:nvSpPr>
        <p:spPr>
          <a:xfrm>
            <a:off x="6325251" y="2898986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69" name="350yg4" descr="Editable line; source id 350yg4"/>
          <p:cNvCxnSpPr/>
          <p:nvPr/>
        </p:nvCxnSpPr>
        <p:spPr>
          <a:xfrm>
            <a:off x="6867117" y="3055294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350ytick4" descr="Editable line; source id 350ytick4"/>
          <p:cNvCxnSpPr/>
          <p:nvPr/>
        </p:nvCxnSpPr>
        <p:spPr>
          <a:xfrm>
            <a:off x="6804594" y="3055294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350yt5" descr="Editable text; source id 350yt5"/>
          <p:cNvSpPr txBox="1"/>
          <p:nvPr/>
        </p:nvSpPr>
        <p:spPr>
          <a:xfrm>
            <a:off x="6325251" y="3574235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cxnSp>
        <p:nvCxnSpPr>
          <p:cNvPr id="72" name="350yg5" descr="Editable line; source id 350yg5"/>
          <p:cNvCxnSpPr/>
          <p:nvPr/>
        </p:nvCxnSpPr>
        <p:spPr>
          <a:xfrm>
            <a:off x="6867117" y="3730543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50ytick5" descr="Editable line; source id 350ytick5"/>
          <p:cNvCxnSpPr/>
          <p:nvPr/>
        </p:nvCxnSpPr>
        <p:spPr>
          <a:xfrm>
            <a:off x="6804594" y="3730543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350xt0" descr="Editable text; source id 350xt0"/>
          <p:cNvSpPr txBox="1"/>
          <p:nvPr/>
        </p:nvSpPr>
        <p:spPr>
          <a:xfrm>
            <a:off x="677333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75" name="350xg0" descr="Editable line; source id 350xg0"/>
          <p:cNvCxnSpPr/>
          <p:nvPr/>
        </p:nvCxnSpPr>
        <p:spPr>
          <a:xfrm>
            <a:off x="7023425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350xtick0" descr="Editable line; source id 350xtick0"/>
          <p:cNvCxnSpPr/>
          <p:nvPr/>
        </p:nvCxnSpPr>
        <p:spPr>
          <a:xfrm>
            <a:off x="7023425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350xt1" descr="Editable text; source id 350xt1"/>
          <p:cNvSpPr txBox="1"/>
          <p:nvPr/>
        </p:nvSpPr>
        <p:spPr>
          <a:xfrm>
            <a:off x="800295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78" name="350xg1" descr="Editable line; source id 350xg1"/>
          <p:cNvCxnSpPr/>
          <p:nvPr/>
        </p:nvCxnSpPr>
        <p:spPr>
          <a:xfrm>
            <a:off x="8253045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350xtick1" descr="Editable line; source id 350xtick1"/>
          <p:cNvCxnSpPr/>
          <p:nvPr/>
        </p:nvCxnSpPr>
        <p:spPr>
          <a:xfrm>
            <a:off x="8253045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350xt2" descr="Editable text; source id 350xt2"/>
          <p:cNvSpPr txBox="1"/>
          <p:nvPr/>
        </p:nvSpPr>
        <p:spPr>
          <a:xfrm>
            <a:off x="9232574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cxnSp>
        <p:nvCxnSpPr>
          <p:cNvPr id="81" name="350xg2" descr="Editable line; source id 350xg2"/>
          <p:cNvCxnSpPr/>
          <p:nvPr/>
        </p:nvCxnSpPr>
        <p:spPr>
          <a:xfrm>
            <a:off x="948266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350xtick2" descr="Editable line; source id 350xtick2"/>
          <p:cNvCxnSpPr/>
          <p:nvPr/>
        </p:nvCxnSpPr>
        <p:spPr>
          <a:xfrm>
            <a:off x="948266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350xt3" descr="Editable text; source id 350xt3"/>
          <p:cNvSpPr txBox="1"/>
          <p:nvPr/>
        </p:nvSpPr>
        <p:spPr>
          <a:xfrm>
            <a:off x="10462194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cxnSp>
        <p:nvCxnSpPr>
          <p:cNvPr id="84" name="350xg3" descr="Editable line; source id 350xg3"/>
          <p:cNvCxnSpPr/>
          <p:nvPr/>
        </p:nvCxnSpPr>
        <p:spPr>
          <a:xfrm>
            <a:off x="1071228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350xtick3" descr="Editable line; source id 350xtick3"/>
          <p:cNvCxnSpPr/>
          <p:nvPr/>
        </p:nvCxnSpPr>
        <p:spPr>
          <a:xfrm>
            <a:off x="1071228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350xt4" descr="Editable text; source id 350xt4"/>
          <p:cNvSpPr txBox="1"/>
          <p:nvPr/>
        </p:nvSpPr>
        <p:spPr>
          <a:xfrm>
            <a:off x="11681394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87" name="350xg4" descr="Editable line; source id 350xg4"/>
          <p:cNvCxnSpPr/>
          <p:nvPr/>
        </p:nvCxnSpPr>
        <p:spPr>
          <a:xfrm>
            <a:off x="1193148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350xtick4" descr="Editable line; source id 350xtick4"/>
          <p:cNvCxnSpPr/>
          <p:nvPr/>
        </p:nvCxnSpPr>
        <p:spPr>
          <a:xfrm>
            <a:off x="1193148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350top" descr="Editable line; source id 350top"/>
          <p:cNvCxnSpPr/>
          <p:nvPr/>
        </p:nvCxnSpPr>
        <p:spPr>
          <a:xfrm>
            <a:off x="6867117" y="354297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350bottom" descr="Editable line; source id 350bottom"/>
          <p:cNvCxnSpPr/>
          <p:nvPr/>
        </p:nvCxnSpPr>
        <p:spPr>
          <a:xfrm>
            <a:off x="6867117" y="3730543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350left" descr="Editable line; source id 350left"/>
          <p:cNvCxnSpPr/>
          <p:nvPr/>
        </p:nvCxnSpPr>
        <p:spPr>
          <a:xfrm>
            <a:off x="6867117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350right" descr="Editable line; source id 350right"/>
          <p:cNvCxnSpPr/>
          <p:nvPr/>
        </p:nvCxnSpPr>
        <p:spPr>
          <a:xfrm>
            <a:off x="12056533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350legendbox" descr="Editable shape; source id 350legendbox"/>
          <p:cNvSpPr/>
          <p:nvPr/>
        </p:nvSpPr>
        <p:spPr>
          <a:xfrm>
            <a:off x="10107897" y="479343"/>
            <a:ext cx="1813169" cy="116709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350legendline0" descr="Editable line; source id 350legendline0"/>
          <p:cNvCxnSpPr/>
          <p:nvPr/>
        </p:nvCxnSpPr>
        <p:spPr>
          <a:xfrm>
            <a:off x="10191261" y="677333"/>
            <a:ext cx="562707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350legendtext0" descr="Editable text; source id 350legendtext0"/>
          <p:cNvSpPr txBox="1"/>
          <p:nvPr/>
        </p:nvSpPr>
        <p:spPr>
          <a:xfrm>
            <a:off x="10920697" y="515815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cxnSp>
        <p:nvCxnSpPr>
          <p:cNvPr id="96" name="350legendline1" descr="Editable line; source id 350legendline1"/>
          <p:cNvCxnSpPr/>
          <p:nvPr/>
        </p:nvCxnSpPr>
        <p:spPr>
          <a:xfrm>
            <a:off x="10191261" y="1042051"/>
            <a:ext cx="562707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350legendtext1" descr="Editable text; source id 350legendtext1"/>
          <p:cNvSpPr txBox="1"/>
          <p:nvPr/>
        </p:nvSpPr>
        <p:spPr>
          <a:xfrm>
            <a:off x="10920697" y="880533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cxnSp>
        <p:nvCxnSpPr>
          <p:cNvPr id="98" name="350legendline2" descr="Editable line; source id 350legendline2"/>
          <p:cNvCxnSpPr/>
          <p:nvPr/>
        </p:nvCxnSpPr>
        <p:spPr>
          <a:xfrm>
            <a:off x="10191261" y="1406769"/>
            <a:ext cx="562707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350legendtext2" descr="Editable text; source id 350legendtext2"/>
          <p:cNvSpPr txBox="1"/>
          <p:nvPr/>
        </p:nvSpPr>
        <p:spPr>
          <a:xfrm>
            <a:off x="10920697" y="1245251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GaLore</a:t>
            </a:r>
          </a:p>
        </p:txBody>
      </p:sp>
      <p:sp>
        <p:nvSpPr>
          <p:cNvPr id="100" name="1btitle" descr="Editable text; source id 1btitle"/>
          <p:cNvSpPr txBox="1"/>
          <p:nvPr/>
        </p:nvSpPr>
        <p:spPr>
          <a:xfrm>
            <a:off x="823220" y="4517292"/>
            <a:ext cx="517899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LLaMA-1B</a:t>
            </a:r>
          </a:p>
        </p:txBody>
      </p:sp>
      <p:sp>
        <p:nvSpPr>
          <p:cNvPr id="101" name="1bxlabel1" descr="Editable text; source id 1bxlabel1"/>
          <p:cNvSpPr txBox="1"/>
          <p:nvPr/>
        </p:nvSpPr>
        <p:spPr>
          <a:xfrm>
            <a:off x="2282092" y="8607343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102" name="1bxlabel2" descr="Editable text; source id 1bxlabel2"/>
          <p:cNvSpPr txBox="1"/>
          <p:nvPr/>
        </p:nvSpPr>
        <p:spPr>
          <a:xfrm>
            <a:off x="3011528" y="8607343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103" name="1bxlabel3" descr="Editable text; source id 1bxlabel3"/>
          <p:cNvSpPr txBox="1"/>
          <p:nvPr/>
        </p:nvSpPr>
        <p:spPr>
          <a:xfrm>
            <a:off x="3563815" y="8607343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104" name="1bylabel" descr="Editable text; source id 1bylabel"/>
          <p:cNvSpPr txBox="1"/>
          <p:nvPr/>
        </p:nvSpPr>
        <p:spPr>
          <a:xfrm rot="16200000">
            <a:off x="-333456" y="6398194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105" name="1byt0" descr="Editable text; source id 1byt0"/>
          <p:cNvSpPr txBox="1"/>
          <p:nvPr/>
        </p:nvSpPr>
        <p:spPr>
          <a:xfrm>
            <a:off x="281353" y="4720492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cxnSp>
        <p:nvCxnSpPr>
          <p:cNvPr id="106" name="1byg0" descr="Editable line; source id 1byg0"/>
          <p:cNvCxnSpPr/>
          <p:nvPr/>
        </p:nvCxnSpPr>
        <p:spPr>
          <a:xfrm>
            <a:off x="823220" y="4876799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1bytick0" descr="Editable line; source id 1bytick0"/>
          <p:cNvCxnSpPr/>
          <p:nvPr/>
        </p:nvCxnSpPr>
        <p:spPr>
          <a:xfrm>
            <a:off x="760697" y="4876799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1byt1" descr="Editable text; source id 1byt1"/>
          <p:cNvSpPr txBox="1"/>
          <p:nvPr/>
        </p:nvSpPr>
        <p:spPr>
          <a:xfrm>
            <a:off x="281353" y="5713567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cxnSp>
        <p:nvCxnSpPr>
          <p:cNvPr id="109" name="1byg1" descr="Editable line; source id 1byg1"/>
          <p:cNvCxnSpPr/>
          <p:nvPr/>
        </p:nvCxnSpPr>
        <p:spPr>
          <a:xfrm>
            <a:off x="823220" y="5869874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bytick1" descr="Editable line; source id 1bytick1"/>
          <p:cNvCxnSpPr/>
          <p:nvPr/>
        </p:nvCxnSpPr>
        <p:spPr>
          <a:xfrm>
            <a:off x="760697" y="5869874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1byt2" descr="Editable text; source id 1byt2"/>
          <p:cNvSpPr txBox="1"/>
          <p:nvPr/>
        </p:nvSpPr>
        <p:spPr>
          <a:xfrm>
            <a:off x="281353" y="6707683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112" name="1byg2" descr="Editable line; source id 1byg2"/>
          <p:cNvCxnSpPr/>
          <p:nvPr/>
        </p:nvCxnSpPr>
        <p:spPr>
          <a:xfrm>
            <a:off x="823220" y="6863991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bytick2" descr="Editable line; source id 1bytick2"/>
          <p:cNvCxnSpPr/>
          <p:nvPr/>
        </p:nvCxnSpPr>
        <p:spPr>
          <a:xfrm>
            <a:off x="760697" y="6863991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1byt3" descr="Editable text; source id 1byt3"/>
          <p:cNvSpPr txBox="1"/>
          <p:nvPr/>
        </p:nvSpPr>
        <p:spPr>
          <a:xfrm>
            <a:off x="281353" y="770075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cxnSp>
        <p:nvCxnSpPr>
          <p:cNvPr id="115" name="1byg3" descr="Editable line; source id 1byg3"/>
          <p:cNvCxnSpPr/>
          <p:nvPr/>
        </p:nvCxnSpPr>
        <p:spPr>
          <a:xfrm>
            <a:off x="823220" y="7857066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1bytick3" descr="Editable line; source id 1bytick3"/>
          <p:cNvCxnSpPr/>
          <p:nvPr/>
        </p:nvCxnSpPr>
        <p:spPr>
          <a:xfrm>
            <a:off x="760697" y="7857066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1bxt0" descr="Editable text; source id 1bxt0"/>
          <p:cNvSpPr txBox="1"/>
          <p:nvPr/>
        </p:nvSpPr>
        <p:spPr>
          <a:xfrm>
            <a:off x="760697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cxnSp>
        <p:nvCxnSpPr>
          <p:cNvPr id="118" name="1bxg0" descr="Editable line; source id 1bxg0"/>
          <p:cNvCxnSpPr/>
          <p:nvPr/>
        </p:nvCxnSpPr>
        <p:spPr>
          <a:xfrm>
            <a:off x="1010789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1bxtick0" descr="Editable line; source id 1bxtick0"/>
          <p:cNvCxnSpPr/>
          <p:nvPr/>
        </p:nvCxnSpPr>
        <p:spPr>
          <a:xfrm>
            <a:off x="1010789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1bxt1" descr="Editable text; source id 1bxt1"/>
          <p:cNvSpPr txBox="1"/>
          <p:nvPr/>
        </p:nvSpPr>
        <p:spPr>
          <a:xfrm>
            <a:off x="1674576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</a:t>
            </a:r>
          </a:p>
        </p:txBody>
      </p:sp>
      <p:cxnSp>
        <p:nvCxnSpPr>
          <p:cNvPr id="121" name="1bxg1" descr="Editable line; source id 1bxg1"/>
          <p:cNvCxnSpPr/>
          <p:nvPr/>
        </p:nvCxnSpPr>
        <p:spPr>
          <a:xfrm>
            <a:off x="1924668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bxtick1" descr="Editable line; source id 1bxtick1"/>
          <p:cNvCxnSpPr/>
          <p:nvPr/>
        </p:nvCxnSpPr>
        <p:spPr>
          <a:xfrm>
            <a:off x="1924668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1bxt2" descr="Editable text; source id 1bxt2"/>
          <p:cNvSpPr txBox="1"/>
          <p:nvPr/>
        </p:nvSpPr>
        <p:spPr>
          <a:xfrm>
            <a:off x="2588455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5.0</a:t>
            </a:r>
          </a:p>
        </p:txBody>
      </p:sp>
      <p:cxnSp>
        <p:nvCxnSpPr>
          <p:cNvPr id="124" name="1bxg2" descr="Editable line; source id 1bxg2"/>
          <p:cNvCxnSpPr/>
          <p:nvPr/>
        </p:nvCxnSpPr>
        <p:spPr>
          <a:xfrm>
            <a:off x="2838547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1bxtick2" descr="Editable line; source id 1bxtick2"/>
          <p:cNvCxnSpPr/>
          <p:nvPr/>
        </p:nvCxnSpPr>
        <p:spPr>
          <a:xfrm>
            <a:off x="2838547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bxt3" descr="Editable text; source id 1bxt3"/>
          <p:cNvSpPr txBox="1"/>
          <p:nvPr/>
        </p:nvSpPr>
        <p:spPr>
          <a:xfrm>
            <a:off x="3502334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7.5</a:t>
            </a:r>
          </a:p>
        </p:txBody>
      </p:sp>
      <p:cxnSp>
        <p:nvCxnSpPr>
          <p:cNvPr id="127" name="1bxg3" descr="Editable line; source id 1bxg3"/>
          <p:cNvCxnSpPr/>
          <p:nvPr/>
        </p:nvCxnSpPr>
        <p:spPr>
          <a:xfrm>
            <a:off x="3752426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1bxtick3" descr="Editable line; source id 1bxtick3"/>
          <p:cNvCxnSpPr/>
          <p:nvPr/>
        </p:nvCxnSpPr>
        <p:spPr>
          <a:xfrm>
            <a:off x="3752426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1bxt4" descr="Editable text; source id 1bxt4"/>
          <p:cNvSpPr txBox="1"/>
          <p:nvPr/>
        </p:nvSpPr>
        <p:spPr>
          <a:xfrm>
            <a:off x="4416213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10.0</a:t>
            </a:r>
          </a:p>
        </p:txBody>
      </p:sp>
      <p:cxnSp>
        <p:nvCxnSpPr>
          <p:cNvPr id="130" name="1bxg4" descr="Editable line; source id 1bxg4"/>
          <p:cNvCxnSpPr/>
          <p:nvPr/>
        </p:nvCxnSpPr>
        <p:spPr>
          <a:xfrm>
            <a:off x="4666305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1bxtick4" descr="Editable line; source id 1bxtick4"/>
          <p:cNvCxnSpPr/>
          <p:nvPr/>
        </p:nvCxnSpPr>
        <p:spPr>
          <a:xfrm>
            <a:off x="4666305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1bxt5" descr="Editable text; source id 1bxt5"/>
          <p:cNvSpPr txBox="1"/>
          <p:nvPr/>
        </p:nvSpPr>
        <p:spPr>
          <a:xfrm>
            <a:off x="5330092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12.5</a:t>
            </a:r>
          </a:p>
        </p:txBody>
      </p:sp>
      <p:cxnSp>
        <p:nvCxnSpPr>
          <p:cNvPr id="133" name="1bxg5" descr="Editable line; source id 1bxg5"/>
          <p:cNvCxnSpPr/>
          <p:nvPr/>
        </p:nvCxnSpPr>
        <p:spPr>
          <a:xfrm>
            <a:off x="5580184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bxtick5" descr="Editable line; source id 1bxtick5"/>
          <p:cNvCxnSpPr/>
          <p:nvPr/>
        </p:nvCxnSpPr>
        <p:spPr>
          <a:xfrm>
            <a:off x="5580184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1btop" descr="Editable line; source id 1btop"/>
          <p:cNvCxnSpPr/>
          <p:nvPr/>
        </p:nvCxnSpPr>
        <p:spPr>
          <a:xfrm>
            <a:off x="823220" y="4876799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1bbottom" descr="Editable line; source id 1bbottom"/>
          <p:cNvCxnSpPr/>
          <p:nvPr/>
        </p:nvCxnSpPr>
        <p:spPr>
          <a:xfrm>
            <a:off x="823220" y="8253045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1bleft" descr="Editable line; source id 1bleft"/>
          <p:cNvCxnSpPr/>
          <p:nvPr/>
        </p:nvCxnSpPr>
        <p:spPr>
          <a:xfrm>
            <a:off x="823220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1bright" descr="Editable line; source id 1bright"/>
          <p:cNvCxnSpPr/>
          <p:nvPr/>
        </p:nvCxnSpPr>
        <p:spPr>
          <a:xfrm>
            <a:off x="6002215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1blegendbox" descr="Editable shape; source id 1blegendbox"/>
          <p:cNvSpPr/>
          <p:nvPr/>
        </p:nvSpPr>
        <p:spPr>
          <a:xfrm>
            <a:off x="4063999" y="5001846"/>
            <a:ext cx="1813169" cy="116709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1blegendline0" descr="Editable line; source id 1blegendline0"/>
          <p:cNvCxnSpPr/>
          <p:nvPr/>
        </p:nvCxnSpPr>
        <p:spPr>
          <a:xfrm>
            <a:off x="4147363" y="5199835"/>
            <a:ext cx="562708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1blegendtext0" descr="Editable text; source id 1blegendtext0"/>
          <p:cNvSpPr txBox="1"/>
          <p:nvPr/>
        </p:nvSpPr>
        <p:spPr>
          <a:xfrm>
            <a:off x="4876799" y="5038317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cxnSp>
        <p:nvCxnSpPr>
          <p:cNvPr id="142" name="1blegendline1" descr="Editable line; source id 1blegendline1"/>
          <p:cNvCxnSpPr/>
          <p:nvPr/>
        </p:nvCxnSpPr>
        <p:spPr>
          <a:xfrm>
            <a:off x="4147363" y="5564553"/>
            <a:ext cx="562708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1blegendtext1" descr="Editable text; source id 1blegendtext1"/>
          <p:cNvSpPr txBox="1"/>
          <p:nvPr/>
        </p:nvSpPr>
        <p:spPr>
          <a:xfrm>
            <a:off x="4876799" y="5403035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cxnSp>
        <p:nvCxnSpPr>
          <p:cNvPr id="144" name="1blegendline2" descr="Editable line; source id 1blegendline2"/>
          <p:cNvCxnSpPr/>
          <p:nvPr/>
        </p:nvCxnSpPr>
        <p:spPr>
          <a:xfrm>
            <a:off x="4147363" y="5929271"/>
            <a:ext cx="56270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1blegendtext2" descr="Editable text; source id 1blegendtext2"/>
          <p:cNvSpPr txBox="1"/>
          <p:nvPr/>
        </p:nvSpPr>
        <p:spPr>
          <a:xfrm>
            <a:off x="4876799" y="5767753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GaLore</a:t>
            </a:r>
          </a:p>
        </p:txBody>
      </p:sp>
      <p:sp>
        <p:nvSpPr>
          <p:cNvPr id="146" name="7btitle" descr="Editable text; source id 7btitle"/>
          <p:cNvSpPr txBox="1"/>
          <p:nvPr/>
        </p:nvSpPr>
        <p:spPr>
          <a:xfrm>
            <a:off x="6867117" y="4517292"/>
            <a:ext cx="5189415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LLaMA-7B</a:t>
            </a:r>
          </a:p>
        </p:txBody>
      </p:sp>
      <p:sp>
        <p:nvSpPr>
          <p:cNvPr id="147" name="7bxlabel1" descr="Editable text; source id 7bxlabel1"/>
          <p:cNvSpPr txBox="1"/>
          <p:nvPr/>
        </p:nvSpPr>
        <p:spPr>
          <a:xfrm>
            <a:off x="8325989" y="8607343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148" name="7bxlabel2" descr="Editable text; source id 7bxlabel2"/>
          <p:cNvSpPr txBox="1"/>
          <p:nvPr/>
        </p:nvSpPr>
        <p:spPr>
          <a:xfrm>
            <a:off x="9055425" y="8607343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149" name="7bxlabel3" descr="Editable text; source id 7bxlabel3"/>
          <p:cNvSpPr txBox="1"/>
          <p:nvPr/>
        </p:nvSpPr>
        <p:spPr>
          <a:xfrm>
            <a:off x="9607712" y="8607343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150" name="7bylabel" descr="Editable text; source id 7bylabel"/>
          <p:cNvSpPr txBox="1"/>
          <p:nvPr/>
        </p:nvSpPr>
        <p:spPr>
          <a:xfrm rot="16200000">
            <a:off x="5710440" y="6398194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151" name="7byt0" descr="Editable text; source id 7byt0"/>
          <p:cNvSpPr txBox="1"/>
          <p:nvPr/>
        </p:nvSpPr>
        <p:spPr>
          <a:xfrm>
            <a:off x="6325251" y="5001846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cxnSp>
        <p:nvCxnSpPr>
          <p:cNvPr id="152" name="7byg0" descr="Editable line; source id 7byg0"/>
          <p:cNvCxnSpPr/>
          <p:nvPr/>
        </p:nvCxnSpPr>
        <p:spPr>
          <a:xfrm>
            <a:off x="6867117" y="5158153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7bytick0" descr="Editable line; source id 7bytick0"/>
          <p:cNvCxnSpPr/>
          <p:nvPr/>
        </p:nvCxnSpPr>
        <p:spPr>
          <a:xfrm>
            <a:off x="6804594" y="5158153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7byt1" descr="Editable text; source id 7byt1"/>
          <p:cNvSpPr txBox="1"/>
          <p:nvPr/>
        </p:nvSpPr>
        <p:spPr>
          <a:xfrm>
            <a:off x="6325251" y="5564553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cxnSp>
        <p:nvCxnSpPr>
          <p:cNvPr id="155" name="7byg1" descr="Editable line; source id 7byg1"/>
          <p:cNvCxnSpPr/>
          <p:nvPr/>
        </p:nvCxnSpPr>
        <p:spPr>
          <a:xfrm>
            <a:off x="6867117" y="5720861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7bytick1" descr="Editable line; source id 7bytick1"/>
          <p:cNvCxnSpPr/>
          <p:nvPr/>
        </p:nvCxnSpPr>
        <p:spPr>
          <a:xfrm>
            <a:off x="6804594" y="5720861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7byt2" descr="Editable text; source id 7byt2"/>
          <p:cNvSpPr txBox="1"/>
          <p:nvPr/>
        </p:nvSpPr>
        <p:spPr>
          <a:xfrm>
            <a:off x="6325251" y="6127261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158" name="7byg2" descr="Editable line; source id 7byg2"/>
          <p:cNvCxnSpPr/>
          <p:nvPr/>
        </p:nvCxnSpPr>
        <p:spPr>
          <a:xfrm>
            <a:off x="6867117" y="6283569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7bytick2" descr="Editable line; source id 7bytick2"/>
          <p:cNvCxnSpPr/>
          <p:nvPr/>
        </p:nvCxnSpPr>
        <p:spPr>
          <a:xfrm>
            <a:off x="6804594" y="6283569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7byt3" descr="Editable text; source id 7byt3"/>
          <p:cNvSpPr txBox="1"/>
          <p:nvPr/>
        </p:nvSpPr>
        <p:spPr>
          <a:xfrm>
            <a:off x="6325251" y="6689969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cxnSp>
        <p:nvCxnSpPr>
          <p:cNvPr id="161" name="7byg3outside0" descr="Editable line; source id 7byg3outside0"/>
          <p:cNvCxnSpPr/>
          <p:nvPr/>
        </p:nvCxnSpPr>
        <p:spPr>
          <a:xfrm>
            <a:off x="6867117" y="6846276"/>
            <a:ext cx="110457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7byg3outside1" descr="Editable line; source id 7byg3outside1"/>
          <p:cNvCxnSpPr/>
          <p:nvPr/>
        </p:nvCxnSpPr>
        <p:spPr>
          <a:xfrm>
            <a:off x="9618133" y="6846276"/>
            <a:ext cx="2438400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7bytick3" descr="Editable line; source id 7bytick3"/>
          <p:cNvCxnSpPr/>
          <p:nvPr/>
        </p:nvCxnSpPr>
        <p:spPr>
          <a:xfrm>
            <a:off x="6804594" y="6846276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7byt4" descr="Editable text; source id 7byt4"/>
          <p:cNvSpPr txBox="1"/>
          <p:nvPr/>
        </p:nvSpPr>
        <p:spPr>
          <a:xfrm>
            <a:off x="6325251" y="7252676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cxnSp>
        <p:nvCxnSpPr>
          <p:cNvPr id="165" name="7byg4outside0" descr="Editable line; source id 7byg4outside0"/>
          <p:cNvCxnSpPr/>
          <p:nvPr/>
        </p:nvCxnSpPr>
        <p:spPr>
          <a:xfrm>
            <a:off x="6867117" y="7408984"/>
            <a:ext cx="110457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7byg4outside1" descr="Editable line; source id 7byg4outside1"/>
          <p:cNvCxnSpPr/>
          <p:nvPr/>
        </p:nvCxnSpPr>
        <p:spPr>
          <a:xfrm>
            <a:off x="9618133" y="7408984"/>
            <a:ext cx="2438400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7bytick4" descr="Editable line; source id 7bytick4"/>
          <p:cNvCxnSpPr/>
          <p:nvPr/>
        </p:nvCxnSpPr>
        <p:spPr>
          <a:xfrm>
            <a:off x="6804594" y="7408984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7byt5" descr="Editable text; source id 7byt5"/>
          <p:cNvSpPr txBox="1"/>
          <p:nvPr/>
        </p:nvSpPr>
        <p:spPr>
          <a:xfrm>
            <a:off x="6325251" y="7815384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cxnSp>
        <p:nvCxnSpPr>
          <p:cNvPr id="169" name="7byg5" descr="Editable line; source id 7byg5"/>
          <p:cNvCxnSpPr/>
          <p:nvPr/>
        </p:nvCxnSpPr>
        <p:spPr>
          <a:xfrm>
            <a:off x="6867117" y="7971692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7bytick5" descr="Editable line; source id 7bytick5"/>
          <p:cNvCxnSpPr/>
          <p:nvPr/>
        </p:nvCxnSpPr>
        <p:spPr>
          <a:xfrm>
            <a:off x="6804594" y="7971692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7bxt0" descr="Editable text; source id 7bxt0"/>
          <p:cNvSpPr txBox="1"/>
          <p:nvPr/>
        </p:nvSpPr>
        <p:spPr>
          <a:xfrm>
            <a:off x="6825435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172" name="7bxg0" descr="Editable line; source id 7bxg0"/>
          <p:cNvCxnSpPr/>
          <p:nvPr/>
        </p:nvCxnSpPr>
        <p:spPr>
          <a:xfrm>
            <a:off x="7075528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7bxtick0" descr="Editable line; source id 7bxtick0"/>
          <p:cNvCxnSpPr/>
          <p:nvPr/>
        </p:nvCxnSpPr>
        <p:spPr>
          <a:xfrm>
            <a:off x="7075528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7bxt1" descr="Editable text; source id 7bxt1"/>
          <p:cNvSpPr txBox="1"/>
          <p:nvPr/>
        </p:nvSpPr>
        <p:spPr>
          <a:xfrm>
            <a:off x="8038383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175" name="7bxg1outside0" descr="Editable line; source id 7bxg1outside0"/>
          <p:cNvCxnSpPr/>
          <p:nvPr/>
        </p:nvCxnSpPr>
        <p:spPr>
          <a:xfrm>
            <a:off x="8288475" y="4876799"/>
            <a:ext cx="0" cy="1448452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7bxg1outside1" descr="Editable line; source id 7bxg1outside1"/>
          <p:cNvCxnSpPr/>
          <p:nvPr/>
        </p:nvCxnSpPr>
        <p:spPr>
          <a:xfrm>
            <a:off x="8288475" y="7523610"/>
            <a:ext cx="0" cy="729435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7bxtick1" descr="Editable line; source id 7bxtick1"/>
          <p:cNvCxnSpPr/>
          <p:nvPr/>
        </p:nvCxnSpPr>
        <p:spPr>
          <a:xfrm>
            <a:off x="8288475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7bxt2" descr="Editable text; source id 7bxt2"/>
          <p:cNvSpPr txBox="1"/>
          <p:nvPr/>
        </p:nvSpPr>
        <p:spPr>
          <a:xfrm>
            <a:off x="9251331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cxnSp>
        <p:nvCxnSpPr>
          <p:cNvPr id="179" name="7bxg2outside0" descr="Editable line; source id 7bxg2outside0"/>
          <p:cNvCxnSpPr/>
          <p:nvPr/>
        </p:nvCxnSpPr>
        <p:spPr>
          <a:xfrm>
            <a:off x="9501423" y="4876799"/>
            <a:ext cx="0" cy="1448452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7bxg2outside1" descr="Editable line; source id 7bxg2outside1"/>
          <p:cNvCxnSpPr/>
          <p:nvPr/>
        </p:nvCxnSpPr>
        <p:spPr>
          <a:xfrm>
            <a:off x="9501423" y="7523610"/>
            <a:ext cx="0" cy="729435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7bxtick2" descr="Editable line; source id 7bxtick2"/>
          <p:cNvCxnSpPr/>
          <p:nvPr/>
        </p:nvCxnSpPr>
        <p:spPr>
          <a:xfrm>
            <a:off x="9501423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7bxt3" descr="Editable text; source id 7bxt3"/>
          <p:cNvSpPr txBox="1"/>
          <p:nvPr/>
        </p:nvSpPr>
        <p:spPr>
          <a:xfrm>
            <a:off x="10464278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cxnSp>
        <p:nvCxnSpPr>
          <p:cNvPr id="183" name="7bxg3" descr="Editable line; source id 7bxg3"/>
          <p:cNvCxnSpPr/>
          <p:nvPr/>
        </p:nvCxnSpPr>
        <p:spPr>
          <a:xfrm>
            <a:off x="10714371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7bxtick3" descr="Editable line; source id 7bxtick3"/>
          <p:cNvCxnSpPr/>
          <p:nvPr/>
        </p:nvCxnSpPr>
        <p:spPr>
          <a:xfrm>
            <a:off x="10714371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7bxt4" descr="Editable text; source id 7bxt4"/>
          <p:cNvSpPr txBox="1"/>
          <p:nvPr/>
        </p:nvSpPr>
        <p:spPr>
          <a:xfrm>
            <a:off x="11677226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186" name="7bxg4" descr="Editable line; source id 7bxg4"/>
          <p:cNvCxnSpPr/>
          <p:nvPr/>
        </p:nvCxnSpPr>
        <p:spPr>
          <a:xfrm>
            <a:off x="11927318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7bxtick4" descr="Editable line; source id 7bxtick4"/>
          <p:cNvCxnSpPr/>
          <p:nvPr/>
        </p:nvCxnSpPr>
        <p:spPr>
          <a:xfrm>
            <a:off x="11927318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7btop" descr="Editable line; source id 7btop"/>
          <p:cNvCxnSpPr/>
          <p:nvPr/>
        </p:nvCxnSpPr>
        <p:spPr>
          <a:xfrm>
            <a:off x="6867117" y="4876799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7bbottom" descr="Editable line; source id 7bbottom"/>
          <p:cNvCxnSpPr/>
          <p:nvPr/>
        </p:nvCxnSpPr>
        <p:spPr>
          <a:xfrm>
            <a:off x="6867117" y="8253045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7bleft" descr="Editable line; source id 7bleft"/>
          <p:cNvCxnSpPr/>
          <p:nvPr/>
        </p:nvCxnSpPr>
        <p:spPr>
          <a:xfrm>
            <a:off x="6867117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7bright" descr="Editable line; source id 7bright"/>
          <p:cNvCxnSpPr/>
          <p:nvPr/>
        </p:nvCxnSpPr>
        <p:spPr>
          <a:xfrm>
            <a:off x="12056533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7blegendbox" descr="Editable shape; source id 7blegendbox"/>
          <p:cNvSpPr/>
          <p:nvPr/>
        </p:nvSpPr>
        <p:spPr>
          <a:xfrm>
            <a:off x="9586871" y="5001846"/>
            <a:ext cx="2334194" cy="802379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7blegendline0" descr="Editable line; source id 7blegendline0"/>
          <p:cNvCxnSpPr/>
          <p:nvPr/>
        </p:nvCxnSpPr>
        <p:spPr>
          <a:xfrm>
            <a:off x="9670235" y="5199835"/>
            <a:ext cx="562708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7blegendtext0" descr="Editable text; source id 7blegendtext0"/>
          <p:cNvSpPr txBox="1"/>
          <p:nvPr/>
        </p:nvSpPr>
        <p:spPr>
          <a:xfrm>
            <a:off x="10399671" y="5038317"/>
            <a:ext cx="1479712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8-bit AdamW</a:t>
            </a:r>
          </a:p>
        </p:txBody>
      </p:sp>
      <p:cxnSp>
        <p:nvCxnSpPr>
          <p:cNvPr id="195" name="7blegendline1" descr="Editable line; source id 7blegendline1"/>
          <p:cNvCxnSpPr/>
          <p:nvPr/>
        </p:nvCxnSpPr>
        <p:spPr>
          <a:xfrm>
            <a:off x="9670235" y="5564553"/>
            <a:ext cx="56270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7blegendtext1" descr="Editable text; source id 7blegendtext1"/>
          <p:cNvSpPr txBox="1"/>
          <p:nvPr/>
        </p:nvSpPr>
        <p:spPr>
          <a:xfrm>
            <a:off x="10399671" y="5403035"/>
            <a:ext cx="1479712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8-bit GaLore</a:t>
            </a:r>
          </a:p>
        </p:txBody>
      </p:sp>
      <p:cxnSp>
        <p:nvCxnSpPr>
          <p:cNvPr id="197" name="c130bluep0g0_0" descr="Editable line; source id c130bluep0g0_0"/>
          <p:cNvCxnSpPr/>
          <p:nvPr/>
        </p:nvCxnSpPr>
        <p:spPr>
          <a:xfrm>
            <a:off x="1302564" y="369928"/>
            <a:ext cx="6512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130bluep0g0_1" descr="Editable line; source id c130bluep0g0_1"/>
          <p:cNvCxnSpPr/>
          <p:nvPr/>
        </p:nvCxnSpPr>
        <p:spPr>
          <a:xfrm>
            <a:off x="1309076" y="432451"/>
            <a:ext cx="18236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130bluep0g0_2" descr="Editable line; source id c130bluep0g0_2"/>
          <p:cNvCxnSpPr/>
          <p:nvPr/>
        </p:nvCxnSpPr>
        <p:spPr>
          <a:xfrm>
            <a:off x="1327312" y="494974"/>
            <a:ext cx="2605" cy="3126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130bluep0g0_3" descr="Editable line; source id c130bluep0g0_3"/>
          <p:cNvCxnSpPr/>
          <p:nvPr/>
        </p:nvCxnSpPr>
        <p:spPr>
          <a:xfrm>
            <a:off x="1329917" y="526235"/>
            <a:ext cx="49498" cy="19799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130bluep0g0_4" descr="Editable line; source id c130bluep0g0_4"/>
          <p:cNvCxnSpPr/>
          <p:nvPr/>
        </p:nvCxnSpPr>
        <p:spPr>
          <a:xfrm>
            <a:off x="1379415" y="724225"/>
            <a:ext cx="2605" cy="3126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130bluep0g0_5" descr="Editable line; source id c130bluep0g0_5"/>
          <p:cNvCxnSpPr/>
          <p:nvPr/>
        </p:nvCxnSpPr>
        <p:spPr>
          <a:xfrm>
            <a:off x="1382020" y="755487"/>
            <a:ext cx="49497" cy="19798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130bluep0g0_6" descr="Editable line; source id c130bluep0g0_6"/>
          <p:cNvCxnSpPr/>
          <p:nvPr/>
        </p:nvCxnSpPr>
        <p:spPr>
          <a:xfrm>
            <a:off x="1431517" y="953476"/>
            <a:ext cx="2606" cy="3126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130bluep0g0_7" descr="Editable line; source id c130bluep0g0_7"/>
          <p:cNvCxnSpPr/>
          <p:nvPr/>
        </p:nvCxnSpPr>
        <p:spPr>
          <a:xfrm>
            <a:off x="1434123" y="984738"/>
            <a:ext cx="18235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130bluep0g0_8" descr="Editable line; source id c130bluep0g0_8"/>
          <p:cNvCxnSpPr/>
          <p:nvPr/>
        </p:nvCxnSpPr>
        <p:spPr>
          <a:xfrm>
            <a:off x="1452358" y="1047261"/>
            <a:ext cx="13026" cy="7294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130bluep0g0_9" descr="Editable line; source id c130bluep0g0_9"/>
          <p:cNvCxnSpPr/>
          <p:nvPr/>
        </p:nvCxnSpPr>
        <p:spPr>
          <a:xfrm>
            <a:off x="1465384" y="1120205"/>
            <a:ext cx="18236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130bluep0g0_10" descr="Editable line; source id c130bluep0g0_10"/>
          <p:cNvCxnSpPr/>
          <p:nvPr/>
        </p:nvCxnSpPr>
        <p:spPr>
          <a:xfrm>
            <a:off x="1483620" y="1182728"/>
            <a:ext cx="13026" cy="7294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130bluep0g0_11" descr="Editable line; source id c130bluep0g0_11"/>
          <p:cNvCxnSpPr/>
          <p:nvPr/>
        </p:nvCxnSpPr>
        <p:spPr>
          <a:xfrm>
            <a:off x="1496646" y="1255671"/>
            <a:ext cx="7815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130bluep0g0_12" descr="Editable line; source id c130bluep0g0_12"/>
          <p:cNvCxnSpPr/>
          <p:nvPr/>
        </p:nvCxnSpPr>
        <p:spPr>
          <a:xfrm>
            <a:off x="1504461" y="1276512"/>
            <a:ext cx="13026" cy="7294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130bluep0g0_13" descr="Editable line; source id c130bluep0g0_13"/>
          <p:cNvCxnSpPr/>
          <p:nvPr/>
        </p:nvCxnSpPr>
        <p:spPr>
          <a:xfrm>
            <a:off x="1517487" y="1349456"/>
            <a:ext cx="18236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130bluep0g0_14" descr="Editable line; source id c130bluep0g0_14"/>
          <p:cNvCxnSpPr/>
          <p:nvPr/>
        </p:nvCxnSpPr>
        <p:spPr>
          <a:xfrm>
            <a:off x="1535723" y="1411979"/>
            <a:ext cx="14328" cy="7294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130bluep0g0_15" descr="Editable line; source id c130bluep0g0_15"/>
          <p:cNvCxnSpPr/>
          <p:nvPr/>
        </p:nvCxnSpPr>
        <p:spPr>
          <a:xfrm>
            <a:off x="1550051" y="1484923"/>
            <a:ext cx="33866" cy="7294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130bluep0g0_16" descr="Editable line; source id c130bluep0g0_16"/>
          <p:cNvCxnSpPr/>
          <p:nvPr/>
        </p:nvCxnSpPr>
        <p:spPr>
          <a:xfrm>
            <a:off x="1583917" y="1557866"/>
            <a:ext cx="169334" cy="31261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130bluep0g0_17" descr="Editable line; source id c130bluep0g0_17"/>
          <p:cNvCxnSpPr/>
          <p:nvPr/>
        </p:nvCxnSpPr>
        <p:spPr>
          <a:xfrm>
            <a:off x="1753251" y="1870482"/>
            <a:ext cx="7815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130bluep0g0_18" descr="Editable line; source id c130bluep0g0_18"/>
          <p:cNvCxnSpPr/>
          <p:nvPr/>
        </p:nvCxnSpPr>
        <p:spPr>
          <a:xfrm>
            <a:off x="1761066" y="1891323"/>
            <a:ext cx="37774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130bluep0g0_19" descr="Editable line; source id c130bluep0g0_19"/>
          <p:cNvCxnSpPr/>
          <p:nvPr/>
        </p:nvCxnSpPr>
        <p:spPr>
          <a:xfrm>
            <a:off x="1798840" y="1953846"/>
            <a:ext cx="42985" cy="5210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130bluep0g0_20" descr="Editable line; source id c130bluep0g0_20"/>
          <p:cNvCxnSpPr/>
          <p:nvPr/>
        </p:nvCxnSpPr>
        <p:spPr>
          <a:xfrm>
            <a:off x="1841825" y="2005948"/>
            <a:ext cx="21709" cy="521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130bluep1g0_0" descr="Editable line; source id c130bluep1g0_0"/>
          <p:cNvCxnSpPr/>
          <p:nvPr/>
        </p:nvCxnSpPr>
        <p:spPr>
          <a:xfrm>
            <a:off x="1880902" y="2045893"/>
            <a:ext cx="145887" cy="14241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130bluep1g0_1" descr="Editable line; source id c130bluep1g0_1"/>
          <p:cNvCxnSpPr/>
          <p:nvPr/>
        </p:nvCxnSpPr>
        <p:spPr>
          <a:xfrm>
            <a:off x="2026789" y="2188307"/>
            <a:ext cx="31262" cy="3516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130bluep1g0_2" descr="Editable line; source id c130bluep1g0_2"/>
          <p:cNvCxnSpPr/>
          <p:nvPr/>
        </p:nvCxnSpPr>
        <p:spPr>
          <a:xfrm>
            <a:off x="2058051" y="2223476"/>
            <a:ext cx="218830" cy="15630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130bluep1g0_3" descr="Editable line; source id c130bluep1g0_3"/>
          <p:cNvCxnSpPr/>
          <p:nvPr/>
        </p:nvCxnSpPr>
        <p:spPr>
          <a:xfrm>
            <a:off x="2276881" y="2379784"/>
            <a:ext cx="41683" cy="2735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130bluep1g0_4" descr="Editable line; source id c130bluep1g0_4"/>
          <p:cNvCxnSpPr/>
          <p:nvPr/>
        </p:nvCxnSpPr>
        <p:spPr>
          <a:xfrm>
            <a:off x="2318564" y="2407138"/>
            <a:ext cx="31261" cy="1389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130bluep1g1_0" descr="Editable line; source id c130bluep1g1_0"/>
          <p:cNvCxnSpPr/>
          <p:nvPr/>
        </p:nvCxnSpPr>
        <p:spPr>
          <a:xfrm>
            <a:off x="2474871" y="2549552"/>
            <a:ext cx="145887" cy="6860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130bluep1g1_1" descr="Editable line; source id c130bluep1g1_1"/>
          <p:cNvCxnSpPr/>
          <p:nvPr/>
        </p:nvCxnSpPr>
        <p:spPr>
          <a:xfrm>
            <a:off x="2620758" y="2618153"/>
            <a:ext cx="20841" cy="521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130bluep1g1_2" descr="Editable line; source id c130bluep1g1_2"/>
          <p:cNvCxnSpPr/>
          <p:nvPr/>
        </p:nvCxnSpPr>
        <p:spPr>
          <a:xfrm>
            <a:off x="2641599" y="2623364"/>
            <a:ext cx="156308" cy="7033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130bluep1g1_3" descr="Editable line; source id c130bluep1g1_3"/>
          <p:cNvCxnSpPr/>
          <p:nvPr/>
        </p:nvCxnSpPr>
        <p:spPr>
          <a:xfrm>
            <a:off x="2797907" y="2693702"/>
            <a:ext cx="83364" cy="2865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130bluep1g1_4" descr="Editable line; source id c130bluep1g1_4"/>
          <p:cNvCxnSpPr/>
          <p:nvPr/>
        </p:nvCxnSpPr>
        <p:spPr>
          <a:xfrm>
            <a:off x="2881271" y="2722358"/>
            <a:ext cx="31262" cy="1563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130bluep1g1_5" descr="Editable line; source id c130bluep1g1_5"/>
          <p:cNvCxnSpPr/>
          <p:nvPr/>
        </p:nvCxnSpPr>
        <p:spPr>
          <a:xfrm>
            <a:off x="2912533" y="2737989"/>
            <a:ext cx="114625" cy="4298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130bluep1g1_6" descr="Editable line; source id c130bluep1g1_6"/>
          <p:cNvCxnSpPr/>
          <p:nvPr/>
        </p:nvCxnSpPr>
        <p:spPr>
          <a:xfrm>
            <a:off x="3027158" y="2780974"/>
            <a:ext cx="239672" cy="7685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130bluep1g1_7" descr="Editable line; source id c130bluep1g1_7"/>
          <p:cNvCxnSpPr/>
          <p:nvPr/>
        </p:nvCxnSpPr>
        <p:spPr>
          <a:xfrm>
            <a:off x="3266830" y="2857825"/>
            <a:ext cx="62523" cy="1432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130bluep1g1_8" descr="Editable line; source id c130bluep1g1_8"/>
          <p:cNvCxnSpPr/>
          <p:nvPr/>
        </p:nvCxnSpPr>
        <p:spPr>
          <a:xfrm>
            <a:off x="3329353" y="2872153"/>
            <a:ext cx="52103" cy="1823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130bluep1g1_9" descr="Editable line; source id c130bluep1g1_9"/>
          <p:cNvCxnSpPr/>
          <p:nvPr/>
        </p:nvCxnSpPr>
        <p:spPr>
          <a:xfrm>
            <a:off x="3381456" y="2890389"/>
            <a:ext cx="20841" cy="26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130bluep1g1_10" descr="Editable line; source id c130bluep1g1_10"/>
          <p:cNvCxnSpPr/>
          <p:nvPr/>
        </p:nvCxnSpPr>
        <p:spPr>
          <a:xfrm>
            <a:off x="3402297" y="2892994"/>
            <a:ext cx="93784" cy="28657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130bluep1g1_11" descr="Editable line; source id c130bluep1g1_11"/>
          <p:cNvCxnSpPr/>
          <p:nvPr/>
        </p:nvCxnSpPr>
        <p:spPr>
          <a:xfrm>
            <a:off x="3496081" y="2921651"/>
            <a:ext cx="281354" cy="6773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130bluep1g1_12" descr="Editable line; source id c130bluep1g1_12"/>
          <p:cNvCxnSpPr/>
          <p:nvPr/>
        </p:nvCxnSpPr>
        <p:spPr>
          <a:xfrm>
            <a:off x="3777435" y="2989384"/>
            <a:ext cx="250093" cy="521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130bluep1g1_13" descr="Editable line; source id c130bluep1g1_13"/>
          <p:cNvCxnSpPr/>
          <p:nvPr/>
        </p:nvCxnSpPr>
        <p:spPr>
          <a:xfrm>
            <a:off x="4027528" y="3041487"/>
            <a:ext cx="20841" cy="130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130bluep2g0_0" descr="Editable line; source id c130bluep2g0_0"/>
          <p:cNvCxnSpPr/>
          <p:nvPr/>
        </p:nvCxnSpPr>
        <p:spPr>
          <a:xfrm>
            <a:off x="4058789" y="3047999"/>
            <a:ext cx="187569" cy="2995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130bluep2g0_1" descr="Editable line; source id c130bluep2g0_1"/>
          <p:cNvCxnSpPr/>
          <p:nvPr/>
        </p:nvCxnSpPr>
        <p:spPr>
          <a:xfrm>
            <a:off x="4246358" y="3077958"/>
            <a:ext cx="250093" cy="3256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130bluep2g0_2" descr="Editable line; source id c130bluep2g0_2"/>
          <p:cNvCxnSpPr/>
          <p:nvPr/>
        </p:nvCxnSpPr>
        <p:spPr>
          <a:xfrm>
            <a:off x="4496451" y="3110522"/>
            <a:ext cx="31261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130bluep2g0_3" descr="Editable line; source id c130bluep2g0_3"/>
          <p:cNvCxnSpPr/>
          <p:nvPr/>
        </p:nvCxnSpPr>
        <p:spPr>
          <a:xfrm>
            <a:off x="4527712" y="3110522"/>
            <a:ext cx="62523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130bluep2g0_4" descr="Editable line; source id c130bluep2g0_4"/>
          <p:cNvCxnSpPr/>
          <p:nvPr/>
        </p:nvCxnSpPr>
        <p:spPr>
          <a:xfrm>
            <a:off x="4590235" y="3120943"/>
            <a:ext cx="72944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130bluep2g0_5" descr="Editable line; source id c130bluep2g0_5"/>
          <p:cNvCxnSpPr/>
          <p:nvPr/>
        </p:nvCxnSpPr>
        <p:spPr>
          <a:xfrm>
            <a:off x="4663179" y="3120943"/>
            <a:ext cx="41682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130bluep2g0_6" descr="Editable line; source id c130bluep2g0_6"/>
          <p:cNvCxnSpPr/>
          <p:nvPr/>
        </p:nvCxnSpPr>
        <p:spPr>
          <a:xfrm>
            <a:off x="4704861" y="3131364"/>
            <a:ext cx="93785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130bluep2g0_7" descr="Editable line; source id c130bluep2g0_7"/>
          <p:cNvCxnSpPr/>
          <p:nvPr/>
        </p:nvCxnSpPr>
        <p:spPr>
          <a:xfrm>
            <a:off x="4798646" y="3131364"/>
            <a:ext cx="31261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130bluep2g0_8" descr="Editable line; source id c130bluep2g0_8"/>
          <p:cNvCxnSpPr/>
          <p:nvPr/>
        </p:nvCxnSpPr>
        <p:spPr>
          <a:xfrm>
            <a:off x="4829907" y="3141784"/>
            <a:ext cx="125046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130bluep2g0_9" descr="Editable line; source id c130bluep2g0_9"/>
          <p:cNvCxnSpPr/>
          <p:nvPr/>
        </p:nvCxnSpPr>
        <p:spPr>
          <a:xfrm>
            <a:off x="4954953" y="3141784"/>
            <a:ext cx="52103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130bluep2g0_10" descr="Editable line; source id c130bluep2g0_10"/>
          <p:cNvCxnSpPr/>
          <p:nvPr/>
        </p:nvCxnSpPr>
        <p:spPr>
          <a:xfrm>
            <a:off x="5007056" y="3152205"/>
            <a:ext cx="197990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130bluep2g0_11" descr="Editable line; source id c130bluep2g0_11"/>
          <p:cNvCxnSpPr/>
          <p:nvPr/>
        </p:nvCxnSpPr>
        <p:spPr>
          <a:xfrm>
            <a:off x="5205046" y="3152205"/>
            <a:ext cx="114625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130bluep2g0_12" descr="Editable line; source id c130bluep2g0_12"/>
          <p:cNvCxnSpPr/>
          <p:nvPr/>
        </p:nvCxnSpPr>
        <p:spPr>
          <a:xfrm>
            <a:off x="5319671" y="3162625"/>
            <a:ext cx="291775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130bluep2g0_13" descr="Editable line; source id c130bluep2g0_13"/>
          <p:cNvCxnSpPr/>
          <p:nvPr/>
        </p:nvCxnSpPr>
        <p:spPr>
          <a:xfrm>
            <a:off x="5611446" y="3162625"/>
            <a:ext cx="31261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130bluep2g0_14" descr="Editable line; source id c130bluep2g0_14"/>
          <p:cNvCxnSpPr/>
          <p:nvPr/>
        </p:nvCxnSpPr>
        <p:spPr>
          <a:xfrm>
            <a:off x="5642707" y="3167835"/>
            <a:ext cx="135467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350bluep0g0_0" descr="Editable line; source id c350bluep0g0_0"/>
          <p:cNvCxnSpPr/>
          <p:nvPr/>
        </p:nvCxnSpPr>
        <p:spPr>
          <a:xfrm>
            <a:off x="7330830" y="369928"/>
            <a:ext cx="0" cy="4168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350bluep0g0_1" descr="Editable line; source id c350bluep0g0_1"/>
          <p:cNvCxnSpPr/>
          <p:nvPr/>
        </p:nvCxnSpPr>
        <p:spPr>
          <a:xfrm>
            <a:off x="7330830" y="411610"/>
            <a:ext cx="10421" cy="8336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350bluep0g0_2" descr="Editable line; source id c350bluep0g0_2"/>
          <p:cNvCxnSpPr/>
          <p:nvPr/>
        </p:nvCxnSpPr>
        <p:spPr>
          <a:xfrm>
            <a:off x="7341251" y="494974"/>
            <a:ext cx="0" cy="5210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350bluep0g0_3" descr="Editable line; source id c350bluep0g0_3"/>
          <p:cNvCxnSpPr/>
          <p:nvPr/>
        </p:nvCxnSpPr>
        <p:spPr>
          <a:xfrm>
            <a:off x="7341251" y="547076"/>
            <a:ext cx="11723" cy="10420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350bluep0g0_4" descr="Editable line; source id c350bluep0g0_4"/>
          <p:cNvCxnSpPr/>
          <p:nvPr/>
        </p:nvCxnSpPr>
        <p:spPr>
          <a:xfrm>
            <a:off x="7352974" y="651282"/>
            <a:ext cx="18236" cy="9378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350bluep0g0_5" descr="Editable line; source id c350bluep0g0_5"/>
          <p:cNvCxnSpPr/>
          <p:nvPr/>
        </p:nvCxnSpPr>
        <p:spPr>
          <a:xfrm>
            <a:off x="7371210" y="745066"/>
            <a:ext cx="2605" cy="4168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350bluep0g0_6" descr="Editable line; source id c350bluep0g0_6"/>
          <p:cNvCxnSpPr/>
          <p:nvPr/>
        </p:nvCxnSpPr>
        <p:spPr>
          <a:xfrm>
            <a:off x="7373815" y="786748"/>
            <a:ext cx="18236" cy="9378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350bluep0g0_7" descr="Editable line; source id c350bluep0g0_7"/>
          <p:cNvCxnSpPr/>
          <p:nvPr/>
        </p:nvCxnSpPr>
        <p:spPr>
          <a:xfrm>
            <a:off x="7392051" y="880533"/>
            <a:ext cx="2605" cy="4168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350bluep0g0_8" descr="Editable line; source id c350bluep0g0_8"/>
          <p:cNvCxnSpPr/>
          <p:nvPr/>
        </p:nvCxnSpPr>
        <p:spPr>
          <a:xfrm>
            <a:off x="7394656" y="922215"/>
            <a:ext cx="18236" cy="9378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350bluep0g0_9" descr="Editable line; source id c350bluep0g0_9"/>
          <p:cNvCxnSpPr/>
          <p:nvPr/>
        </p:nvCxnSpPr>
        <p:spPr>
          <a:xfrm>
            <a:off x="7412892" y="1015999"/>
            <a:ext cx="13025" cy="10420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350bluep0g0_10" descr="Editable line; source id c350bluep0g0_10"/>
          <p:cNvCxnSpPr/>
          <p:nvPr/>
        </p:nvCxnSpPr>
        <p:spPr>
          <a:xfrm>
            <a:off x="7425917" y="1120205"/>
            <a:ext cx="20841" cy="8336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350bluep0g0_11" descr="Editable line; source id c350bluep0g0_11"/>
          <p:cNvCxnSpPr/>
          <p:nvPr/>
        </p:nvCxnSpPr>
        <p:spPr>
          <a:xfrm>
            <a:off x="7446758" y="1203569"/>
            <a:ext cx="18236" cy="5210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350bluep0g0_12" descr="Editable line; source id c350bluep0g0_12"/>
          <p:cNvCxnSpPr/>
          <p:nvPr/>
        </p:nvCxnSpPr>
        <p:spPr>
          <a:xfrm>
            <a:off x="7464994" y="1255671"/>
            <a:ext cx="23446" cy="1042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350bluep0g0_13" descr="Editable line; source id c350bluep0g0_13"/>
          <p:cNvCxnSpPr/>
          <p:nvPr/>
        </p:nvCxnSpPr>
        <p:spPr>
          <a:xfrm>
            <a:off x="7488440" y="1359876"/>
            <a:ext cx="28657" cy="9378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350bluep0g0_14" descr="Editable line; source id c350bluep0g0_14"/>
          <p:cNvCxnSpPr/>
          <p:nvPr/>
        </p:nvCxnSpPr>
        <p:spPr>
          <a:xfrm>
            <a:off x="7517097" y="1453661"/>
            <a:ext cx="13025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350bluep0g0_15" descr="Editable line; source id c350bluep0g0_15"/>
          <p:cNvCxnSpPr/>
          <p:nvPr/>
        </p:nvCxnSpPr>
        <p:spPr>
          <a:xfrm>
            <a:off x="7530122" y="1516184"/>
            <a:ext cx="18236" cy="521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350bluep0g0_16" descr="Editable line; source id c350bluep0g0_16"/>
          <p:cNvCxnSpPr/>
          <p:nvPr/>
        </p:nvCxnSpPr>
        <p:spPr>
          <a:xfrm>
            <a:off x="7548358" y="1568287"/>
            <a:ext cx="33867" cy="13546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350bluep0g0_17" descr="Editable line; source id c350bluep0g0_17"/>
          <p:cNvCxnSpPr/>
          <p:nvPr/>
        </p:nvCxnSpPr>
        <p:spPr>
          <a:xfrm>
            <a:off x="7582225" y="1703753"/>
            <a:ext cx="74246" cy="16672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350bluep0g0_18" descr="Editable line; source id c350bluep0g0_18"/>
          <p:cNvCxnSpPr/>
          <p:nvPr/>
        </p:nvCxnSpPr>
        <p:spPr>
          <a:xfrm>
            <a:off x="7656471" y="1870482"/>
            <a:ext cx="89877" cy="18756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350bluep0g0_19" descr="Editable line; source id c350bluep0g0_19"/>
          <p:cNvCxnSpPr/>
          <p:nvPr/>
        </p:nvCxnSpPr>
        <p:spPr>
          <a:xfrm>
            <a:off x="7746348" y="2058051"/>
            <a:ext cx="49497" cy="7294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350bluep0g0_20" descr="Editable line; source id c350bluep0g0_20"/>
          <p:cNvCxnSpPr/>
          <p:nvPr/>
        </p:nvCxnSpPr>
        <p:spPr>
          <a:xfrm>
            <a:off x="7795845" y="2130994"/>
            <a:ext cx="67734" cy="8336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350bluep0g0_21" descr="Editable line; source id c350bluep0g0_21"/>
          <p:cNvCxnSpPr/>
          <p:nvPr/>
        </p:nvCxnSpPr>
        <p:spPr>
          <a:xfrm>
            <a:off x="7863579" y="2214358"/>
            <a:ext cx="46892" cy="521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350bluep0g0_22" descr="Editable line; source id c350bluep0g0_22"/>
          <p:cNvCxnSpPr/>
          <p:nvPr/>
        </p:nvCxnSpPr>
        <p:spPr>
          <a:xfrm>
            <a:off x="7910471" y="2266461"/>
            <a:ext cx="70339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350bluep0g0_23" descr="Editable line; source id c350bluep0g0_23"/>
          <p:cNvCxnSpPr/>
          <p:nvPr/>
        </p:nvCxnSpPr>
        <p:spPr>
          <a:xfrm>
            <a:off x="7980810" y="2328984"/>
            <a:ext cx="13460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350bluep1g0_0" descr="Editable line; source id c350bluep1g0_0"/>
          <p:cNvCxnSpPr/>
          <p:nvPr/>
        </p:nvCxnSpPr>
        <p:spPr>
          <a:xfrm>
            <a:off x="8008163" y="2351562"/>
            <a:ext cx="72944" cy="5297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350bluep1g0_1" descr="Editable line; source id c350bluep1g0_1"/>
          <p:cNvCxnSpPr/>
          <p:nvPr/>
        </p:nvCxnSpPr>
        <p:spPr>
          <a:xfrm>
            <a:off x="8081107" y="2404533"/>
            <a:ext cx="52103" cy="2995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350bluep1g0_2" descr="Editable line; source id c350bluep1g0_2"/>
          <p:cNvCxnSpPr/>
          <p:nvPr/>
        </p:nvCxnSpPr>
        <p:spPr>
          <a:xfrm>
            <a:off x="8133210" y="2434492"/>
            <a:ext cx="20841" cy="1693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350bluep1g0_3" descr="Editable line; source id c350bluep1g0_3"/>
          <p:cNvCxnSpPr/>
          <p:nvPr/>
        </p:nvCxnSpPr>
        <p:spPr>
          <a:xfrm>
            <a:off x="8154051" y="2451425"/>
            <a:ext cx="41682" cy="2170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350bluep1g1_0" descr="Editable line; source id c350bluep1g1_0"/>
          <p:cNvCxnSpPr/>
          <p:nvPr/>
        </p:nvCxnSpPr>
        <p:spPr>
          <a:xfrm>
            <a:off x="8372881" y="2622496"/>
            <a:ext cx="239672" cy="10507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350bluep1g1_1" descr="Editable line; source id c350bluep1g1_1"/>
          <p:cNvCxnSpPr/>
          <p:nvPr/>
        </p:nvCxnSpPr>
        <p:spPr>
          <a:xfrm>
            <a:off x="8612553" y="2727569"/>
            <a:ext cx="83364" cy="2605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350bluep1g1_2" descr="Editable line; source id c350bluep1g1_2"/>
          <p:cNvCxnSpPr/>
          <p:nvPr/>
        </p:nvCxnSpPr>
        <p:spPr>
          <a:xfrm>
            <a:off x="8695917" y="2753620"/>
            <a:ext cx="125046" cy="4819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350bluep1g1_3" descr="Editable line; source id c350bluep1g1_3"/>
          <p:cNvCxnSpPr/>
          <p:nvPr/>
        </p:nvCxnSpPr>
        <p:spPr>
          <a:xfrm>
            <a:off x="8820963" y="2801815"/>
            <a:ext cx="20841" cy="390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350bluep1g1_4" descr="Editable line; source id c350bluep1g1_4"/>
          <p:cNvCxnSpPr/>
          <p:nvPr/>
        </p:nvCxnSpPr>
        <p:spPr>
          <a:xfrm>
            <a:off x="8841804" y="2805723"/>
            <a:ext cx="72944" cy="2735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350bluep1g1_5" descr="Editable line; source id c350bluep1g1_5"/>
          <p:cNvCxnSpPr/>
          <p:nvPr/>
        </p:nvCxnSpPr>
        <p:spPr>
          <a:xfrm>
            <a:off x="8914748" y="2833076"/>
            <a:ext cx="41682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350bluep1g1_6" descr="Editable line; source id c350bluep1g1_6"/>
          <p:cNvCxnSpPr/>
          <p:nvPr/>
        </p:nvCxnSpPr>
        <p:spPr>
          <a:xfrm>
            <a:off x="8956430" y="2843497"/>
            <a:ext cx="41682" cy="390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350bluep1g1_7" descr="Editable line; source id c350bluep1g1_7"/>
          <p:cNvCxnSpPr/>
          <p:nvPr/>
        </p:nvCxnSpPr>
        <p:spPr>
          <a:xfrm>
            <a:off x="8998112" y="2847405"/>
            <a:ext cx="145887" cy="534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350bluep1g1_8" descr="Editable line; source id c350bluep1g1_8"/>
          <p:cNvCxnSpPr/>
          <p:nvPr/>
        </p:nvCxnSpPr>
        <p:spPr>
          <a:xfrm>
            <a:off x="9143999" y="2900810"/>
            <a:ext cx="197990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350bluep1g1_9" descr="Editable line; source id c350bluep1g1_9"/>
          <p:cNvCxnSpPr/>
          <p:nvPr/>
        </p:nvCxnSpPr>
        <p:spPr>
          <a:xfrm>
            <a:off x="9341989" y="2963333"/>
            <a:ext cx="41682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350bluep1g1_10" descr="Editable line; source id c350bluep1g1_10"/>
          <p:cNvCxnSpPr/>
          <p:nvPr/>
        </p:nvCxnSpPr>
        <p:spPr>
          <a:xfrm>
            <a:off x="9383671" y="2973753"/>
            <a:ext cx="31262" cy="26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350bluep1g1_11" descr="Editable line; source id c350bluep1g1_11"/>
          <p:cNvCxnSpPr/>
          <p:nvPr/>
        </p:nvCxnSpPr>
        <p:spPr>
          <a:xfrm>
            <a:off x="9414933" y="2976358"/>
            <a:ext cx="125046" cy="39077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350bluep1g1_12" descr="Editable line; source id c350bluep1g1_12"/>
          <p:cNvCxnSpPr/>
          <p:nvPr/>
        </p:nvCxnSpPr>
        <p:spPr>
          <a:xfrm>
            <a:off x="9539979" y="3015435"/>
            <a:ext cx="31261" cy="26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350bluep1g1_13" descr="Editable line; source id c350bluep1g1_13"/>
          <p:cNvCxnSpPr/>
          <p:nvPr/>
        </p:nvCxnSpPr>
        <p:spPr>
          <a:xfrm>
            <a:off x="9571240" y="3018040"/>
            <a:ext cx="197990" cy="4949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350bluep1g1_14" descr="Editable line; source id c350bluep1g1_14"/>
          <p:cNvCxnSpPr/>
          <p:nvPr/>
        </p:nvCxnSpPr>
        <p:spPr>
          <a:xfrm>
            <a:off x="9769230" y="3067538"/>
            <a:ext cx="31262" cy="26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350bluep1g1_15" descr="Editable line; source id c350bluep1g1_15"/>
          <p:cNvCxnSpPr/>
          <p:nvPr/>
        </p:nvCxnSpPr>
        <p:spPr>
          <a:xfrm>
            <a:off x="9800492" y="3070143"/>
            <a:ext cx="20841" cy="781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350bluep1g1_16" descr="Editable line; source id c350bluep1g1_16"/>
          <p:cNvCxnSpPr/>
          <p:nvPr/>
        </p:nvCxnSpPr>
        <p:spPr>
          <a:xfrm>
            <a:off x="9821333" y="3077958"/>
            <a:ext cx="31261" cy="260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350bluep1g1_17" descr="Editable line; source id c350bluep1g1_17"/>
          <p:cNvCxnSpPr/>
          <p:nvPr/>
        </p:nvCxnSpPr>
        <p:spPr>
          <a:xfrm>
            <a:off x="9852594" y="3080564"/>
            <a:ext cx="83364" cy="1823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350bluep1g1_18" descr="Editable line; source id c350bluep1g1_18"/>
          <p:cNvCxnSpPr/>
          <p:nvPr/>
        </p:nvCxnSpPr>
        <p:spPr>
          <a:xfrm>
            <a:off x="9935958" y="3098799"/>
            <a:ext cx="93785" cy="1302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350bluep1g1_19" descr="Editable line; source id c350bluep1g1_19"/>
          <p:cNvCxnSpPr/>
          <p:nvPr/>
        </p:nvCxnSpPr>
        <p:spPr>
          <a:xfrm>
            <a:off x="10029743" y="3111825"/>
            <a:ext cx="20841" cy="781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c350bluep1g1_20" descr="Editable line; source id c350bluep1g1_20"/>
          <p:cNvCxnSpPr/>
          <p:nvPr/>
        </p:nvCxnSpPr>
        <p:spPr>
          <a:xfrm>
            <a:off x="10050584" y="3119640"/>
            <a:ext cx="41682" cy="13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350bluep2g0_0" descr="Editable line; source id c350bluep2g0_0"/>
          <p:cNvCxnSpPr/>
          <p:nvPr/>
        </p:nvCxnSpPr>
        <p:spPr>
          <a:xfrm>
            <a:off x="10102686" y="3126153"/>
            <a:ext cx="281354" cy="3647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350bluep2g0_1" descr="Editable line; source id c350bluep2g0_1"/>
          <p:cNvCxnSpPr/>
          <p:nvPr/>
        </p:nvCxnSpPr>
        <p:spPr>
          <a:xfrm>
            <a:off x="10384040" y="3162625"/>
            <a:ext cx="31262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350bluep2g0_2" descr="Editable line; source id c350bluep2g0_2"/>
          <p:cNvCxnSpPr/>
          <p:nvPr/>
        </p:nvCxnSpPr>
        <p:spPr>
          <a:xfrm>
            <a:off x="10415302" y="3162625"/>
            <a:ext cx="72943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350bluep2g0_3" descr="Editable line; source id c350bluep2g0_3"/>
          <p:cNvCxnSpPr/>
          <p:nvPr/>
        </p:nvCxnSpPr>
        <p:spPr>
          <a:xfrm>
            <a:off x="10488245" y="3173046"/>
            <a:ext cx="125047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350bluep2g0_4" descr="Editable line; source id c350bluep2g0_4"/>
          <p:cNvCxnSpPr/>
          <p:nvPr/>
        </p:nvCxnSpPr>
        <p:spPr>
          <a:xfrm>
            <a:off x="10613292" y="3183466"/>
            <a:ext cx="62523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350bluep2g0_5" descr="Editable line; source id c350bluep2g0_5"/>
          <p:cNvCxnSpPr/>
          <p:nvPr/>
        </p:nvCxnSpPr>
        <p:spPr>
          <a:xfrm>
            <a:off x="10675815" y="3183466"/>
            <a:ext cx="104205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350bluep2g0_6" descr="Editable line; source id c350bluep2g0_6"/>
          <p:cNvCxnSpPr/>
          <p:nvPr/>
        </p:nvCxnSpPr>
        <p:spPr>
          <a:xfrm>
            <a:off x="10780020" y="3193887"/>
            <a:ext cx="114625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350bluep2g0_7" descr="Editable line; source id c350bluep2g0_7"/>
          <p:cNvCxnSpPr/>
          <p:nvPr/>
        </p:nvCxnSpPr>
        <p:spPr>
          <a:xfrm>
            <a:off x="10894645" y="3193887"/>
            <a:ext cx="31262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350bluep2g0_8" descr="Editable line; source id c350bluep2g0_8"/>
          <p:cNvCxnSpPr/>
          <p:nvPr/>
        </p:nvCxnSpPr>
        <p:spPr>
          <a:xfrm>
            <a:off x="10925907" y="3199097"/>
            <a:ext cx="93785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350bluep2g0_9" descr="Editable line; source id c350bluep2g0_9"/>
          <p:cNvCxnSpPr/>
          <p:nvPr/>
        </p:nvCxnSpPr>
        <p:spPr>
          <a:xfrm>
            <a:off x="11019692" y="3199097"/>
            <a:ext cx="31261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350bluep2g0_10" descr="Editable line; source id c350bluep2g0_10"/>
          <p:cNvCxnSpPr/>
          <p:nvPr/>
        </p:nvCxnSpPr>
        <p:spPr>
          <a:xfrm>
            <a:off x="11050953" y="3204307"/>
            <a:ext cx="218831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350bluep2g0_11" descr="Editable line; source id c350bluep2g0_11"/>
          <p:cNvCxnSpPr/>
          <p:nvPr/>
        </p:nvCxnSpPr>
        <p:spPr>
          <a:xfrm>
            <a:off x="11269784" y="3204307"/>
            <a:ext cx="31261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350bluep2g0_12" descr="Editable line; source id c350bluep2g0_12"/>
          <p:cNvCxnSpPr/>
          <p:nvPr/>
        </p:nvCxnSpPr>
        <p:spPr>
          <a:xfrm>
            <a:off x="11301045" y="3209517"/>
            <a:ext cx="448082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350bluep2g0_13" descr="Editable line; source id c350bluep2g0_13"/>
          <p:cNvCxnSpPr/>
          <p:nvPr/>
        </p:nvCxnSpPr>
        <p:spPr>
          <a:xfrm>
            <a:off x="11749127" y="3209517"/>
            <a:ext cx="31262" cy="521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350bluep2g0_14" descr="Editable line; source id c350bluep2g0_14"/>
          <p:cNvCxnSpPr/>
          <p:nvPr/>
        </p:nvCxnSpPr>
        <p:spPr>
          <a:xfrm>
            <a:off x="11780389" y="3214728"/>
            <a:ext cx="52103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1bbluep0g0_0" descr="Editable line; source id c1bbluep0g0_0"/>
          <p:cNvCxnSpPr/>
          <p:nvPr/>
        </p:nvCxnSpPr>
        <p:spPr>
          <a:xfrm>
            <a:off x="1385928" y="4892430"/>
            <a:ext cx="6512" cy="521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1bbluep0g0_1" descr="Editable line; source id c1bbluep0g0_1"/>
          <p:cNvCxnSpPr/>
          <p:nvPr/>
        </p:nvCxnSpPr>
        <p:spPr>
          <a:xfrm>
            <a:off x="1392440" y="4944533"/>
            <a:ext cx="18236" cy="7294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1bbluep0g0_2" descr="Editable line; source id c1bbluep0g0_2"/>
          <p:cNvCxnSpPr/>
          <p:nvPr/>
        </p:nvCxnSpPr>
        <p:spPr>
          <a:xfrm>
            <a:off x="1410676" y="5017476"/>
            <a:ext cx="2606" cy="3126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1bbluep0g0_3" descr="Editable line; source id c1bbluep0g0_3"/>
          <p:cNvCxnSpPr/>
          <p:nvPr/>
        </p:nvCxnSpPr>
        <p:spPr>
          <a:xfrm>
            <a:off x="1413282" y="5048738"/>
            <a:ext cx="7815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1bbluep0g0_4" descr="Editable line; source id c1bbluep0g0_4"/>
          <p:cNvCxnSpPr/>
          <p:nvPr/>
        </p:nvCxnSpPr>
        <p:spPr>
          <a:xfrm>
            <a:off x="1421097" y="5069579"/>
            <a:ext cx="13026" cy="7294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1bbluep0g0_5" descr="Editable line; source id c1bbluep0g0_5"/>
          <p:cNvCxnSpPr/>
          <p:nvPr/>
        </p:nvCxnSpPr>
        <p:spPr>
          <a:xfrm>
            <a:off x="1434123" y="5142522"/>
            <a:ext cx="59917" cy="22925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1bbluep0g0_6" descr="Editable line; source id c1bbluep0g0_6"/>
          <p:cNvCxnSpPr/>
          <p:nvPr/>
        </p:nvCxnSpPr>
        <p:spPr>
          <a:xfrm>
            <a:off x="1494040" y="5371774"/>
            <a:ext cx="33867" cy="2084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1bbluep0g0_7" descr="Editable line; source id c1bbluep0g0_7"/>
          <p:cNvCxnSpPr/>
          <p:nvPr/>
        </p:nvCxnSpPr>
        <p:spPr>
          <a:xfrm>
            <a:off x="1527907" y="5580184"/>
            <a:ext cx="62523" cy="25009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1bbluep0g0_8" descr="Editable line; source id c1bbluep0g0_8"/>
          <p:cNvCxnSpPr/>
          <p:nvPr/>
        </p:nvCxnSpPr>
        <p:spPr>
          <a:xfrm>
            <a:off x="1590430" y="5830276"/>
            <a:ext cx="74246" cy="23967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1bbluep0g0_9" descr="Editable line; source id c1bbluep0g0_9"/>
          <p:cNvCxnSpPr/>
          <p:nvPr/>
        </p:nvCxnSpPr>
        <p:spPr>
          <a:xfrm>
            <a:off x="1664676" y="6069948"/>
            <a:ext cx="67734" cy="135467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1bbluep0g0_10" descr="Editable line; source id c1bbluep0g0_10"/>
          <p:cNvCxnSpPr/>
          <p:nvPr/>
        </p:nvCxnSpPr>
        <p:spPr>
          <a:xfrm>
            <a:off x="1732410" y="6205415"/>
            <a:ext cx="5210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1bbluep0g0_11" descr="Editable line; source id c1bbluep0g0_11"/>
          <p:cNvCxnSpPr/>
          <p:nvPr/>
        </p:nvCxnSpPr>
        <p:spPr>
          <a:xfrm>
            <a:off x="1737620" y="6226256"/>
            <a:ext cx="39077" cy="8336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1bbluep0g0_12" descr="Editable line; source id c1bbluep0g0_12"/>
          <p:cNvCxnSpPr/>
          <p:nvPr/>
        </p:nvCxnSpPr>
        <p:spPr>
          <a:xfrm>
            <a:off x="1776697" y="6309620"/>
            <a:ext cx="84667" cy="135467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1bbluep0g0_13" descr="Editable line; source id c1bbluep0g0_13"/>
          <p:cNvCxnSpPr/>
          <p:nvPr/>
        </p:nvCxnSpPr>
        <p:spPr>
          <a:xfrm>
            <a:off x="1861364" y="6445087"/>
            <a:ext cx="36471" cy="5210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1bbluep0g0_14" descr="Editable line; source id c1bbluep0g0_14"/>
          <p:cNvCxnSpPr/>
          <p:nvPr/>
        </p:nvCxnSpPr>
        <p:spPr>
          <a:xfrm>
            <a:off x="1897835" y="6497189"/>
            <a:ext cx="44288" cy="521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1bbluep0g0_15" descr="Editable line; source id c1bbluep0g0_15"/>
          <p:cNvCxnSpPr/>
          <p:nvPr/>
        </p:nvCxnSpPr>
        <p:spPr>
          <a:xfrm>
            <a:off x="1942123" y="6549292"/>
            <a:ext cx="30827" cy="6252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1bbluep1g0_0" descr="Editable line; source id c1bbluep1g0_0"/>
          <p:cNvCxnSpPr/>
          <p:nvPr/>
        </p:nvCxnSpPr>
        <p:spPr>
          <a:xfrm>
            <a:off x="1985107" y="6604867"/>
            <a:ext cx="62523" cy="5905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1bbluep1g0_1" descr="Editable line; source id c1bbluep1g0_1"/>
          <p:cNvCxnSpPr/>
          <p:nvPr/>
        </p:nvCxnSpPr>
        <p:spPr>
          <a:xfrm>
            <a:off x="2047630" y="6663917"/>
            <a:ext cx="31262" cy="3517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1bbluep1g0_2" descr="Editable line; source id c1bbluep1g0_2"/>
          <p:cNvCxnSpPr/>
          <p:nvPr/>
        </p:nvCxnSpPr>
        <p:spPr>
          <a:xfrm>
            <a:off x="2078892" y="6699087"/>
            <a:ext cx="83364" cy="7424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1bbluep1g0_3" descr="Editable line; source id c1bbluep1g0_3"/>
          <p:cNvCxnSpPr/>
          <p:nvPr/>
        </p:nvCxnSpPr>
        <p:spPr>
          <a:xfrm>
            <a:off x="2162256" y="6773333"/>
            <a:ext cx="31261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1bbluep1g0_4" descr="Editable line; source id c1bbluep1g0_4"/>
          <p:cNvCxnSpPr/>
          <p:nvPr/>
        </p:nvCxnSpPr>
        <p:spPr>
          <a:xfrm>
            <a:off x="2193517" y="6794174"/>
            <a:ext cx="31262" cy="2995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1bbluep1g0_5" descr="Editable line; source id c1bbluep1g0_5"/>
          <p:cNvCxnSpPr/>
          <p:nvPr/>
        </p:nvCxnSpPr>
        <p:spPr>
          <a:xfrm>
            <a:off x="2224779" y="6824133"/>
            <a:ext cx="52102" cy="4037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1bbluep1g0_6" descr="Editable line; source id c1bbluep1g0_6"/>
          <p:cNvCxnSpPr/>
          <p:nvPr/>
        </p:nvCxnSpPr>
        <p:spPr>
          <a:xfrm>
            <a:off x="2276881" y="6864512"/>
            <a:ext cx="104206" cy="5861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1bbluep1g0_7" descr="Editable line; source id c1bbluep1g0_7"/>
          <p:cNvCxnSpPr/>
          <p:nvPr/>
        </p:nvCxnSpPr>
        <p:spPr>
          <a:xfrm>
            <a:off x="2381087" y="6923128"/>
            <a:ext cx="135466" cy="95087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1bbluep1g0_8" descr="Editable line; source id c1bbluep1g0_8"/>
          <p:cNvCxnSpPr/>
          <p:nvPr/>
        </p:nvCxnSpPr>
        <p:spPr>
          <a:xfrm>
            <a:off x="2516553" y="7018215"/>
            <a:ext cx="187570" cy="9899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1bbluep1g0_9" descr="Editable line; source id c1bbluep1g0_9"/>
          <p:cNvCxnSpPr/>
          <p:nvPr/>
        </p:nvCxnSpPr>
        <p:spPr>
          <a:xfrm>
            <a:off x="2704123" y="7117210"/>
            <a:ext cx="52102" cy="1823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1bbluep1g0_10" descr="Editable line; source id c1bbluep1g0_10"/>
          <p:cNvCxnSpPr/>
          <p:nvPr/>
        </p:nvCxnSpPr>
        <p:spPr>
          <a:xfrm>
            <a:off x="2756225" y="7135445"/>
            <a:ext cx="62523" cy="3647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1bbluep1g0_11" descr="Editable line; source id c1bbluep1g0_11"/>
          <p:cNvCxnSpPr/>
          <p:nvPr/>
        </p:nvCxnSpPr>
        <p:spPr>
          <a:xfrm>
            <a:off x="2818748" y="7171917"/>
            <a:ext cx="41682" cy="1563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1bbluep1g0_12" descr="Editable line; source id c1bbluep1g0_12"/>
          <p:cNvCxnSpPr/>
          <p:nvPr/>
        </p:nvCxnSpPr>
        <p:spPr>
          <a:xfrm>
            <a:off x="2860430" y="7187548"/>
            <a:ext cx="62523" cy="3647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1bbluep1g0_13" descr="Editable line; source id c1bbluep1g0_13"/>
          <p:cNvCxnSpPr/>
          <p:nvPr/>
        </p:nvCxnSpPr>
        <p:spPr>
          <a:xfrm>
            <a:off x="2922953" y="7224020"/>
            <a:ext cx="52103" cy="1563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1bbluep1g0_14" descr="Editable line; source id c1bbluep1g0_14"/>
          <p:cNvCxnSpPr/>
          <p:nvPr/>
        </p:nvCxnSpPr>
        <p:spPr>
          <a:xfrm>
            <a:off x="2975056" y="7239651"/>
            <a:ext cx="72943" cy="3647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1bbluep1g0_15" descr="Editable line; source id c1bbluep1g0_15"/>
          <p:cNvCxnSpPr/>
          <p:nvPr/>
        </p:nvCxnSpPr>
        <p:spPr>
          <a:xfrm>
            <a:off x="3047999" y="7276122"/>
            <a:ext cx="52103" cy="1563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1bbluep1g0_16" descr="Editable line; source id c1bbluep1g0_16"/>
          <p:cNvCxnSpPr/>
          <p:nvPr/>
        </p:nvCxnSpPr>
        <p:spPr>
          <a:xfrm>
            <a:off x="3100102" y="7291753"/>
            <a:ext cx="72944" cy="3647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1bbluep1g0_17" descr="Editable line; source id c1bbluep1g0_17"/>
          <p:cNvCxnSpPr/>
          <p:nvPr/>
        </p:nvCxnSpPr>
        <p:spPr>
          <a:xfrm>
            <a:off x="3173046" y="7328225"/>
            <a:ext cx="20841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1bbluep1g0_18" descr="Editable line; source id c1bbluep1g0_18"/>
          <p:cNvCxnSpPr/>
          <p:nvPr/>
        </p:nvCxnSpPr>
        <p:spPr>
          <a:xfrm>
            <a:off x="3193887" y="7333435"/>
            <a:ext cx="41682" cy="1953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1bbluep1g0_19" descr="Editable line; source id c1bbluep1g0_19"/>
          <p:cNvCxnSpPr/>
          <p:nvPr/>
        </p:nvCxnSpPr>
        <p:spPr>
          <a:xfrm>
            <a:off x="3235569" y="7352974"/>
            <a:ext cx="364718" cy="11723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1bbluep1g0_20" descr="Editable line; source id c1bbluep1g0_20"/>
          <p:cNvCxnSpPr/>
          <p:nvPr/>
        </p:nvCxnSpPr>
        <p:spPr>
          <a:xfrm>
            <a:off x="3600287" y="7470204"/>
            <a:ext cx="208410" cy="5731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1bbluep1g0_21" descr="Editable line; source id c1bbluep1g0_21"/>
          <p:cNvCxnSpPr/>
          <p:nvPr/>
        </p:nvCxnSpPr>
        <p:spPr>
          <a:xfrm>
            <a:off x="3808697" y="7527517"/>
            <a:ext cx="52102" cy="1085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1bbluep2g0_0" descr="Editable line; source id c1bbluep2g0_0"/>
          <p:cNvCxnSpPr/>
          <p:nvPr/>
        </p:nvCxnSpPr>
        <p:spPr>
          <a:xfrm>
            <a:off x="4079630" y="7644313"/>
            <a:ext cx="93785" cy="1932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1bbluep2g0_1" descr="Editable line; source id c1bbluep2g0_1"/>
          <p:cNvCxnSpPr/>
          <p:nvPr/>
        </p:nvCxnSpPr>
        <p:spPr>
          <a:xfrm>
            <a:off x="4173415" y="7663635"/>
            <a:ext cx="20841" cy="65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1bbluep2g0_2" descr="Editable line; source id c1bbluep2g0_2"/>
          <p:cNvCxnSpPr/>
          <p:nvPr/>
        </p:nvCxnSpPr>
        <p:spPr>
          <a:xfrm>
            <a:off x="4194256" y="7664286"/>
            <a:ext cx="31261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1bbluep2g0_3" descr="Editable line; source id c1bbluep2g0_3"/>
          <p:cNvCxnSpPr/>
          <p:nvPr/>
        </p:nvCxnSpPr>
        <p:spPr>
          <a:xfrm>
            <a:off x="4225517" y="7674707"/>
            <a:ext cx="83364" cy="1432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1bbluep2g0_4" descr="Editable line; source id c1bbluep2g0_4"/>
          <p:cNvCxnSpPr/>
          <p:nvPr/>
        </p:nvCxnSpPr>
        <p:spPr>
          <a:xfrm>
            <a:off x="4308881" y="7689035"/>
            <a:ext cx="41682" cy="26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1bbluep2g0_5" descr="Editable line; source id c1bbluep2g0_5"/>
          <p:cNvCxnSpPr/>
          <p:nvPr/>
        </p:nvCxnSpPr>
        <p:spPr>
          <a:xfrm>
            <a:off x="4350563" y="7691640"/>
            <a:ext cx="62524" cy="1302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1bbluep2g0_6" descr="Editable line; source id c1bbluep2g0_6"/>
          <p:cNvCxnSpPr/>
          <p:nvPr/>
        </p:nvCxnSpPr>
        <p:spPr>
          <a:xfrm>
            <a:off x="4413087" y="7704666"/>
            <a:ext cx="41682" cy="26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c1bbluep2g0_7" descr="Editable line; source id c1bbluep2g0_7"/>
          <p:cNvCxnSpPr/>
          <p:nvPr/>
        </p:nvCxnSpPr>
        <p:spPr>
          <a:xfrm>
            <a:off x="4454769" y="7707271"/>
            <a:ext cx="41682" cy="911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1bbluep2g0_8" descr="Editable line; source id c1bbluep2g0_8"/>
          <p:cNvCxnSpPr/>
          <p:nvPr/>
        </p:nvCxnSpPr>
        <p:spPr>
          <a:xfrm>
            <a:off x="4496451" y="7716389"/>
            <a:ext cx="52102" cy="13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1bbluep2g0_9" descr="Editable line; source id c1bbluep2g0_9"/>
          <p:cNvCxnSpPr/>
          <p:nvPr/>
        </p:nvCxnSpPr>
        <p:spPr>
          <a:xfrm>
            <a:off x="4548553" y="7717692"/>
            <a:ext cx="31262" cy="911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1bbluep2g0_10" descr="Editable line; source id c1bbluep2g0_10"/>
          <p:cNvCxnSpPr/>
          <p:nvPr/>
        </p:nvCxnSpPr>
        <p:spPr>
          <a:xfrm>
            <a:off x="4579815" y="7726810"/>
            <a:ext cx="104205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1bbluep2g0_11" descr="Editable line; source id c1bbluep2g0_11"/>
          <p:cNvCxnSpPr/>
          <p:nvPr/>
        </p:nvCxnSpPr>
        <p:spPr>
          <a:xfrm>
            <a:off x="4684020" y="7732020"/>
            <a:ext cx="52102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1bbluep2g0_12" descr="Editable line; source id c1bbluep2g0_12"/>
          <p:cNvCxnSpPr/>
          <p:nvPr/>
        </p:nvCxnSpPr>
        <p:spPr>
          <a:xfrm>
            <a:off x="4736122" y="7742440"/>
            <a:ext cx="62524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c1bbluep2g0_13" descr="Editable line; source id c1bbluep2g0_13"/>
          <p:cNvCxnSpPr/>
          <p:nvPr/>
        </p:nvCxnSpPr>
        <p:spPr>
          <a:xfrm>
            <a:off x="4798646" y="7742440"/>
            <a:ext cx="72943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1bbluep2g0_14" descr="Editable line; source id c1bbluep2g0_14"/>
          <p:cNvCxnSpPr/>
          <p:nvPr/>
        </p:nvCxnSpPr>
        <p:spPr>
          <a:xfrm>
            <a:off x="4871589" y="7752861"/>
            <a:ext cx="145887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1bbluep2g0_15" descr="Editable line; source id c1bbluep2g0_15"/>
          <p:cNvCxnSpPr/>
          <p:nvPr/>
        </p:nvCxnSpPr>
        <p:spPr>
          <a:xfrm>
            <a:off x="5017476" y="7758071"/>
            <a:ext cx="104205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1bbluep2g0_16" descr="Editable line; source id c1bbluep2g0_16"/>
          <p:cNvCxnSpPr/>
          <p:nvPr/>
        </p:nvCxnSpPr>
        <p:spPr>
          <a:xfrm>
            <a:off x="5121681" y="7768492"/>
            <a:ext cx="114626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1bbluep2g0_17" descr="Editable line; source id c1bbluep2g0_17"/>
          <p:cNvCxnSpPr/>
          <p:nvPr/>
        </p:nvCxnSpPr>
        <p:spPr>
          <a:xfrm>
            <a:off x="5236307" y="7768492"/>
            <a:ext cx="31262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1bbluep2g0_18" descr="Editable line; source id c1bbluep2g0_18"/>
          <p:cNvCxnSpPr/>
          <p:nvPr/>
        </p:nvCxnSpPr>
        <p:spPr>
          <a:xfrm>
            <a:off x="5267569" y="7773702"/>
            <a:ext cx="93784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1bbluep2g0_19" descr="Editable line; source id c1bbluep2g0_19"/>
          <p:cNvCxnSpPr/>
          <p:nvPr/>
        </p:nvCxnSpPr>
        <p:spPr>
          <a:xfrm>
            <a:off x="5361353" y="7773702"/>
            <a:ext cx="31262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1bbluep2g0_20" descr="Editable line; source id c1bbluep2g0_20"/>
          <p:cNvCxnSpPr/>
          <p:nvPr/>
        </p:nvCxnSpPr>
        <p:spPr>
          <a:xfrm>
            <a:off x="5392615" y="7778912"/>
            <a:ext cx="354297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1bbluep2g0_21" descr="Editable line; source id c1bbluep2g0_21"/>
          <p:cNvCxnSpPr/>
          <p:nvPr/>
        </p:nvCxnSpPr>
        <p:spPr>
          <a:xfrm>
            <a:off x="5746912" y="7778912"/>
            <a:ext cx="31262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7bbluep2g0_0" descr="Editable line; source id c7bbluep2g0_0"/>
          <p:cNvCxnSpPr/>
          <p:nvPr/>
        </p:nvCxnSpPr>
        <p:spPr>
          <a:xfrm>
            <a:off x="9581661" y="7532293"/>
            <a:ext cx="156307" cy="6295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7bbluep2g0_1" descr="Editable line; source id c7bbluep2g0_1"/>
          <p:cNvCxnSpPr/>
          <p:nvPr/>
        </p:nvCxnSpPr>
        <p:spPr>
          <a:xfrm>
            <a:off x="9737968" y="7595251"/>
            <a:ext cx="114626" cy="28656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7bbluep2g0_2" descr="Editable line; source id c7bbluep2g0_2"/>
          <p:cNvCxnSpPr/>
          <p:nvPr/>
        </p:nvCxnSpPr>
        <p:spPr>
          <a:xfrm>
            <a:off x="9852594" y="7623907"/>
            <a:ext cx="114626" cy="4298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7bbluep2g0_3" descr="Editable line; source id c7bbluep2g0_3"/>
          <p:cNvCxnSpPr/>
          <p:nvPr/>
        </p:nvCxnSpPr>
        <p:spPr>
          <a:xfrm>
            <a:off x="9967220" y="7666892"/>
            <a:ext cx="197990" cy="534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7bbluep2g0_4" descr="Editable line; source id c7bbluep2g0_4"/>
          <p:cNvCxnSpPr/>
          <p:nvPr/>
        </p:nvCxnSpPr>
        <p:spPr>
          <a:xfrm>
            <a:off x="10165210" y="7720297"/>
            <a:ext cx="41682" cy="477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7bbluep2g1_0" descr="Editable line; source id c7bbluep2g1_0"/>
          <p:cNvCxnSpPr/>
          <p:nvPr/>
        </p:nvCxnSpPr>
        <p:spPr>
          <a:xfrm>
            <a:off x="10300676" y="7732020"/>
            <a:ext cx="52103" cy="651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7bbluep2g1_1" descr="Editable line; source id c7bbluep2g1_1"/>
          <p:cNvCxnSpPr/>
          <p:nvPr/>
        </p:nvCxnSpPr>
        <p:spPr>
          <a:xfrm>
            <a:off x="10352779" y="7738533"/>
            <a:ext cx="20841" cy="781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7bbluep2g1_2" descr="Editable line; source id c7bbluep2g1_2"/>
          <p:cNvCxnSpPr/>
          <p:nvPr/>
        </p:nvCxnSpPr>
        <p:spPr>
          <a:xfrm>
            <a:off x="10373620" y="7746348"/>
            <a:ext cx="31261" cy="13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7bbluep2g1_3" descr="Editable line; source id c7bbluep2g1_3"/>
          <p:cNvCxnSpPr/>
          <p:nvPr/>
        </p:nvCxnSpPr>
        <p:spPr>
          <a:xfrm>
            <a:off x="10404881" y="7747651"/>
            <a:ext cx="31262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7bbluep2g1_4" descr="Editable line; source id c7bbluep2g1_4"/>
          <p:cNvCxnSpPr/>
          <p:nvPr/>
        </p:nvCxnSpPr>
        <p:spPr>
          <a:xfrm>
            <a:off x="10436143" y="7758071"/>
            <a:ext cx="41682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7bbluep2g1_5" descr="Editable line; source id c7bbluep2g1_5"/>
          <p:cNvCxnSpPr/>
          <p:nvPr/>
        </p:nvCxnSpPr>
        <p:spPr>
          <a:xfrm>
            <a:off x="10477825" y="7758071"/>
            <a:ext cx="31261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c7bbluep2g1_6" descr="Editable line; source id c7bbluep2g1_6"/>
          <p:cNvCxnSpPr/>
          <p:nvPr/>
        </p:nvCxnSpPr>
        <p:spPr>
          <a:xfrm>
            <a:off x="10509086" y="7768492"/>
            <a:ext cx="41682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7bbluep2g1_7" descr="Editable line; source id c7bbluep2g1_7"/>
          <p:cNvCxnSpPr/>
          <p:nvPr/>
        </p:nvCxnSpPr>
        <p:spPr>
          <a:xfrm>
            <a:off x="10550768" y="7768492"/>
            <a:ext cx="31262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7bbluep2g1_8" descr="Editable line; source id c7bbluep2g1_8"/>
          <p:cNvCxnSpPr/>
          <p:nvPr/>
        </p:nvCxnSpPr>
        <p:spPr>
          <a:xfrm>
            <a:off x="10582030" y="7778912"/>
            <a:ext cx="52103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7bbluep2g1_9" descr="Editable line; source id c7bbluep2g1_9"/>
          <p:cNvCxnSpPr/>
          <p:nvPr/>
        </p:nvCxnSpPr>
        <p:spPr>
          <a:xfrm>
            <a:off x="10634133" y="7778912"/>
            <a:ext cx="41682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7bbluep2g1_10" descr="Editable line; source id c7bbluep2g1_10"/>
          <p:cNvCxnSpPr/>
          <p:nvPr/>
        </p:nvCxnSpPr>
        <p:spPr>
          <a:xfrm>
            <a:off x="10675815" y="7789333"/>
            <a:ext cx="72943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7bbluep2g1_11" descr="Editable line; source id c7bbluep2g1_11"/>
          <p:cNvCxnSpPr/>
          <p:nvPr/>
        </p:nvCxnSpPr>
        <p:spPr>
          <a:xfrm>
            <a:off x="10748758" y="7789333"/>
            <a:ext cx="41682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7bbluep2g1_12" descr="Editable line; source id c7bbluep2g1_12"/>
          <p:cNvCxnSpPr/>
          <p:nvPr/>
        </p:nvCxnSpPr>
        <p:spPr>
          <a:xfrm>
            <a:off x="10790440" y="7799753"/>
            <a:ext cx="104205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c7bbluep2g1_13" descr="Editable line; source id c7bbluep2g1_13"/>
          <p:cNvCxnSpPr/>
          <p:nvPr/>
        </p:nvCxnSpPr>
        <p:spPr>
          <a:xfrm>
            <a:off x="10894645" y="7799753"/>
            <a:ext cx="52103" cy="1042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c7bbluep2g1_14" descr="Editable line; source id c7bbluep2g1_14"/>
          <p:cNvCxnSpPr/>
          <p:nvPr/>
        </p:nvCxnSpPr>
        <p:spPr>
          <a:xfrm>
            <a:off x="10946748" y="7810174"/>
            <a:ext cx="135467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7bbluep2g1_15" descr="Editable line; source id c7bbluep2g1_15"/>
          <p:cNvCxnSpPr/>
          <p:nvPr/>
        </p:nvCxnSpPr>
        <p:spPr>
          <a:xfrm>
            <a:off x="11082215" y="7810174"/>
            <a:ext cx="93784" cy="1042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c7bbluep2g1_16" descr="Editable line; source id c7bbluep2g1_16"/>
          <p:cNvCxnSpPr/>
          <p:nvPr/>
        </p:nvCxnSpPr>
        <p:spPr>
          <a:xfrm>
            <a:off x="11175999" y="7820594"/>
            <a:ext cx="260513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7bbluep2g1_17" descr="Editable line; source id c7bbluep2g1_17"/>
          <p:cNvCxnSpPr/>
          <p:nvPr/>
        </p:nvCxnSpPr>
        <p:spPr>
          <a:xfrm>
            <a:off x="11436512" y="7820594"/>
            <a:ext cx="31262" cy="521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c7bbluep2g1_18" descr="Editable line; source id c7bbluep2g1_18"/>
          <p:cNvCxnSpPr/>
          <p:nvPr/>
        </p:nvCxnSpPr>
        <p:spPr>
          <a:xfrm>
            <a:off x="11467774" y="7825804"/>
            <a:ext cx="364718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7bblue_steep_visible_0" descr="Editable line; source id c7bblue_steep_visible_0"/>
          <p:cNvCxnSpPr/>
          <p:nvPr/>
        </p:nvCxnSpPr>
        <p:spPr>
          <a:xfrm>
            <a:off x="7560081" y="4892430"/>
            <a:ext cx="22144" cy="18756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7bblue_steep_visible_1" descr="Editable line; source id c7bblue_steep_visible_1"/>
          <p:cNvCxnSpPr/>
          <p:nvPr/>
        </p:nvCxnSpPr>
        <p:spPr>
          <a:xfrm>
            <a:off x="7582225" y="5079999"/>
            <a:ext cx="7815" cy="3126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7bblue_steep_visible_2" descr="Editable line; source id c7bblue_steep_visible_2"/>
          <p:cNvCxnSpPr/>
          <p:nvPr/>
        </p:nvCxnSpPr>
        <p:spPr>
          <a:xfrm>
            <a:off x="7590040" y="5111261"/>
            <a:ext cx="2605" cy="4168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c7bblue_steep_visible_3" descr="Editable line; source id c7bblue_steep_visible_3"/>
          <p:cNvCxnSpPr/>
          <p:nvPr/>
        </p:nvCxnSpPr>
        <p:spPr>
          <a:xfrm>
            <a:off x="7592645" y="5152943"/>
            <a:ext cx="31262" cy="187569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c7bblue_steep_visible_4" descr="Editable line; source id c7bblue_steep_visible_4"/>
          <p:cNvCxnSpPr/>
          <p:nvPr/>
        </p:nvCxnSpPr>
        <p:spPr>
          <a:xfrm>
            <a:off x="7623907" y="5340512"/>
            <a:ext cx="7815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c7bblue_steep_visible_5" descr="Editable line; source id c7bblue_steep_visible_5"/>
          <p:cNvCxnSpPr/>
          <p:nvPr/>
        </p:nvCxnSpPr>
        <p:spPr>
          <a:xfrm>
            <a:off x="7631722" y="5361353"/>
            <a:ext cx="2606" cy="3126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c7bblue_steep_visible_6" descr="Editable line; source id c7bblue_steep_visible_6"/>
          <p:cNvCxnSpPr/>
          <p:nvPr/>
        </p:nvCxnSpPr>
        <p:spPr>
          <a:xfrm>
            <a:off x="7634328" y="5392615"/>
            <a:ext cx="20841" cy="104205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7bblue_steep_visible_7" descr="Editable line; source id c7bblue_steep_visible_7"/>
          <p:cNvCxnSpPr/>
          <p:nvPr/>
        </p:nvCxnSpPr>
        <p:spPr>
          <a:xfrm>
            <a:off x="7655169" y="5496820"/>
            <a:ext cx="20841" cy="8336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7bblue_steep_visible_8" descr="Editable line; source id c7bblue_steep_visible_8"/>
          <p:cNvCxnSpPr/>
          <p:nvPr/>
        </p:nvCxnSpPr>
        <p:spPr>
          <a:xfrm>
            <a:off x="7676010" y="5580184"/>
            <a:ext cx="18235" cy="52103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7bblue_steep_visible_9" descr="Editable line; source id c7bblue_steep_visible_9"/>
          <p:cNvCxnSpPr/>
          <p:nvPr/>
        </p:nvCxnSpPr>
        <p:spPr>
          <a:xfrm>
            <a:off x="7694245" y="5632287"/>
            <a:ext cx="44288" cy="17714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7bblue_steep_visible_10" descr="Editable line; source id c7bblue_steep_visible_10"/>
          <p:cNvCxnSpPr/>
          <p:nvPr/>
        </p:nvCxnSpPr>
        <p:spPr>
          <a:xfrm>
            <a:off x="7738533" y="5809435"/>
            <a:ext cx="32564" cy="83364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7bblue_steep_visible_11" descr="Editable line; source id c7bblue_steep_visible_11"/>
          <p:cNvCxnSpPr/>
          <p:nvPr/>
        </p:nvCxnSpPr>
        <p:spPr>
          <a:xfrm>
            <a:off x="7771097" y="5892799"/>
            <a:ext cx="65128" cy="135467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7bblue_steep_visible_12" descr="Editable line; source id c7bblue_steep_visible_12"/>
          <p:cNvCxnSpPr/>
          <p:nvPr/>
        </p:nvCxnSpPr>
        <p:spPr>
          <a:xfrm>
            <a:off x="7836225" y="6028266"/>
            <a:ext cx="59918" cy="156308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c7bblue_steep_visible_13" descr="Editable line; source id c7bblue_steep_visible_13"/>
          <p:cNvCxnSpPr/>
          <p:nvPr/>
        </p:nvCxnSpPr>
        <p:spPr>
          <a:xfrm>
            <a:off x="7896143" y="6184574"/>
            <a:ext cx="15631" cy="3126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c7bblue_steep_visible_14" descr="Editable line; source id c7bblue_steep_visible_14"/>
          <p:cNvCxnSpPr/>
          <p:nvPr/>
        </p:nvCxnSpPr>
        <p:spPr>
          <a:xfrm>
            <a:off x="7911774" y="6215835"/>
            <a:ext cx="5210" cy="20841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c7bblue_steep_visible_15outside0" descr="Editable line; source id c7bblue_steep_visible_15outside0"/>
          <p:cNvCxnSpPr/>
          <p:nvPr/>
        </p:nvCxnSpPr>
        <p:spPr>
          <a:xfrm>
            <a:off x="7916984" y="6236676"/>
            <a:ext cx="54708" cy="113792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130greenp1g0_0" descr="Editable line; source id c130greenp1g0_0"/>
          <p:cNvCxnSpPr/>
          <p:nvPr/>
        </p:nvCxnSpPr>
        <p:spPr>
          <a:xfrm>
            <a:off x="1933005" y="373401"/>
            <a:ext cx="31261" cy="2909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c130greenp1g0_1" descr="Editable line; source id c130greenp1g0_1"/>
          <p:cNvCxnSpPr/>
          <p:nvPr/>
        </p:nvCxnSpPr>
        <p:spPr>
          <a:xfrm>
            <a:off x="1964266" y="402492"/>
            <a:ext cx="20841" cy="3126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c130greenp1g0_2" descr="Editable line; source id c130greenp1g0_2"/>
          <p:cNvCxnSpPr/>
          <p:nvPr/>
        </p:nvCxnSpPr>
        <p:spPr>
          <a:xfrm>
            <a:off x="1985107" y="433753"/>
            <a:ext cx="41682" cy="9118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c130greenp1g0_3" descr="Editable line; source id c130greenp1g0_3"/>
          <p:cNvCxnSpPr/>
          <p:nvPr/>
        </p:nvCxnSpPr>
        <p:spPr>
          <a:xfrm>
            <a:off x="2026789" y="524933"/>
            <a:ext cx="41682" cy="7685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130greenp1g0_4" descr="Editable line; source id c130greenp1g0_4"/>
          <p:cNvCxnSpPr/>
          <p:nvPr/>
        </p:nvCxnSpPr>
        <p:spPr>
          <a:xfrm>
            <a:off x="2068471" y="601784"/>
            <a:ext cx="187569" cy="268328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c130greenp1g0_5" descr="Editable line; source id c130greenp1g0_5"/>
          <p:cNvCxnSpPr/>
          <p:nvPr/>
        </p:nvCxnSpPr>
        <p:spPr>
          <a:xfrm>
            <a:off x="2256040" y="870112"/>
            <a:ext cx="52103" cy="6643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130greenp1g0_6" descr="Editable line; source id c130greenp1g0_6"/>
          <p:cNvCxnSpPr/>
          <p:nvPr/>
        </p:nvCxnSpPr>
        <p:spPr>
          <a:xfrm>
            <a:off x="2308143" y="936543"/>
            <a:ext cx="83364" cy="84667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130greenp1g0_7" descr="Editable line; source id c130greenp1g0_7"/>
          <p:cNvCxnSpPr/>
          <p:nvPr/>
        </p:nvCxnSpPr>
        <p:spPr>
          <a:xfrm>
            <a:off x="2391507" y="1021210"/>
            <a:ext cx="52103" cy="41682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c130greenp1g0_8" descr="Editable line; source id c130greenp1g0_8"/>
          <p:cNvCxnSpPr/>
          <p:nvPr/>
        </p:nvCxnSpPr>
        <p:spPr>
          <a:xfrm>
            <a:off x="2443610" y="1062892"/>
            <a:ext cx="104205" cy="102902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130greenp1g0_9" descr="Editable line; source id c130greenp1g0_9"/>
          <p:cNvCxnSpPr/>
          <p:nvPr/>
        </p:nvCxnSpPr>
        <p:spPr>
          <a:xfrm>
            <a:off x="2547815" y="1165794"/>
            <a:ext cx="239672" cy="182359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c130greenp1g0_10" descr="Editable line; source id c130greenp1g0_10"/>
          <p:cNvCxnSpPr/>
          <p:nvPr/>
        </p:nvCxnSpPr>
        <p:spPr>
          <a:xfrm>
            <a:off x="2787487" y="1348153"/>
            <a:ext cx="239671" cy="13416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c130greenp1g0_11" descr="Editable line; source id c130greenp1g0_11"/>
          <p:cNvCxnSpPr/>
          <p:nvPr/>
        </p:nvCxnSpPr>
        <p:spPr>
          <a:xfrm>
            <a:off x="3027158" y="1482317"/>
            <a:ext cx="281354" cy="115929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130greenp1g0_12" descr="Editable line; source id c130greenp1g0_12"/>
          <p:cNvCxnSpPr/>
          <p:nvPr/>
        </p:nvCxnSpPr>
        <p:spPr>
          <a:xfrm>
            <a:off x="3308512" y="1598246"/>
            <a:ext cx="218831" cy="7294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130greenp1g0_13" descr="Editable line; source id c130greenp1g0_13"/>
          <p:cNvCxnSpPr/>
          <p:nvPr/>
        </p:nvCxnSpPr>
        <p:spPr>
          <a:xfrm>
            <a:off x="3527343" y="1671189"/>
            <a:ext cx="187569" cy="5210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130greenp1g0_14" descr="Editable line; source id c130greenp1g0_14"/>
          <p:cNvCxnSpPr/>
          <p:nvPr/>
        </p:nvCxnSpPr>
        <p:spPr>
          <a:xfrm>
            <a:off x="3714912" y="1723292"/>
            <a:ext cx="83364" cy="2084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130greenp1g0_15" descr="Editable line; source id c130greenp1g0_15"/>
          <p:cNvCxnSpPr/>
          <p:nvPr/>
        </p:nvCxnSpPr>
        <p:spPr>
          <a:xfrm>
            <a:off x="3798276" y="1744133"/>
            <a:ext cx="250093" cy="46458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c130greenp2g0_0" descr="Editable line; source id c130greenp2g0_0"/>
          <p:cNvCxnSpPr/>
          <p:nvPr/>
        </p:nvCxnSpPr>
        <p:spPr>
          <a:xfrm>
            <a:off x="4058789" y="1792328"/>
            <a:ext cx="218831" cy="3126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130greenp2g0_1" descr="Editable line; source id c130greenp2g0_1"/>
          <p:cNvCxnSpPr/>
          <p:nvPr/>
        </p:nvCxnSpPr>
        <p:spPr>
          <a:xfrm>
            <a:off x="4277620" y="1823589"/>
            <a:ext cx="31261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130greenp2g0_2" descr="Editable line; source id c130greenp2g0_2"/>
          <p:cNvCxnSpPr/>
          <p:nvPr/>
        </p:nvCxnSpPr>
        <p:spPr>
          <a:xfrm>
            <a:off x="4308881" y="1823589"/>
            <a:ext cx="72944" cy="104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c130greenp2g0_3" descr="Editable line; source id c130greenp2g0_3"/>
          <p:cNvCxnSpPr/>
          <p:nvPr/>
        </p:nvCxnSpPr>
        <p:spPr>
          <a:xfrm>
            <a:off x="4381825" y="1834010"/>
            <a:ext cx="52103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130greenp2g0_4" descr="Editable line; source id c130greenp2g0_4"/>
          <p:cNvCxnSpPr/>
          <p:nvPr/>
        </p:nvCxnSpPr>
        <p:spPr>
          <a:xfrm>
            <a:off x="4433928" y="1834010"/>
            <a:ext cx="83364" cy="1042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130greenp2g0_5" descr="Editable line; source id c130greenp2g0_5"/>
          <p:cNvCxnSpPr/>
          <p:nvPr/>
        </p:nvCxnSpPr>
        <p:spPr>
          <a:xfrm>
            <a:off x="4517292" y="1844430"/>
            <a:ext cx="41682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c130greenp2g0_6" descr="Editable line; source id c130greenp2g0_6"/>
          <p:cNvCxnSpPr/>
          <p:nvPr/>
        </p:nvCxnSpPr>
        <p:spPr>
          <a:xfrm>
            <a:off x="4558974" y="1844430"/>
            <a:ext cx="83364" cy="104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130greenp2g0_7" descr="Editable line; source id c130greenp2g0_7"/>
          <p:cNvCxnSpPr/>
          <p:nvPr/>
        </p:nvCxnSpPr>
        <p:spPr>
          <a:xfrm>
            <a:off x="4642338" y="1854851"/>
            <a:ext cx="52102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130greenp2g0_8" descr="Editable line; source id c130greenp2g0_8"/>
          <p:cNvCxnSpPr/>
          <p:nvPr/>
        </p:nvCxnSpPr>
        <p:spPr>
          <a:xfrm>
            <a:off x="4694440" y="1854851"/>
            <a:ext cx="72944" cy="1042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130greenp2g0_9" descr="Editable line; source id c130greenp2g0_9"/>
          <p:cNvCxnSpPr/>
          <p:nvPr/>
        </p:nvCxnSpPr>
        <p:spPr>
          <a:xfrm>
            <a:off x="4767384" y="1865271"/>
            <a:ext cx="135467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c130greenp2g0_10" descr="Editable line; source id c130greenp2g0_10"/>
          <p:cNvCxnSpPr/>
          <p:nvPr/>
        </p:nvCxnSpPr>
        <p:spPr>
          <a:xfrm>
            <a:off x="4902851" y="1865271"/>
            <a:ext cx="125046" cy="104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130greenp2g0_11" descr="Editable line; source id c130greenp2g0_11"/>
          <p:cNvCxnSpPr/>
          <p:nvPr/>
        </p:nvCxnSpPr>
        <p:spPr>
          <a:xfrm>
            <a:off x="5027897" y="1875692"/>
            <a:ext cx="260513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130greenp2g0_12" descr="Editable line; source id c130greenp2g0_12"/>
          <p:cNvCxnSpPr/>
          <p:nvPr/>
        </p:nvCxnSpPr>
        <p:spPr>
          <a:xfrm>
            <a:off x="5288410" y="1875692"/>
            <a:ext cx="31261" cy="521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c130greenp2g0_13" descr="Editable line; source id c130greenp2g0_13"/>
          <p:cNvCxnSpPr/>
          <p:nvPr/>
        </p:nvCxnSpPr>
        <p:spPr>
          <a:xfrm>
            <a:off x="5319671" y="1880902"/>
            <a:ext cx="406400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c130greenp2g0_14" descr="Editable line; source id c130greenp2g0_14"/>
          <p:cNvCxnSpPr/>
          <p:nvPr/>
        </p:nvCxnSpPr>
        <p:spPr>
          <a:xfrm>
            <a:off x="5726071" y="1880902"/>
            <a:ext cx="52103" cy="521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c350greenp0g0_0" descr="Editable line; source id c350greenp0g0_0"/>
          <p:cNvCxnSpPr/>
          <p:nvPr/>
        </p:nvCxnSpPr>
        <p:spPr>
          <a:xfrm>
            <a:off x="7712916" y="369928"/>
            <a:ext cx="36037" cy="145887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c350greenp0g0_1" descr="Editable line; source id c350greenp0g0_1"/>
          <p:cNvCxnSpPr/>
          <p:nvPr/>
        </p:nvCxnSpPr>
        <p:spPr>
          <a:xfrm>
            <a:off x="7748953" y="515815"/>
            <a:ext cx="72944" cy="21883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350greenp0g0_2" descr="Editable line; source id c350greenp0g0_2"/>
          <p:cNvCxnSpPr/>
          <p:nvPr/>
        </p:nvCxnSpPr>
        <p:spPr>
          <a:xfrm>
            <a:off x="7821897" y="734646"/>
            <a:ext cx="63825" cy="156307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c350greenp0g0_3" descr="Editable line; source id c350greenp0g0_3"/>
          <p:cNvCxnSpPr/>
          <p:nvPr/>
        </p:nvCxnSpPr>
        <p:spPr>
          <a:xfrm>
            <a:off x="7885722" y="890953"/>
            <a:ext cx="88575" cy="177149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c350greenp0g0_4" descr="Editable line; source id c350greenp0g0_4"/>
          <p:cNvCxnSpPr/>
          <p:nvPr/>
        </p:nvCxnSpPr>
        <p:spPr>
          <a:xfrm>
            <a:off x="7974297" y="1068102"/>
            <a:ext cx="23446" cy="8336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350greenp1g0_0" descr="Editable line; source id c350greenp1g0_0"/>
          <p:cNvCxnSpPr/>
          <p:nvPr/>
        </p:nvCxnSpPr>
        <p:spPr>
          <a:xfrm>
            <a:off x="8008163" y="1132362"/>
            <a:ext cx="83365" cy="122007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c350greenp1g0_1" descr="Editable line; source id c350greenp1g0_1"/>
          <p:cNvCxnSpPr/>
          <p:nvPr/>
        </p:nvCxnSpPr>
        <p:spPr>
          <a:xfrm>
            <a:off x="8091528" y="1254369"/>
            <a:ext cx="104205" cy="135466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c350greenp1g0_2" descr="Editable line; source id c350greenp1g0_2"/>
          <p:cNvCxnSpPr/>
          <p:nvPr/>
        </p:nvCxnSpPr>
        <p:spPr>
          <a:xfrm>
            <a:off x="8195733" y="1389835"/>
            <a:ext cx="62523" cy="7164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350greenp1g0_3" descr="Editable line; source id c350greenp1g0_3"/>
          <p:cNvCxnSpPr/>
          <p:nvPr/>
        </p:nvCxnSpPr>
        <p:spPr>
          <a:xfrm>
            <a:off x="8258256" y="1461476"/>
            <a:ext cx="114625" cy="1120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c350greenp1g0_4" descr="Editable line; source id c350greenp1g0_4"/>
          <p:cNvCxnSpPr/>
          <p:nvPr/>
        </p:nvCxnSpPr>
        <p:spPr>
          <a:xfrm>
            <a:off x="8372881" y="1573497"/>
            <a:ext cx="177149" cy="13937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c350greenp1g0_5" descr="Editable line; source id c350greenp1g0_5"/>
          <p:cNvCxnSpPr/>
          <p:nvPr/>
        </p:nvCxnSpPr>
        <p:spPr>
          <a:xfrm>
            <a:off x="8550030" y="1712871"/>
            <a:ext cx="93785" cy="612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c350greenp1g0_6" descr="Editable line; source id c350greenp1g0_6"/>
          <p:cNvCxnSpPr/>
          <p:nvPr/>
        </p:nvCxnSpPr>
        <p:spPr>
          <a:xfrm>
            <a:off x="8643815" y="1774092"/>
            <a:ext cx="145887" cy="8336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c350greenp1g0_7" descr="Editable line; source id c350greenp1g0_7"/>
          <p:cNvCxnSpPr/>
          <p:nvPr/>
        </p:nvCxnSpPr>
        <p:spPr>
          <a:xfrm>
            <a:off x="8789702" y="1857456"/>
            <a:ext cx="125046" cy="6252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c350greenp1g0_8" descr="Editable line; source id c350greenp1g0_8"/>
          <p:cNvCxnSpPr/>
          <p:nvPr/>
        </p:nvCxnSpPr>
        <p:spPr>
          <a:xfrm>
            <a:off x="8914748" y="1919979"/>
            <a:ext cx="187569" cy="80759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350greenp1g0_9" descr="Editable line; source id c350greenp1g0_9"/>
          <p:cNvCxnSpPr/>
          <p:nvPr/>
        </p:nvCxnSpPr>
        <p:spPr>
          <a:xfrm>
            <a:off x="9102317" y="2000738"/>
            <a:ext cx="302195" cy="97692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c350greenp1g0_10" descr="Editable line; source id c350greenp1g0_10"/>
          <p:cNvCxnSpPr/>
          <p:nvPr/>
        </p:nvCxnSpPr>
        <p:spPr>
          <a:xfrm>
            <a:off x="9404512" y="2098430"/>
            <a:ext cx="93785" cy="2605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c350greenp1g0_11" descr="Editable line; source id c350greenp1g0_11"/>
          <p:cNvCxnSpPr/>
          <p:nvPr/>
        </p:nvCxnSpPr>
        <p:spPr>
          <a:xfrm>
            <a:off x="9498297" y="2124481"/>
            <a:ext cx="343877" cy="7294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c350greenp1g0_12" descr="Editable line; source id c350greenp1g0_12"/>
          <p:cNvCxnSpPr/>
          <p:nvPr/>
        </p:nvCxnSpPr>
        <p:spPr>
          <a:xfrm>
            <a:off x="9842174" y="2197425"/>
            <a:ext cx="187569" cy="31262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c350greenp1g0_13" descr="Editable line; source id c350greenp1g0_13"/>
          <p:cNvCxnSpPr/>
          <p:nvPr/>
        </p:nvCxnSpPr>
        <p:spPr>
          <a:xfrm>
            <a:off x="10029743" y="2228687"/>
            <a:ext cx="62523" cy="6512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c350greenp2g0_0" descr="Editable line; source id c350greenp2g0_0"/>
          <p:cNvCxnSpPr/>
          <p:nvPr/>
        </p:nvCxnSpPr>
        <p:spPr>
          <a:xfrm>
            <a:off x="10102686" y="2236937"/>
            <a:ext cx="302195" cy="3473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c350greenp2g0_1" descr="Editable line; source id c350greenp2g0_1"/>
          <p:cNvCxnSpPr/>
          <p:nvPr/>
        </p:nvCxnSpPr>
        <p:spPr>
          <a:xfrm>
            <a:off x="10404881" y="2271671"/>
            <a:ext cx="52103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c350greenp2g0_2" descr="Editable line; source id c350greenp2g0_2"/>
          <p:cNvCxnSpPr/>
          <p:nvPr/>
        </p:nvCxnSpPr>
        <p:spPr>
          <a:xfrm>
            <a:off x="10456984" y="2271671"/>
            <a:ext cx="83364" cy="104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c350greenp2g0_3" descr="Editable line; source id c350greenp2g0_3"/>
          <p:cNvCxnSpPr/>
          <p:nvPr/>
        </p:nvCxnSpPr>
        <p:spPr>
          <a:xfrm>
            <a:off x="10540348" y="2282092"/>
            <a:ext cx="145887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350greenp2g0_4" descr="Editable line; source id c350greenp2g0_4"/>
          <p:cNvCxnSpPr/>
          <p:nvPr/>
        </p:nvCxnSpPr>
        <p:spPr>
          <a:xfrm>
            <a:off x="10686235" y="2282092"/>
            <a:ext cx="93785" cy="1042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c350greenp2g0_5" descr="Editable line; source id c350greenp2g0_5"/>
          <p:cNvCxnSpPr/>
          <p:nvPr/>
        </p:nvCxnSpPr>
        <p:spPr>
          <a:xfrm>
            <a:off x="10780020" y="2292512"/>
            <a:ext cx="229251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350greenp2g0_6" descr="Editable line; source id c350greenp2g0_6"/>
          <p:cNvCxnSpPr/>
          <p:nvPr/>
        </p:nvCxnSpPr>
        <p:spPr>
          <a:xfrm>
            <a:off x="11009271" y="2292512"/>
            <a:ext cx="31262" cy="521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c350greenp2g0_7" descr="Editable line; source id c350greenp2g0_7"/>
          <p:cNvCxnSpPr/>
          <p:nvPr/>
        </p:nvCxnSpPr>
        <p:spPr>
          <a:xfrm>
            <a:off x="11040533" y="2297723"/>
            <a:ext cx="791959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1bgreenp0g0_0" descr="Editable line; source id c1bgreenp0g0_0"/>
          <p:cNvCxnSpPr/>
          <p:nvPr/>
        </p:nvCxnSpPr>
        <p:spPr>
          <a:xfrm>
            <a:off x="1688123" y="4892430"/>
            <a:ext cx="69035" cy="26051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1bgreenp0g0_1" descr="Editable line; source id c1bgreenp0g0_1"/>
          <p:cNvCxnSpPr/>
          <p:nvPr/>
        </p:nvCxnSpPr>
        <p:spPr>
          <a:xfrm>
            <a:off x="1757158" y="5152943"/>
            <a:ext cx="62524" cy="187569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1bgreenp0g0_2" descr="Editable line; source id c1bgreenp0g0_2"/>
          <p:cNvCxnSpPr/>
          <p:nvPr/>
        </p:nvCxnSpPr>
        <p:spPr>
          <a:xfrm>
            <a:off x="1819682" y="5340512"/>
            <a:ext cx="32564" cy="8336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c1bgreenp0g0_3" descr="Editable line; source id c1bgreenp0g0_3"/>
          <p:cNvCxnSpPr/>
          <p:nvPr/>
        </p:nvCxnSpPr>
        <p:spPr>
          <a:xfrm>
            <a:off x="1852246" y="5423876"/>
            <a:ext cx="98994" cy="20841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c1bgreenp0g0_4" descr="Editable line; source id c1bgreenp0g0_4"/>
          <p:cNvCxnSpPr/>
          <p:nvPr/>
        </p:nvCxnSpPr>
        <p:spPr>
          <a:xfrm>
            <a:off x="1951240" y="5632287"/>
            <a:ext cx="23447" cy="9378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1bgreenp1g0_0" descr="Editable line; source id c1bgreenp1g0_0"/>
          <p:cNvCxnSpPr/>
          <p:nvPr/>
        </p:nvCxnSpPr>
        <p:spPr>
          <a:xfrm>
            <a:off x="1985107" y="5705230"/>
            <a:ext cx="114626" cy="179754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c1bgreenp1g0_1" descr="Editable line; source id c1bgreenp1g0_1"/>
          <p:cNvCxnSpPr/>
          <p:nvPr/>
        </p:nvCxnSpPr>
        <p:spPr>
          <a:xfrm>
            <a:off x="2099733" y="5884984"/>
            <a:ext cx="41682" cy="58615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c1bgreenp1g0_2" descr="Editable line; source id c1bgreenp1g0_2"/>
          <p:cNvCxnSpPr/>
          <p:nvPr/>
        </p:nvCxnSpPr>
        <p:spPr>
          <a:xfrm>
            <a:off x="2141415" y="5943599"/>
            <a:ext cx="104205" cy="126349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c1bgreenp1g0_3" descr="Editable line; source id c1bgreenp1g0_3"/>
          <p:cNvCxnSpPr/>
          <p:nvPr/>
        </p:nvCxnSpPr>
        <p:spPr>
          <a:xfrm>
            <a:off x="2245620" y="6069948"/>
            <a:ext cx="135467" cy="140677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c1bgreenp1g0_4" descr="Editable line; source id c1bgreenp1g0_4"/>
          <p:cNvCxnSpPr/>
          <p:nvPr/>
        </p:nvCxnSpPr>
        <p:spPr>
          <a:xfrm>
            <a:off x="2381087" y="6210625"/>
            <a:ext cx="208410" cy="160215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1bgreenp1g0_5" descr="Editable line; source id c1bgreenp1g0_5"/>
          <p:cNvCxnSpPr/>
          <p:nvPr/>
        </p:nvCxnSpPr>
        <p:spPr>
          <a:xfrm>
            <a:off x="2589497" y="6370840"/>
            <a:ext cx="104205" cy="7164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1bgreenp1g0_6" descr="Editable line; source id c1bgreenp1g0_6"/>
          <p:cNvCxnSpPr/>
          <p:nvPr/>
        </p:nvCxnSpPr>
        <p:spPr>
          <a:xfrm>
            <a:off x="2693702" y="6442481"/>
            <a:ext cx="104205" cy="6252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c1bgreenp1g0_7" descr="Editable line; source id c1bgreenp1g0_7"/>
          <p:cNvCxnSpPr/>
          <p:nvPr/>
        </p:nvCxnSpPr>
        <p:spPr>
          <a:xfrm>
            <a:off x="2797907" y="6505004"/>
            <a:ext cx="197990" cy="104206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1bgreenp1g0_8" descr="Editable line; source id c1bgreenp1g0_8"/>
          <p:cNvCxnSpPr/>
          <p:nvPr/>
        </p:nvCxnSpPr>
        <p:spPr>
          <a:xfrm>
            <a:off x="2995897" y="6609210"/>
            <a:ext cx="166728" cy="7294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1bgreenp1g0_9" descr="Editable line; source id c1bgreenp1g0_9"/>
          <p:cNvCxnSpPr/>
          <p:nvPr/>
        </p:nvCxnSpPr>
        <p:spPr>
          <a:xfrm>
            <a:off x="3162625" y="6682153"/>
            <a:ext cx="166728" cy="63826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1bgreenp1g0_10" descr="Editable line; source id c1bgreenp1g0_10"/>
          <p:cNvCxnSpPr/>
          <p:nvPr/>
        </p:nvCxnSpPr>
        <p:spPr>
          <a:xfrm>
            <a:off x="3329353" y="6745979"/>
            <a:ext cx="93785" cy="3126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c1bgreenp1g0_11" descr="Editable line; source id c1bgreenp1g0_11"/>
          <p:cNvCxnSpPr/>
          <p:nvPr/>
        </p:nvCxnSpPr>
        <p:spPr>
          <a:xfrm>
            <a:off x="3423138" y="6777240"/>
            <a:ext cx="104205" cy="23447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c1bgreenp1g0_12" descr="Editable line; source id c1bgreenp1g0_12"/>
          <p:cNvCxnSpPr/>
          <p:nvPr/>
        </p:nvCxnSpPr>
        <p:spPr>
          <a:xfrm>
            <a:off x="3527343" y="6800687"/>
            <a:ext cx="52103" cy="2084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c1bgreenp1g0_13" descr="Editable line; source id c1bgreenp1g0_13"/>
          <p:cNvCxnSpPr/>
          <p:nvPr/>
        </p:nvCxnSpPr>
        <p:spPr>
          <a:xfrm>
            <a:off x="3579446" y="6821528"/>
            <a:ext cx="145887" cy="39076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1bgreenp1g0_14" descr="Editable line; source id c1bgreenp1g0_14"/>
          <p:cNvCxnSpPr/>
          <p:nvPr/>
        </p:nvCxnSpPr>
        <p:spPr>
          <a:xfrm>
            <a:off x="3725333" y="6860604"/>
            <a:ext cx="270933" cy="5731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1bgreenp1g0_15" descr="Editable line; source id c1bgreenp1g0_15"/>
          <p:cNvCxnSpPr/>
          <p:nvPr/>
        </p:nvCxnSpPr>
        <p:spPr>
          <a:xfrm>
            <a:off x="3996266" y="6917917"/>
            <a:ext cx="52103" cy="6513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c1bgreenp2g0_0" descr="Editable line; source id c1bgreenp2g0_0"/>
          <p:cNvCxnSpPr/>
          <p:nvPr/>
        </p:nvCxnSpPr>
        <p:spPr>
          <a:xfrm>
            <a:off x="4058789" y="6929640"/>
            <a:ext cx="291774" cy="41682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c1bgreenp2g0_1" descr="Editable line; source id c1bgreenp2g0_1"/>
          <p:cNvCxnSpPr/>
          <p:nvPr/>
        </p:nvCxnSpPr>
        <p:spPr>
          <a:xfrm>
            <a:off x="4350563" y="6971322"/>
            <a:ext cx="41683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c1bgreenp2g0_2" descr="Editable line; source id c1bgreenp2g0_2"/>
          <p:cNvCxnSpPr/>
          <p:nvPr/>
        </p:nvCxnSpPr>
        <p:spPr>
          <a:xfrm>
            <a:off x="4392246" y="6971322"/>
            <a:ext cx="72943" cy="104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c1bgreenp2g0_3" descr="Editable line; source id c1bgreenp2g0_3"/>
          <p:cNvCxnSpPr/>
          <p:nvPr/>
        </p:nvCxnSpPr>
        <p:spPr>
          <a:xfrm>
            <a:off x="4465189" y="6981743"/>
            <a:ext cx="52103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c1bgreenp2g0_4" descr="Editable line; source id c1bgreenp2g0_4"/>
          <p:cNvCxnSpPr/>
          <p:nvPr/>
        </p:nvCxnSpPr>
        <p:spPr>
          <a:xfrm>
            <a:off x="4517292" y="6981743"/>
            <a:ext cx="62523" cy="1042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c1bgreenp2g0_5" descr="Editable line; source id c1bgreenp2g0_5"/>
          <p:cNvCxnSpPr/>
          <p:nvPr/>
        </p:nvCxnSpPr>
        <p:spPr>
          <a:xfrm>
            <a:off x="4579815" y="6992163"/>
            <a:ext cx="62523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c1bgreenp2g0_6" descr="Editable line; source id c1bgreenp2g0_6"/>
          <p:cNvCxnSpPr/>
          <p:nvPr/>
        </p:nvCxnSpPr>
        <p:spPr>
          <a:xfrm>
            <a:off x="4642338" y="6992163"/>
            <a:ext cx="125046" cy="10421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c1bgreenp2g0_7" descr="Editable line; source id c1bgreenp2g0_7"/>
          <p:cNvCxnSpPr/>
          <p:nvPr/>
        </p:nvCxnSpPr>
        <p:spPr>
          <a:xfrm>
            <a:off x="4767384" y="7002584"/>
            <a:ext cx="125046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1bgreenp2g0_8" descr="Editable line; source id c1bgreenp2g0_8"/>
          <p:cNvCxnSpPr/>
          <p:nvPr/>
        </p:nvCxnSpPr>
        <p:spPr>
          <a:xfrm>
            <a:off x="4892430" y="7002584"/>
            <a:ext cx="31262" cy="521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1bgreenp2g0_9" descr="Editable line; source id c1bgreenp2g0_9"/>
          <p:cNvCxnSpPr/>
          <p:nvPr/>
        </p:nvCxnSpPr>
        <p:spPr>
          <a:xfrm>
            <a:off x="4923692" y="7007794"/>
            <a:ext cx="83364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c1bgreenp2g0_10" descr="Editable line; source id c1bgreenp2g0_10"/>
          <p:cNvCxnSpPr/>
          <p:nvPr/>
        </p:nvCxnSpPr>
        <p:spPr>
          <a:xfrm>
            <a:off x="5007056" y="7007794"/>
            <a:ext cx="31261" cy="521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1bgreenp2g0_11" descr="Editable line; source id c1bgreenp2g0_11"/>
          <p:cNvCxnSpPr/>
          <p:nvPr/>
        </p:nvCxnSpPr>
        <p:spPr>
          <a:xfrm>
            <a:off x="5038317" y="7013004"/>
            <a:ext cx="646072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c1bgreenp2g0_12" descr="Editable line; source id c1bgreenp2g0_12"/>
          <p:cNvCxnSpPr/>
          <p:nvPr/>
        </p:nvCxnSpPr>
        <p:spPr>
          <a:xfrm>
            <a:off x="5684389" y="7013004"/>
            <a:ext cx="20841" cy="3908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c1bgreenp2g0_13" descr="Editable line; source id c1bgreenp2g0_13"/>
          <p:cNvCxnSpPr/>
          <p:nvPr/>
        </p:nvCxnSpPr>
        <p:spPr>
          <a:xfrm flipV="1">
            <a:off x="5705230" y="7013004"/>
            <a:ext cx="72944" cy="3908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c130brownp0g0_0" descr="Editable line; source id c130brownp0g0_0"/>
          <p:cNvCxnSpPr/>
          <p:nvPr/>
        </p:nvCxnSpPr>
        <p:spPr>
          <a:xfrm>
            <a:off x="1236567" y="369928"/>
            <a:ext cx="4776" cy="6252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c130brownp0g0_1" descr="Editable line; source id c130brownp0g0_1"/>
          <p:cNvCxnSpPr/>
          <p:nvPr/>
        </p:nvCxnSpPr>
        <p:spPr>
          <a:xfrm>
            <a:off x="1241343" y="432451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c130brownp0g0_2" descr="Editable line; source id c130brownp0g0_2"/>
          <p:cNvCxnSpPr/>
          <p:nvPr/>
        </p:nvCxnSpPr>
        <p:spPr>
          <a:xfrm>
            <a:off x="1249158" y="453292"/>
            <a:ext cx="2606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c130brownp0g0_3" descr="Editable line; source id c130brownp0g0_3"/>
          <p:cNvCxnSpPr/>
          <p:nvPr/>
        </p:nvCxnSpPr>
        <p:spPr>
          <a:xfrm>
            <a:off x="1251764" y="505394"/>
            <a:ext cx="7815" cy="3126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c130brownp0g0_4" descr="Editable line; source id c130brownp0g0_4"/>
          <p:cNvCxnSpPr/>
          <p:nvPr/>
        </p:nvCxnSpPr>
        <p:spPr>
          <a:xfrm>
            <a:off x="1259579" y="536656"/>
            <a:ext cx="2605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c130brownp0g0_5" descr="Editable line; source id c130brownp0g0_5"/>
          <p:cNvCxnSpPr/>
          <p:nvPr/>
        </p:nvCxnSpPr>
        <p:spPr>
          <a:xfrm>
            <a:off x="1262184" y="578338"/>
            <a:ext cx="18236" cy="1042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130brownp0g0_6" descr="Editable line; source id c130brownp0g0_6"/>
          <p:cNvCxnSpPr/>
          <p:nvPr/>
        </p:nvCxnSpPr>
        <p:spPr>
          <a:xfrm>
            <a:off x="1280420" y="682543"/>
            <a:ext cx="2605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c130brownp0g0_7" descr="Editable line; source id c130brownp0g0_7"/>
          <p:cNvCxnSpPr/>
          <p:nvPr/>
        </p:nvCxnSpPr>
        <p:spPr>
          <a:xfrm>
            <a:off x="1283025" y="734646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c130brownp0g0_8" descr="Editable line; source id c130brownp0g0_8"/>
          <p:cNvCxnSpPr/>
          <p:nvPr/>
        </p:nvCxnSpPr>
        <p:spPr>
          <a:xfrm>
            <a:off x="1290840" y="755487"/>
            <a:ext cx="2606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c130brownp0g0_9" descr="Editable line; source id c130brownp0g0_9"/>
          <p:cNvCxnSpPr/>
          <p:nvPr/>
        </p:nvCxnSpPr>
        <p:spPr>
          <a:xfrm>
            <a:off x="1293446" y="807589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c130brownp0g0_10" descr="Editable line; source id c130brownp0g0_10"/>
          <p:cNvCxnSpPr/>
          <p:nvPr/>
        </p:nvCxnSpPr>
        <p:spPr>
          <a:xfrm>
            <a:off x="1301261" y="828430"/>
            <a:ext cx="2605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c130brownp0g0_11" descr="Editable line; source id c130brownp0g0_11"/>
          <p:cNvCxnSpPr/>
          <p:nvPr/>
        </p:nvCxnSpPr>
        <p:spPr>
          <a:xfrm>
            <a:off x="1303866" y="880533"/>
            <a:ext cx="39077" cy="11462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c130brownp0g0_12" descr="Editable line; source id c130brownp0g0_12"/>
          <p:cNvCxnSpPr/>
          <p:nvPr/>
        </p:nvCxnSpPr>
        <p:spPr>
          <a:xfrm>
            <a:off x="1342943" y="995158"/>
            <a:ext cx="200595" cy="64607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c130brownp0g0_13" descr="Editable line; source id c130brownp0g0_13"/>
          <p:cNvCxnSpPr/>
          <p:nvPr/>
        </p:nvCxnSpPr>
        <p:spPr>
          <a:xfrm>
            <a:off x="1543538" y="1641230"/>
            <a:ext cx="16933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c130brownp0g0_14" descr="Editable line; source id c130brownp0g0_14"/>
          <p:cNvCxnSpPr/>
          <p:nvPr/>
        </p:nvCxnSpPr>
        <p:spPr>
          <a:xfrm>
            <a:off x="1560471" y="1682912"/>
            <a:ext cx="235764" cy="35429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c130brownp0g0_15" descr="Editable line; source id c130brownp0g0_15"/>
          <p:cNvCxnSpPr/>
          <p:nvPr/>
        </p:nvCxnSpPr>
        <p:spPr>
          <a:xfrm>
            <a:off x="1796235" y="2037210"/>
            <a:ext cx="41682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c130brownp0g0_16" descr="Editable line; source id c130brownp0g0_16"/>
          <p:cNvCxnSpPr/>
          <p:nvPr/>
        </p:nvCxnSpPr>
        <p:spPr>
          <a:xfrm>
            <a:off x="1837917" y="2078892"/>
            <a:ext cx="22144" cy="3126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c130brownp0g0_17" descr="Editable line; source id c130brownp0g0_17"/>
          <p:cNvCxnSpPr/>
          <p:nvPr/>
        </p:nvCxnSpPr>
        <p:spPr>
          <a:xfrm>
            <a:off x="1860061" y="2110153"/>
            <a:ext cx="8683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c130brownp1g0_0" descr="Editable line; source id c130brownp1g0_0"/>
          <p:cNvCxnSpPr/>
          <p:nvPr/>
        </p:nvCxnSpPr>
        <p:spPr>
          <a:xfrm>
            <a:off x="1880902" y="2118837"/>
            <a:ext cx="83364" cy="6947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c130brownp1g0_1" descr="Editable line; source id c130brownp1g0_1"/>
          <p:cNvCxnSpPr/>
          <p:nvPr/>
        </p:nvCxnSpPr>
        <p:spPr>
          <a:xfrm>
            <a:off x="1964266" y="2188307"/>
            <a:ext cx="83364" cy="7685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c130brownp1g0_2" descr="Editable line; source id c130brownp1g0_2"/>
          <p:cNvCxnSpPr/>
          <p:nvPr/>
        </p:nvCxnSpPr>
        <p:spPr>
          <a:xfrm>
            <a:off x="2047630" y="2265158"/>
            <a:ext cx="250093" cy="16542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c130brownp1g0_3" descr="Editable line; source id c130brownp1g0_3"/>
          <p:cNvCxnSpPr/>
          <p:nvPr/>
        </p:nvCxnSpPr>
        <p:spPr>
          <a:xfrm>
            <a:off x="2297723" y="2430584"/>
            <a:ext cx="187569" cy="9118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c130brownp1g0_4" descr="Editable line; source id c130brownp1g0_4"/>
          <p:cNvCxnSpPr/>
          <p:nvPr/>
        </p:nvCxnSpPr>
        <p:spPr>
          <a:xfrm>
            <a:off x="2485292" y="2521764"/>
            <a:ext cx="166728" cy="7294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c130brownp1g0_5" descr="Editable line; source id c130brownp1g0_5"/>
          <p:cNvCxnSpPr/>
          <p:nvPr/>
        </p:nvCxnSpPr>
        <p:spPr>
          <a:xfrm>
            <a:off x="2652020" y="2594707"/>
            <a:ext cx="333456" cy="12895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c130brownp1g0_6" descr="Editable line; source id c130brownp1g0_6"/>
          <p:cNvCxnSpPr/>
          <p:nvPr/>
        </p:nvCxnSpPr>
        <p:spPr>
          <a:xfrm>
            <a:off x="2985476" y="2723661"/>
            <a:ext cx="250093" cy="7815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c130brownp1g0_7" descr="Editable line; source id c130brownp1g0_7"/>
          <p:cNvCxnSpPr/>
          <p:nvPr/>
        </p:nvCxnSpPr>
        <p:spPr>
          <a:xfrm>
            <a:off x="3235569" y="2801815"/>
            <a:ext cx="187569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130brownp1g0_8" descr="Editable line; source id c130brownp1g0_8"/>
          <p:cNvCxnSpPr/>
          <p:nvPr/>
        </p:nvCxnSpPr>
        <p:spPr>
          <a:xfrm>
            <a:off x="3423138" y="2853917"/>
            <a:ext cx="20841" cy="260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c130brownp1g0_9" descr="Editable line; source id c130brownp1g0_9"/>
          <p:cNvCxnSpPr/>
          <p:nvPr/>
        </p:nvCxnSpPr>
        <p:spPr>
          <a:xfrm>
            <a:off x="3443979" y="2856523"/>
            <a:ext cx="93785" cy="2865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c130brownp1g0_10" descr="Editable line; source id c130brownp1g0_10"/>
          <p:cNvCxnSpPr/>
          <p:nvPr/>
        </p:nvCxnSpPr>
        <p:spPr>
          <a:xfrm>
            <a:off x="3537764" y="2885179"/>
            <a:ext cx="114625" cy="2344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c130brownp1g0_11" descr="Editable line; source id c130brownp1g0_11"/>
          <p:cNvCxnSpPr/>
          <p:nvPr/>
        </p:nvCxnSpPr>
        <p:spPr>
          <a:xfrm>
            <a:off x="3652389" y="2908625"/>
            <a:ext cx="156308" cy="39077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c130brownp1g0_12" descr="Editable line; source id c130brownp1g0_12"/>
          <p:cNvCxnSpPr/>
          <p:nvPr/>
        </p:nvCxnSpPr>
        <p:spPr>
          <a:xfrm>
            <a:off x="3808697" y="2947702"/>
            <a:ext cx="125046" cy="2344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c130brownp1g0_13" descr="Editable line; source id c130brownp1g0_13"/>
          <p:cNvCxnSpPr/>
          <p:nvPr/>
        </p:nvCxnSpPr>
        <p:spPr>
          <a:xfrm>
            <a:off x="3933743" y="2971148"/>
            <a:ext cx="20841" cy="781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c130brownp1g0_14" descr="Editable line; source id c130brownp1g0_14"/>
          <p:cNvCxnSpPr/>
          <p:nvPr/>
        </p:nvCxnSpPr>
        <p:spPr>
          <a:xfrm>
            <a:off x="3954584" y="2978964"/>
            <a:ext cx="93785" cy="1519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c130brownp2g0_0" descr="Editable line; source id c130brownp2g0_0"/>
          <p:cNvCxnSpPr/>
          <p:nvPr/>
        </p:nvCxnSpPr>
        <p:spPr>
          <a:xfrm>
            <a:off x="4058789" y="3001107"/>
            <a:ext cx="41682" cy="13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c130brownp2g0_1" descr="Editable line; source id c130brownp2g0_1"/>
          <p:cNvCxnSpPr/>
          <p:nvPr/>
        </p:nvCxnSpPr>
        <p:spPr>
          <a:xfrm>
            <a:off x="4100471" y="3002410"/>
            <a:ext cx="20841" cy="781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c130brownp2g0_2" descr="Editable line; source id c130brownp2g0_2"/>
          <p:cNvCxnSpPr/>
          <p:nvPr/>
        </p:nvCxnSpPr>
        <p:spPr>
          <a:xfrm>
            <a:off x="4121312" y="3010225"/>
            <a:ext cx="41682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c130brownp2g0_3" descr="Editable line; source id c130brownp2g0_3"/>
          <p:cNvCxnSpPr/>
          <p:nvPr/>
        </p:nvCxnSpPr>
        <p:spPr>
          <a:xfrm>
            <a:off x="4162994" y="3012830"/>
            <a:ext cx="83364" cy="1823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c130brownp2g0_4" descr="Editable line; source id c130brownp2g0_4"/>
          <p:cNvCxnSpPr/>
          <p:nvPr/>
        </p:nvCxnSpPr>
        <p:spPr>
          <a:xfrm>
            <a:off x="4246358" y="3031066"/>
            <a:ext cx="41682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c130brownp2g0_5" descr="Editable line; source id c130brownp2g0_5"/>
          <p:cNvCxnSpPr/>
          <p:nvPr/>
        </p:nvCxnSpPr>
        <p:spPr>
          <a:xfrm>
            <a:off x="4288040" y="3033671"/>
            <a:ext cx="41682" cy="911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c130brownp2g0_6" descr="Editable line; source id c130brownp2g0_6"/>
          <p:cNvCxnSpPr/>
          <p:nvPr/>
        </p:nvCxnSpPr>
        <p:spPr>
          <a:xfrm>
            <a:off x="4329722" y="3042789"/>
            <a:ext cx="41683" cy="13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c130brownp2g0_7" descr="Editable line; source id c130brownp2g0_7"/>
          <p:cNvCxnSpPr/>
          <p:nvPr/>
        </p:nvCxnSpPr>
        <p:spPr>
          <a:xfrm>
            <a:off x="4371405" y="3044092"/>
            <a:ext cx="114625" cy="1953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c130brownp2g0_8" descr="Editable line; source id c130brownp2g0_8"/>
          <p:cNvCxnSpPr/>
          <p:nvPr/>
        </p:nvCxnSpPr>
        <p:spPr>
          <a:xfrm>
            <a:off x="4486030" y="3063630"/>
            <a:ext cx="41682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c130brownp2g0_9" descr="Editable line; source id c130brownp2g0_9"/>
          <p:cNvCxnSpPr/>
          <p:nvPr/>
        </p:nvCxnSpPr>
        <p:spPr>
          <a:xfrm>
            <a:off x="4527712" y="3063630"/>
            <a:ext cx="52103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c130brownp2g0_10" descr="Editable line; source id c130brownp2g0_10"/>
          <p:cNvCxnSpPr/>
          <p:nvPr/>
        </p:nvCxnSpPr>
        <p:spPr>
          <a:xfrm>
            <a:off x="4579815" y="3074051"/>
            <a:ext cx="52102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c130brownp2g0_11" descr="Editable line; source id c130brownp2g0_11"/>
          <p:cNvCxnSpPr/>
          <p:nvPr/>
        </p:nvCxnSpPr>
        <p:spPr>
          <a:xfrm>
            <a:off x="4631917" y="3074051"/>
            <a:ext cx="62523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c130brownp2g0_12" descr="Editable line; source id c130brownp2g0_12"/>
          <p:cNvCxnSpPr/>
          <p:nvPr/>
        </p:nvCxnSpPr>
        <p:spPr>
          <a:xfrm>
            <a:off x="4694440" y="3084471"/>
            <a:ext cx="52103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c130brownp2g0_13" descr="Editable line; source id c130brownp2g0_13"/>
          <p:cNvCxnSpPr/>
          <p:nvPr/>
        </p:nvCxnSpPr>
        <p:spPr>
          <a:xfrm>
            <a:off x="4746543" y="3084471"/>
            <a:ext cx="72944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c130brownp2g0_14" descr="Editable line; source id c130brownp2g0_14"/>
          <p:cNvCxnSpPr/>
          <p:nvPr/>
        </p:nvCxnSpPr>
        <p:spPr>
          <a:xfrm>
            <a:off x="4819487" y="3094892"/>
            <a:ext cx="104205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c130brownp2g0_15" descr="Editable line; source id c130brownp2g0_15"/>
          <p:cNvCxnSpPr/>
          <p:nvPr/>
        </p:nvCxnSpPr>
        <p:spPr>
          <a:xfrm>
            <a:off x="4923692" y="3094892"/>
            <a:ext cx="72943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c130brownp2g0_16" descr="Editable line; source id c130brownp2g0_16"/>
          <p:cNvCxnSpPr/>
          <p:nvPr/>
        </p:nvCxnSpPr>
        <p:spPr>
          <a:xfrm>
            <a:off x="4996635" y="3105312"/>
            <a:ext cx="135467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c130brownp2g0_17" descr="Editable line; source id c130brownp2g0_17"/>
          <p:cNvCxnSpPr/>
          <p:nvPr/>
        </p:nvCxnSpPr>
        <p:spPr>
          <a:xfrm>
            <a:off x="5132102" y="3105312"/>
            <a:ext cx="83364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c130brownp2g0_18" descr="Editable line; source id c130brownp2g0_18"/>
          <p:cNvCxnSpPr/>
          <p:nvPr/>
        </p:nvCxnSpPr>
        <p:spPr>
          <a:xfrm>
            <a:off x="5215466" y="3115733"/>
            <a:ext cx="229251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c130brownp2g0_19" descr="Editable line; source id c130brownp2g0_19"/>
          <p:cNvCxnSpPr/>
          <p:nvPr/>
        </p:nvCxnSpPr>
        <p:spPr>
          <a:xfrm>
            <a:off x="5444717" y="3115733"/>
            <a:ext cx="31262" cy="521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c130brownp2g0_20" descr="Editable line; source id c130brownp2g0_20"/>
          <p:cNvCxnSpPr/>
          <p:nvPr/>
        </p:nvCxnSpPr>
        <p:spPr>
          <a:xfrm>
            <a:off x="5475979" y="3120943"/>
            <a:ext cx="93784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c130brownp2g0_21" descr="Editable line; source id c130brownp2g0_21"/>
          <p:cNvCxnSpPr/>
          <p:nvPr/>
        </p:nvCxnSpPr>
        <p:spPr>
          <a:xfrm>
            <a:off x="5569763" y="3120943"/>
            <a:ext cx="31262" cy="521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c130brownp2g0_22" descr="Editable line; source id c130brownp2g0_22"/>
          <p:cNvCxnSpPr/>
          <p:nvPr/>
        </p:nvCxnSpPr>
        <p:spPr>
          <a:xfrm>
            <a:off x="5601025" y="3126153"/>
            <a:ext cx="177149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c350brownp0g0_0" descr="Editable line; source id c350brownp0g0_0"/>
          <p:cNvCxnSpPr/>
          <p:nvPr/>
        </p:nvCxnSpPr>
        <p:spPr>
          <a:xfrm>
            <a:off x="7228362" y="369928"/>
            <a:ext cx="3473" cy="7294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c350brownp0g0_1" descr="Editable line; source id c350brownp0g0_1"/>
          <p:cNvCxnSpPr/>
          <p:nvPr/>
        </p:nvCxnSpPr>
        <p:spPr>
          <a:xfrm>
            <a:off x="7231835" y="442871"/>
            <a:ext cx="10421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c350brownp0g0_2" descr="Editable line; source id c350brownp0g0_2"/>
          <p:cNvCxnSpPr/>
          <p:nvPr/>
        </p:nvCxnSpPr>
        <p:spPr>
          <a:xfrm>
            <a:off x="7242256" y="484553"/>
            <a:ext cx="0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c350brownp0g0_3" descr="Editable line; source id c350brownp0g0_3"/>
          <p:cNvCxnSpPr/>
          <p:nvPr/>
        </p:nvCxnSpPr>
        <p:spPr>
          <a:xfrm>
            <a:off x="7242256" y="536656"/>
            <a:ext cx="10420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c350brownp0g0_4" descr="Editable line; source id c350brownp0g0_4"/>
          <p:cNvCxnSpPr/>
          <p:nvPr/>
        </p:nvCxnSpPr>
        <p:spPr>
          <a:xfrm>
            <a:off x="7252676" y="588758"/>
            <a:ext cx="0" cy="4168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c350brownp0g0_5" descr="Editable line; source id c350brownp0g0_5"/>
          <p:cNvCxnSpPr/>
          <p:nvPr/>
        </p:nvCxnSpPr>
        <p:spPr>
          <a:xfrm>
            <a:off x="7252676" y="630441"/>
            <a:ext cx="10421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c350brownp0g0_6" descr="Editable line; source id c350brownp0g0_6"/>
          <p:cNvCxnSpPr/>
          <p:nvPr/>
        </p:nvCxnSpPr>
        <p:spPr>
          <a:xfrm>
            <a:off x="7263097" y="682543"/>
            <a:ext cx="1302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c350brownp0g0_7" descr="Editable line; source id c350brownp0g0_7"/>
          <p:cNvCxnSpPr/>
          <p:nvPr/>
        </p:nvCxnSpPr>
        <p:spPr>
          <a:xfrm>
            <a:off x="7264399" y="734646"/>
            <a:ext cx="10421" cy="6252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350brownp0g0_8" descr="Editable line; source id c350brownp0g0_8"/>
          <p:cNvCxnSpPr/>
          <p:nvPr/>
        </p:nvCxnSpPr>
        <p:spPr>
          <a:xfrm>
            <a:off x="7274820" y="797169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c350brownp0g0_9" descr="Editable line; source id c350brownp0g0_9"/>
          <p:cNvCxnSpPr/>
          <p:nvPr/>
        </p:nvCxnSpPr>
        <p:spPr>
          <a:xfrm>
            <a:off x="7282635" y="818010"/>
            <a:ext cx="2605" cy="3126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c350brownp0g0_10" descr="Editable line; source id c350brownp0g0_10"/>
          <p:cNvCxnSpPr/>
          <p:nvPr/>
        </p:nvCxnSpPr>
        <p:spPr>
          <a:xfrm>
            <a:off x="7285240" y="849271"/>
            <a:ext cx="7816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c350brownp0g0_11" descr="Editable line; source id c350brownp0g0_11"/>
          <p:cNvCxnSpPr/>
          <p:nvPr/>
        </p:nvCxnSpPr>
        <p:spPr>
          <a:xfrm>
            <a:off x="7293056" y="870112"/>
            <a:ext cx="2605" cy="3126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c350brownp0g0_12" descr="Editable line; source id c350brownp0g0_12"/>
          <p:cNvCxnSpPr/>
          <p:nvPr/>
        </p:nvCxnSpPr>
        <p:spPr>
          <a:xfrm>
            <a:off x="7295661" y="901374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c350brownp0g0_13" descr="Editable line; source id c350brownp0g0_13"/>
          <p:cNvCxnSpPr/>
          <p:nvPr/>
        </p:nvCxnSpPr>
        <p:spPr>
          <a:xfrm>
            <a:off x="7303476" y="922215"/>
            <a:ext cx="13026" cy="9378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c350brownp0g0_14" descr="Editable line; source id c350brownp0g0_14"/>
          <p:cNvCxnSpPr/>
          <p:nvPr/>
        </p:nvCxnSpPr>
        <p:spPr>
          <a:xfrm>
            <a:off x="7316502" y="1015999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c350brownp0g0_15" descr="Editable line; source id c350brownp0g0_15"/>
          <p:cNvCxnSpPr/>
          <p:nvPr/>
        </p:nvCxnSpPr>
        <p:spPr>
          <a:xfrm>
            <a:off x="7324317" y="1036840"/>
            <a:ext cx="2605" cy="3126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c350brownp0g0_16" descr="Editable line; source id c350brownp0g0_16"/>
          <p:cNvCxnSpPr/>
          <p:nvPr/>
        </p:nvCxnSpPr>
        <p:spPr>
          <a:xfrm>
            <a:off x="7326922" y="1068102"/>
            <a:ext cx="7816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c350brownp0g0_17" descr="Editable line; source id c350brownp0g0_17"/>
          <p:cNvCxnSpPr/>
          <p:nvPr/>
        </p:nvCxnSpPr>
        <p:spPr>
          <a:xfrm>
            <a:off x="7334738" y="1088943"/>
            <a:ext cx="13025" cy="8336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c350brownp0g0_18" descr="Editable line; source id c350brownp0g0_18"/>
          <p:cNvCxnSpPr/>
          <p:nvPr/>
        </p:nvCxnSpPr>
        <p:spPr>
          <a:xfrm>
            <a:off x="7347763" y="1172307"/>
            <a:ext cx="18236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c350brownp0g0_19" descr="Editable line; source id c350brownp0g0_19"/>
          <p:cNvCxnSpPr/>
          <p:nvPr/>
        </p:nvCxnSpPr>
        <p:spPr>
          <a:xfrm>
            <a:off x="7365999" y="1224410"/>
            <a:ext cx="260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c350brownp0g0_20" descr="Editable line; source id c350brownp0g0_20"/>
          <p:cNvCxnSpPr/>
          <p:nvPr/>
        </p:nvCxnSpPr>
        <p:spPr>
          <a:xfrm>
            <a:off x="7368604" y="1245251"/>
            <a:ext cx="62524" cy="20841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c350brownp0g0_21" descr="Editable line; source id c350brownp0g0_21"/>
          <p:cNvCxnSpPr/>
          <p:nvPr/>
        </p:nvCxnSpPr>
        <p:spPr>
          <a:xfrm>
            <a:off x="7431128" y="1453661"/>
            <a:ext cx="80758" cy="20841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c350brownp0g0_22" descr="Editable line; source id c350brownp0g0_22"/>
          <p:cNvCxnSpPr/>
          <p:nvPr/>
        </p:nvCxnSpPr>
        <p:spPr>
          <a:xfrm>
            <a:off x="7511886" y="1662071"/>
            <a:ext cx="65129" cy="187569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c350brownp0g0_23" descr="Editable line; source id c350brownp0g0_23"/>
          <p:cNvCxnSpPr/>
          <p:nvPr/>
        </p:nvCxnSpPr>
        <p:spPr>
          <a:xfrm>
            <a:off x="7577015" y="1849640"/>
            <a:ext cx="82061" cy="177149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c350brownp0g0_24" descr="Editable line; source id c350brownp0g0_24"/>
          <p:cNvCxnSpPr/>
          <p:nvPr/>
        </p:nvCxnSpPr>
        <p:spPr>
          <a:xfrm>
            <a:off x="7659076" y="2026789"/>
            <a:ext cx="69036" cy="1042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c350brownp0g0_25" descr="Editable line; source id c350brownp0g0_25"/>
          <p:cNvCxnSpPr/>
          <p:nvPr/>
        </p:nvCxnSpPr>
        <p:spPr>
          <a:xfrm>
            <a:off x="7728112" y="2130994"/>
            <a:ext cx="87272" cy="1042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c350brownp0g0_26" descr="Editable line; source id c350brownp0g0_26"/>
          <p:cNvCxnSpPr/>
          <p:nvPr/>
        </p:nvCxnSpPr>
        <p:spPr>
          <a:xfrm>
            <a:off x="7815384" y="2235199"/>
            <a:ext cx="62523" cy="6252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c350brownp0g0_27" descr="Editable line; source id c350brownp0g0_27"/>
          <p:cNvCxnSpPr/>
          <p:nvPr/>
        </p:nvCxnSpPr>
        <p:spPr>
          <a:xfrm>
            <a:off x="7877907" y="2297723"/>
            <a:ext cx="76851" cy="6252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c350brownp0g0_28" descr="Editable line; source id c350brownp0g0_28"/>
          <p:cNvCxnSpPr/>
          <p:nvPr/>
        </p:nvCxnSpPr>
        <p:spPr>
          <a:xfrm>
            <a:off x="7954758" y="2360246"/>
            <a:ext cx="39512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c350brownp1g0_0" descr="Editable line; source id c350brownp1g0_0"/>
          <p:cNvCxnSpPr/>
          <p:nvPr/>
        </p:nvCxnSpPr>
        <p:spPr>
          <a:xfrm>
            <a:off x="8008163" y="2401928"/>
            <a:ext cx="10421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c350brownp1g0_1" descr="Editable line; source id c350brownp1g0_1"/>
          <p:cNvCxnSpPr/>
          <p:nvPr/>
        </p:nvCxnSpPr>
        <p:spPr>
          <a:xfrm>
            <a:off x="8018584" y="2404533"/>
            <a:ext cx="20841" cy="1693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c350brownp1g0_2" descr="Editable line; source id c350brownp1g0_2"/>
          <p:cNvCxnSpPr/>
          <p:nvPr/>
        </p:nvCxnSpPr>
        <p:spPr>
          <a:xfrm>
            <a:off x="8039425" y="2421466"/>
            <a:ext cx="83364" cy="5080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c350brownp1g0_3" descr="Editable line; source id c350brownp1g0_3"/>
          <p:cNvCxnSpPr/>
          <p:nvPr/>
        </p:nvCxnSpPr>
        <p:spPr>
          <a:xfrm>
            <a:off x="8122789" y="2472266"/>
            <a:ext cx="135467" cy="70339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c350brownp1g0_4" descr="Editable line; source id c350brownp1g0_4"/>
          <p:cNvCxnSpPr/>
          <p:nvPr/>
        </p:nvCxnSpPr>
        <p:spPr>
          <a:xfrm>
            <a:off x="8258256" y="2542605"/>
            <a:ext cx="208410" cy="8857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c350brownp1g0_5" descr="Editable line; source id c350brownp1g0_5"/>
          <p:cNvCxnSpPr/>
          <p:nvPr/>
        </p:nvCxnSpPr>
        <p:spPr>
          <a:xfrm>
            <a:off x="8466666" y="2631179"/>
            <a:ext cx="72944" cy="2214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c350brownp1g0_6" descr="Editable line; source id c350brownp1g0_6"/>
          <p:cNvCxnSpPr/>
          <p:nvPr/>
        </p:nvCxnSpPr>
        <p:spPr>
          <a:xfrm>
            <a:off x="8539610" y="2653323"/>
            <a:ext cx="104205" cy="44287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c350brownp1g0_7" descr="Editable line; source id c350brownp1g0_7"/>
          <p:cNvCxnSpPr/>
          <p:nvPr/>
        </p:nvCxnSpPr>
        <p:spPr>
          <a:xfrm>
            <a:off x="8643815" y="2697610"/>
            <a:ext cx="135466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c350brownp1g0_8" descr="Editable line; source id c350brownp1g0_8"/>
          <p:cNvCxnSpPr/>
          <p:nvPr/>
        </p:nvCxnSpPr>
        <p:spPr>
          <a:xfrm>
            <a:off x="8779281" y="2739292"/>
            <a:ext cx="177149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c350brownp1g0_9" descr="Editable line; source id c350brownp1g0_9"/>
          <p:cNvCxnSpPr/>
          <p:nvPr/>
        </p:nvCxnSpPr>
        <p:spPr>
          <a:xfrm>
            <a:off x="8956430" y="2791394"/>
            <a:ext cx="104205" cy="2344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c350brownp1g0_10" descr="Editable line; source id c350brownp1g0_10"/>
          <p:cNvCxnSpPr/>
          <p:nvPr/>
        </p:nvCxnSpPr>
        <p:spPr>
          <a:xfrm>
            <a:off x="9060635" y="2814840"/>
            <a:ext cx="52103" cy="1823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c350brownp1g0_11" descr="Editable line; source id c350brownp1g0_11"/>
          <p:cNvCxnSpPr/>
          <p:nvPr/>
        </p:nvCxnSpPr>
        <p:spPr>
          <a:xfrm>
            <a:off x="9112738" y="2833076"/>
            <a:ext cx="83364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c350brownp1g0_12" descr="Editable line; source id c350brownp1g0_12"/>
          <p:cNvCxnSpPr/>
          <p:nvPr/>
        </p:nvCxnSpPr>
        <p:spPr>
          <a:xfrm>
            <a:off x="9196102" y="2853917"/>
            <a:ext cx="31261" cy="260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c350brownp1g0_13" descr="Editable line; source id c350brownp1g0_13"/>
          <p:cNvCxnSpPr/>
          <p:nvPr/>
        </p:nvCxnSpPr>
        <p:spPr>
          <a:xfrm>
            <a:off x="9227363" y="2856523"/>
            <a:ext cx="270934" cy="7033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c350brownp1g0_14" descr="Editable line; source id c350brownp1g0_14"/>
          <p:cNvCxnSpPr/>
          <p:nvPr/>
        </p:nvCxnSpPr>
        <p:spPr>
          <a:xfrm>
            <a:off x="9498297" y="2926861"/>
            <a:ext cx="31261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c350brownp1g0_15" descr="Editable line; source id c350brownp1g0_15"/>
          <p:cNvCxnSpPr/>
          <p:nvPr/>
        </p:nvCxnSpPr>
        <p:spPr>
          <a:xfrm>
            <a:off x="9529558" y="2929466"/>
            <a:ext cx="156308" cy="39077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c350brownp1g0_16" descr="Editable line; source id c350brownp1g0_16"/>
          <p:cNvCxnSpPr/>
          <p:nvPr/>
        </p:nvCxnSpPr>
        <p:spPr>
          <a:xfrm>
            <a:off x="9685866" y="2968543"/>
            <a:ext cx="31261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c350brownp1g0_17" descr="Editable line; source id c350brownp1g0_17"/>
          <p:cNvCxnSpPr/>
          <p:nvPr/>
        </p:nvCxnSpPr>
        <p:spPr>
          <a:xfrm>
            <a:off x="9717127" y="2971148"/>
            <a:ext cx="20841" cy="781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c350brownp1g0_18" descr="Editable line; source id c350brownp1g0_18"/>
          <p:cNvCxnSpPr/>
          <p:nvPr/>
        </p:nvCxnSpPr>
        <p:spPr>
          <a:xfrm>
            <a:off x="9737968" y="2978964"/>
            <a:ext cx="83365" cy="1302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c350brownp1g0_19" descr="Editable line; source id c350brownp1g0_19"/>
          <p:cNvCxnSpPr/>
          <p:nvPr/>
        </p:nvCxnSpPr>
        <p:spPr>
          <a:xfrm>
            <a:off x="9821333" y="2991989"/>
            <a:ext cx="62523" cy="1823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350brownp1g0_20" descr="Editable line; source id c350brownp1g0_20"/>
          <p:cNvCxnSpPr/>
          <p:nvPr/>
        </p:nvCxnSpPr>
        <p:spPr>
          <a:xfrm>
            <a:off x="9883856" y="3010225"/>
            <a:ext cx="156307" cy="2344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c350brownp1g0_21" descr="Editable line; source id c350brownp1g0_21"/>
          <p:cNvCxnSpPr/>
          <p:nvPr/>
        </p:nvCxnSpPr>
        <p:spPr>
          <a:xfrm>
            <a:off x="10040163" y="3033671"/>
            <a:ext cx="20841" cy="781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c350brownp1g0_22" descr="Editable line; source id c350brownp1g0_22"/>
          <p:cNvCxnSpPr/>
          <p:nvPr/>
        </p:nvCxnSpPr>
        <p:spPr>
          <a:xfrm>
            <a:off x="10061004" y="3041487"/>
            <a:ext cx="31262" cy="13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c350brownp2g0_0" descr="Editable line; source id c350brownp2g0_0"/>
          <p:cNvCxnSpPr/>
          <p:nvPr/>
        </p:nvCxnSpPr>
        <p:spPr>
          <a:xfrm>
            <a:off x="10102686" y="3044526"/>
            <a:ext cx="20841" cy="738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c350brownp2g0_1" descr="Editable line; source id c350brownp2g0_1"/>
          <p:cNvCxnSpPr/>
          <p:nvPr/>
        </p:nvCxnSpPr>
        <p:spPr>
          <a:xfrm>
            <a:off x="10123527" y="3051907"/>
            <a:ext cx="52103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c350brownp2g0_2" descr="Editable line; source id c350brownp2g0_2"/>
          <p:cNvCxnSpPr/>
          <p:nvPr/>
        </p:nvCxnSpPr>
        <p:spPr>
          <a:xfrm>
            <a:off x="10175630" y="3054512"/>
            <a:ext cx="20841" cy="781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c350brownp2g0_3" descr="Editable line; source id c350brownp2g0_3"/>
          <p:cNvCxnSpPr/>
          <p:nvPr/>
        </p:nvCxnSpPr>
        <p:spPr>
          <a:xfrm>
            <a:off x="10196471" y="3062328"/>
            <a:ext cx="52103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c350brownp2g0_4" descr="Editable line; source id c350brownp2g0_4"/>
          <p:cNvCxnSpPr/>
          <p:nvPr/>
        </p:nvCxnSpPr>
        <p:spPr>
          <a:xfrm>
            <a:off x="10248574" y="3064933"/>
            <a:ext cx="20841" cy="781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c350brownp2g0_5" descr="Editable line; source id c350brownp2g0_5"/>
          <p:cNvCxnSpPr/>
          <p:nvPr/>
        </p:nvCxnSpPr>
        <p:spPr>
          <a:xfrm>
            <a:off x="10269415" y="3072748"/>
            <a:ext cx="52102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c350brownp2g0_6" descr="Editable line; source id c350brownp2g0_6"/>
          <p:cNvCxnSpPr/>
          <p:nvPr/>
        </p:nvCxnSpPr>
        <p:spPr>
          <a:xfrm>
            <a:off x="10321517" y="3075353"/>
            <a:ext cx="20841" cy="781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c350brownp2g0_7" descr="Editable line; source id c350brownp2g0_7"/>
          <p:cNvCxnSpPr/>
          <p:nvPr/>
        </p:nvCxnSpPr>
        <p:spPr>
          <a:xfrm>
            <a:off x="10342358" y="3083169"/>
            <a:ext cx="41682" cy="13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c350brownp2g0_8" descr="Editable line; source id c350brownp2g0_8"/>
          <p:cNvCxnSpPr/>
          <p:nvPr/>
        </p:nvCxnSpPr>
        <p:spPr>
          <a:xfrm>
            <a:off x="10384040" y="3084471"/>
            <a:ext cx="52103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c350brownp2g0_9" descr="Editable line; source id c350brownp2g0_9"/>
          <p:cNvCxnSpPr/>
          <p:nvPr/>
        </p:nvCxnSpPr>
        <p:spPr>
          <a:xfrm>
            <a:off x="10436143" y="3094892"/>
            <a:ext cx="41682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c350brownp2g0_10" descr="Editable line; source id c350brownp2g0_10"/>
          <p:cNvCxnSpPr/>
          <p:nvPr/>
        </p:nvCxnSpPr>
        <p:spPr>
          <a:xfrm>
            <a:off x="10477825" y="3094892"/>
            <a:ext cx="52102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c350brownp2g0_11" descr="Editable line; source id c350brownp2g0_11"/>
          <p:cNvCxnSpPr/>
          <p:nvPr/>
        </p:nvCxnSpPr>
        <p:spPr>
          <a:xfrm>
            <a:off x="10529927" y="3105312"/>
            <a:ext cx="52103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c350brownp2g0_12" descr="Editable line; source id c350brownp2g0_12"/>
          <p:cNvCxnSpPr/>
          <p:nvPr/>
        </p:nvCxnSpPr>
        <p:spPr>
          <a:xfrm>
            <a:off x="10582030" y="3105312"/>
            <a:ext cx="52103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c350brownp2g0_13" descr="Editable line; source id c350brownp2g0_13"/>
          <p:cNvCxnSpPr/>
          <p:nvPr/>
        </p:nvCxnSpPr>
        <p:spPr>
          <a:xfrm>
            <a:off x="10634133" y="3115733"/>
            <a:ext cx="72943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c350brownp2g0_14" descr="Editable line; source id c350brownp2g0_14"/>
          <p:cNvCxnSpPr/>
          <p:nvPr/>
        </p:nvCxnSpPr>
        <p:spPr>
          <a:xfrm>
            <a:off x="10707076" y="3115733"/>
            <a:ext cx="62523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c350brownp2g0_15" descr="Editable line; source id c350brownp2g0_15"/>
          <p:cNvCxnSpPr/>
          <p:nvPr/>
        </p:nvCxnSpPr>
        <p:spPr>
          <a:xfrm>
            <a:off x="10769599" y="3126153"/>
            <a:ext cx="93785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c350brownp2g0_16" descr="Editable line; source id c350brownp2g0_16"/>
          <p:cNvCxnSpPr/>
          <p:nvPr/>
        </p:nvCxnSpPr>
        <p:spPr>
          <a:xfrm>
            <a:off x="10863384" y="3126153"/>
            <a:ext cx="62523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c350brownp2g0_17" descr="Editable line; source id c350brownp2g0_17"/>
          <p:cNvCxnSpPr/>
          <p:nvPr/>
        </p:nvCxnSpPr>
        <p:spPr>
          <a:xfrm>
            <a:off x="10925907" y="3136574"/>
            <a:ext cx="125046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c350brownp2g0_18" descr="Editable line; source id c350brownp2g0_18"/>
          <p:cNvCxnSpPr/>
          <p:nvPr/>
        </p:nvCxnSpPr>
        <p:spPr>
          <a:xfrm>
            <a:off x="11050953" y="3136574"/>
            <a:ext cx="83364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c350brownp2g0_19" descr="Editable line; source id c350brownp2g0_19"/>
          <p:cNvCxnSpPr/>
          <p:nvPr/>
        </p:nvCxnSpPr>
        <p:spPr>
          <a:xfrm>
            <a:off x="11134317" y="3146994"/>
            <a:ext cx="36471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c350brownp2g0_20" descr="Editable line; source id c350brownp2g0_20"/>
          <p:cNvCxnSpPr/>
          <p:nvPr/>
        </p:nvCxnSpPr>
        <p:spPr>
          <a:xfrm>
            <a:off x="11499035" y="3146994"/>
            <a:ext cx="31262" cy="521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c350brownp2g0_21" descr="Editable line; source id c350brownp2g0_21"/>
          <p:cNvCxnSpPr/>
          <p:nvPr/>
        </p:nvCxnSpPr>
        <p:spPr>
          <a:xfrm>
            <a:off x="11530297" y="3152205"/>
            <a:ext cx="72943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c350brownp2g0_22" descr="Editable line; source id c350brownp2g0_22"/>
          <p:cNvCxnSpPr/>
          <p:nvPr/>
        </p:nvCxnSpPr>
        <p:spPr>
          <a:xfrm>
            <a:off x="11603240" y="3152205"/>
            <a:ext cx="31262" cy="521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c350brownp2g0_23" descr="Editable line; source id c350brownp2g0_23"/>
          <p:cNvCxnSpPr/>
          <p:nvPr/>
        </p:nvCxnSpPr>
        <p:spPr>
          <a:xfrm>
            <a:off x="11634502" y="3157415"/>
            <a:ext cx="197990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c1bbrownp0g0_0" descr="Editable line; source id c1bbrownp0g0_0"/>
          <p:cNvCxnSpPr/>
          <p:nvPr/>
        </p:nvCxnSpPr>
        <p:spPr>
          <a:xfrm>
            <a:off x="1281723" y="4892430"/>
            <a:ext cx="9117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c1bbrownp0g0_1" descr="Editable line; source id c1bbrownp0g0_1"/>
          <p:cNvCxnSpPr/>
          <p:nvPr/>
        </p:nvCxnSpPr>
        <p:spPr>
          <a:xfrm>
            <a:off x="1290840" y="4934112"/>
            <a:ext cx="2606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c1bbrownp0g0_2" descr="Editable line; source id c1bbrownp0g0_2"/>
          <p:cNvCxnSpPr/>
          <p:nvPr/>
        </p:nvCxnSpPr>
        <p:spPr>
          <a:xfrm>
            <a:off x="1293446" y="4986215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c1bbrownp0g0_3" descr="Editable line; source id c1bbrownp0g0_3"/>
          <p:cNvCxnSpPr/>
          <p:nvPr/>
        </p:nvCxnSpPr>
        <p:spPr>
          <a:xfrm>
            <a:off x="1301261" y="5007056"/>
            <a:ext cx="2605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c1bbrownp0g0_4" descr="Editable line; source id c1bbrownp0g0_4"/>
          <p:cNvCxnSpPr/>
          <p:nvPr/>
        </p:nvCxnSpPr>
        <p:spPr>
          <a:xfrm>
            <a:off x="1303866" y="5048738"/>
            <a:ext cx="7816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c1bbrownp0g0_5" descr="Editable line; source id c1bbrownp0g0_5"/>
          <p:cNvCxnSpPr/>
          <p:nvPr/>
        </p:nvCxnSpPr>
        <p:spPr>
          <a:xfrm>
            <a:off x="1311682" y="5069579"/>
            <a:ext cx="2605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c1bbrownp0g0_6" descr="Editable line; source id c1bbrownp0g0_6"/>
          <p:cNvCxnSpPr/>
          <p:nvPr/>
        </p:nvCxnSpPr>
        <p:spPr>
          <a:xfrm>
            <a:off x="1314287" y="5111261"/>
            <a:ext cx="18236" cy="9378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c1bbrownp0g0_7" descr="Editable line; source id c1bbrownp0g0_7"/>
          <p:cNvCxnSpPr/>
          <p:nvPr/>
        </p:nvCxnSpPr>
        <p:spPr>
          <a:xfrm>
            <a:off x="1332523" y="5205046"/>
            <a:ext cx="2605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c1bbrownp0g0_8" descr="Editable line; source id c1bbrownp0g0_8"/>
          <p:cNvCxnSpPr/>
          <p:nvPr/>
        </p:nvCxnSpPr>
        <p:spPr>
          <a:xfrm>
            <a:off x="1335128" y="5246728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c1bbrownp0g0_9" descr="Editable line; source id c1bbrownp0g0_9"/>
          <p:cNvCxnSpPr/>
          <p:nvPr/>
        </p:nvCxnSpPr>
        <p:spPr>
          <a:xfrm>
            <a:off x="1342943" y="5267569"/>
            <a:ext cx="2605" cy="3126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c1bbrownp0g0_10" descr="Editable line; source id c1bbrownp0g0_10"/>
          <p:cNvCxnSpPr/>
          <p:nvPr/>
        </p:nvCxnSpPr>
        <p:spPr>
          <a:xfrm>
            <a:off x="1345548" y="5298830"/>
            <a:ext cx="18236" cy="8336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c1bbrownp0g0_11" descr="Editable line; source id c1bbrownp0g0_11"/>
          <p:cNvCxnSpPr/>
          <p:nvPr/>
        </p:nvCxnSpPr>
        <p:spPr>
          <a:xfrm>
            <a:off x="1363784" y="5382194"/>
            <a:ext cx="2605" cy="3126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c1bbrownp0g0_12" descr="Editable line; source id c1bbrownp0g0_12"/>
          <p:cNvCxnSpPr/>
          <p:nvPr/>
        </p:nvCxnSpPr>
        <p:spPr>
          <a:xfrm>
            <a:off x="1366389" y="5413456"/>
            <a:ext cx="7816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c1bbrownp0g0_13" descr="Editable line; source id c1bbrownp0g0_13"/>
          <p:cNvCxnSpPr/>
          <p:nvPr/>
        </p:nvCxnSpPr>
        <p:spPr>
          <a:xfrm>
            <a:off x="1374205" y="5434297"/>
            <a:ext cx="2605" cy="3126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1bbrownp0g0_14" descr="Editable line; source id c1bbrownp0g0_14"/>
          <p:cNvCxnSpPr/>
          <p:nvPr/>
        </p:nvCxnSpPr>
        <p:spPr>
          <a:xfrm>
            <a:off x="1376810" y="5465558"/>
            <a:ext cx="7815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c1bbrownp0g0_15" descr="Editable line; source id c1bbrownp0g0_15"/>
          <p:cNvCxnSpPr/>
          <p:nvPr/>
        </p:nvCxnSpPr>
        <p:spPr>
          <a:xfrm>
            <a:off x="1384625" y="5486399"/>
            <a:ext cx="2605" cy="3126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c1bbrownp0g0_16" descr="Editable line; source id c1bbrownp0g0_16"/>
          <p:cNvCxnSpPr/>
          <p:nvPr/>
        </p:nvCxnSpPr>
        <p:spPr>
          <a:xfrm>
            <a:off x="1387230" y="5517661"/>
            <a:ext cx="52103" cy="19799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c1bbrownp0g0_17" descr="Editable line; source id c1bbrownp0g0_17"/>
          <p:cNvCxnSpPr/>
          <p:nvPr/>
        </p:nvCxnSpPr>
        <p:spPr>
          <a:xfrm>
            <a:off x="1439333" y="5715651"/>
            <a:ext cx="49497" cy="145887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c1bbrownp0g0_18" descr="Editable line; source id c1bbrownp0g0_18"/>
          <p:cNvCxnSpPr/>
          <p:nvPr/>
        </p:nvCxnSpPr>
        <p:spPr>
          <a:xfrm>
            <a:off x="1488830" y="5861538"/>
            <a:ext cx="54708" cy="22925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c1bbrownp0g0_19" descr="Editable line; source id c1bbrownp0g0_19"/>
          <p:cNvCxnSpPr/>
          <p:nvPr/>
        </p:nvCxnSpPr>
        <p:spPr>
          <a:xfrm>
            <a:off x="1543538" y="6090789"/>
            <a:ext cx="18236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c1bbrownp0g0_20" descr="Editable line; source id c1bbrownp0g0_20"/>
          <p:cNvCxnSpPr/>
          <p:nvPr/>
        </p:nvCxnSpPr>
        <p:spPr>
          <a:xfrm>
            <a:off x="1561774" y="6142892"/>
            <a:ext cx="18236" cy="7294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c1bbrownp0g0_21" descr="Editable line; source id c1bbrownp0g0_21"/>
          <p:cNvCxnSpPr/>
          <p:nvPr/>
        </p:nvCxnSpPr>
        <p:spPr>
          <a:xfrm>
            <a:off x="1580010" y="6215835"/>
            <a:ext cx="40379" cy="1042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c1bbrownp0g0_22" descr="Editable line; source id c1bbrownp0g0_22"/>
          <p:cNvCxnSpPr/>
          <p:nvPr/>
        </p:nvCxnSpPr>
        <p:spPr>
          <a:xfrm>
            <a:off x="1620389" y="6320040"/>
            <a:ext cx="33867" cy="7294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c1bbrownp0g0_23" descr="Editable line; source id c1bbrownp0g0_23"/>
          <p:cNvCxnSpPr/>
          <p:nvPr/>
        </p:nvCxnSpPr>
        <p:spPr>
          <a:xfrm>
            <a:off x="1654256" y="6392984"/>
            <a:ext cx="62523" cy="11462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1bbrownp0g0_24" descr="Editable line; source id c1bbrownp0g0_24"/>
          <p:cNvCxnSpPr/>
          <p:nvPr/>
        </p:nvCxnSpPr>
        <p:spPr>
          <a:xfrm>
            <a:off x="1716779" y="6507610"/>
            <a:ext cx="61220" cy="9378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c1bbrownp0g0_25" descr="Editable line; source id c1bbrownp0g0_25"/>
          <p:cNvCxnSpPr/>
          <p:nvPr/>
        </p:nvCxnSpPr>
        <p:spPr>
          <a:xfrm>
            <a:off x="1777999" y="6601394"/>
            <a:ext cx="72944" cy="9378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c1bbrownp0g0_26" descr="Editable line; source id c1bbrownp0g0_26"/>
          <p:cNvCxnSpPr/>
          <p:nvPr/>
        </p:nvCxnSpPr>
        <p:spPr>
          <a:xfrm>
            <a:off x="1850943" y="6695179"/>
            <a:ext cx="27354" cy="3126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c1bbrownp0g0_27" descr="Editable line; source id c1bbrownp0g0_27"/>
          <p:cNvCxnSpPr/>
          <p:nvPr/>
        </p:nvCxnSpPr>
        <p:spPr>
          <a:xfrm>
            <a:off x="1878297" y="6726440"/>
            <a:ext cx="69036" cy="6252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c1bbrownp0g0_28" descr="Editable line; source id c1bbrownp0g0_28"/>
          <p:cNvCxnSpPr/>
          <p:nvPr/>
        </p:nvCxnSpPr>
        <p:spPr>
          <a:xfrm>
            <a:off x="1947333" y="6788963"/>
            <a:ext cx="25617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c1bbrownp1g0_0" descr="Editable line; source id c1bbrownp1g0_0"/>
          <p:cNvCxnSpPr/>
          <p:nvPr/>
        </p:nvCxnSpPr>
        <p:spPr>
          <a:xfrm>
            <a:off x="1985107" y="6828908"/>
            <a:ext cx="52103" cy="32999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c1bbrownp1g0_1" descr="Editable line; source id c1bbrownp1g0_1"/>
          <p:cNvCxnSpPr/>
          <p:nvPr/>
        </p:nvCxnSpPr>
        <p:spPr>
          <a:xfrm>
            <a:off x="2037210" y="6861907"/>
            <a:ext cx="83364" cy="7033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c1bbrownp1g0_2" descr="Editable line; source id c1bbrownp1g0_2"/>
          <p:cNvCxnSpPr/>
          <p:nvPr/>
        </p:nvCxnSpPr>
        <p:spPr>
          <a:xfrm>
            <a:off x="2120574" y="6932245"/>
            <a:ext cx="166728" cy="10420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c1bbrownp1g0_3" descr="Editable line; source id c1bbrownp1g0_3"/>
          <p:cNvCxnSpPr/>
          <p:nvPr/>
        </p:nvCxnSpPr>
        <p:spPr>
          <a:xfrm>
            <a:off x="2287302" y="7036451"/>
            <a:ext cx="104205" cy="54707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c1bbrownp1g0_4" descr="Editable line; source id c1bbrownp1g0_4"/>
          <p:cNvCxnSpPr/>
          <p:nvPr/>
        </p:nvCxnSpPr>
        <p:spPr>
          <a:xfrm>
            <a:off x="2391507" y="7091158"/>
            <a:ext cx="31262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c1bbrownp1g0_5" descr="Editable line; source id c1bbrownp1g0_5"/>
          <p:cNvCxnSpPr/>
          <p:nvPr/>
        </p:nvCxnSpPr>
        <p:spPr>
          <a:xfrm>
            <a:off x="2422769" y="7101579"/>
            <a:ext cx="114625" cy="5731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c1bbrownp1g0_6" descr="Editable line; source id c1bbrownp1g0_6"/>
          <p:cNvCxnSpPr/>
          <p:nvPr/>
        </p:nvCxnSpPr>
        <p:spPr>
          <a:xfrm>
            <a:off x="2537394" y="7158892"/>
            <a:ext cx="187570" cy="7815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c1bbrownp1g0_7" descr="Editable line; source id c1bbrownp1g0_7"/>
          <p:cNvCxnSpPr/>
          <p:nvPr/>
        </p:nvCxnSpPr>
        <p:spPr>
          <a:xfrm>
            <a:off x="2724964" y="7237045"/>
            <a:ext cx="229251" cy="8206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c1bbrownp1g0_8" descr="Editable line; source id c1bbrownp1g0_8"/>
          <p:cNvCxnSpPr/>
          <p:nvPr/>
        </p:nvCxnSpPr>
        <p:spPr>
          <a:xfrm>
            <a:off x="2954215" y="7319107"/>
            <a:ext cx="114625" cy="3647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c1bbrownp1g0_9" descr="Editable line; source id c1bbrownp1g0_9"/>
          <p:cNvCxnSpPr/>
          <p:nvPr/>
        </p:nvCxnSpPr>
        <p:spPr>
          <a:xfrm>
            <a:off x="3068840" y="7355579"/>
            <a:ext cx="20841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c1bbrownp1g0_10" descr="Editable line; source id c1bbrownp1g0_10"/>
          <p:cNvCxnSpPr/>
          <p:nvPr/>
        </p:nvCxnSpPr>
        <p:spPr>
          <a:xfrm>
            <a:off x="3089681" y="7358184"/>
            <a:ext cx="72944" cy="2865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c1bbrownp1g0_11" descr="Editable line; source id c1bbrownp1g0_11"/>
          <p:cNvCxnSpPr/>
          <p:nvPr/>
        </p:nvCxnSpPr>
        <p:spPr>
          <a:xfrm>
            <a:off x="3162625" y="7386840"/>
            <a:ext cx="20841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c1bbrownp1g0_12" descr="Editable line; source id c1bbrownp1g0_12"/>
          <p:cNvCxnSpPr/>
          <p:nvPr/>
        </p:nvCxnSpPr>
        <p:spPr>
          <a:xfrm>
            <a:off x="3183466" y="7389445"/>
            <a:ext cx="145887" cy="4949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c1bbrownp1g0_13" descr="Editable line; source id c1bbrownp1g0_13"/>
          <p:cNvCxnSpPr/>
          <p:nvPr/>
        </p:nvCxnSpPr>
        <p:spPr>
          <a:xfrm>
            <a:off x="3329353" y="7438943"/>
            <a:ext cx="20841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c1bbrownp1g0_14" descr="Editable line; source id c1bbrownp1g0_14"/>
          <p:cNvCxnSpPr/>
          <p:nvPr/>
        </p:nvCxnSpPr>
        <p:spPr>
          <a:xfrm>
            <a:off x="3350194" y="7441548"/>
            <a:ext cx="93785" cy="2865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c1bbrownp1g0_15" descr="Editable line; source id c1bbrownp1g0_15"/>
          <p:cNvCxnSpPr/>
          <p:nvPr/>
        </p:nvCxnSpPr>
        <p:spPr>
          <a:xfrm>
            <a:off x="3443979" y="7470204"/>
            <a:ext cx="62523" cy="1302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c1bbrownp1g0_16" descr="Editable line; source id c1bbrownp1g0_16"/>
          <p:cNvCxnSpPr/>
          <p:nvPr/>
        </p:nvCxnSpPr>
        <p:spPr>
          <a:xfrm>
            <a:off x="3506502" y="7483230"/>
            <a:ext cx="177149" cy="4949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c1bbrownp1g0_17" descr="Editable line; source id c1bbrownp1g0_17"/>
          <p:cNvCxnSpPr/>
          <p:nvPr/>
        </p:nvCxnSpPr>
        <p:spPr>
          <a:xfrm>
            <a:off x="3683651" y="7532728"/>
            <a:ext cx="187569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c1bbrownp1g0_18" descr="Editable line; source id c1bbrownp1g0_18"/>
          <p:cNvCxnSpPr/>
          <p:nvPr/>
        </p:nvCxnSpPr>
        <p:spPr>
          <a:xfrm>
            <a:off x="3871220" y="7574410"/>
            <a:ext cx="31261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c1bbrownp1g0_19" descr="Editable line; source id c1bbrownp1g0_19"/>
          <p:cNvCxnSpPr/>
          <p:nvPr/>
        </p:nvCxnSpPr>
        <p:spPr>
          <a:xfrm>
            <a:off x="3902481" y="7577015"/>
            <a:ext cx="62524" cy="1823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c1bbrownp1g0_20" descr="Editable line; source id c1bbrownp1g0_20"/>
          <p:cNvCxnSpPr/>
          <p:nvPr/>
        </p:nvCxnSpPr>
        <p:spPr>
          <a:xfrm>
            <a:off x="3965005" y="7595251"/>
            <a:ext cx="83364" cy="1172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c1bbrownp2g0_0" descr="Editable line; source id c1bbrownp2g0_0"/>
          <p:cNvCxnSpPr/>
          <p:nvPr/>
        </p:nvCxnSpPr>
        <p:spPr>
          <a:xfrm>
            <a:off x="4058789" y="7608711"/>
            <a:ext cx="20841" cy="738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c1bbrownp2g0_1" descr="Editable line; source id c1bbrownp2g0_1"/>
          <p:cNvCxnSpPr/>
          <p:nvPr/>
        </p:nvCxnSpPr>
        <p:spPr>
          <a:xfrm>
            <a:off x="4079630" y="7616092"/>
            <a:ext cx="41682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c1bbrownp2g0_2" descr="Editable line; source id c1bbrownp2g0_2"/>
          <p:cNvCxnSpPr/>
          <p:nvPr/>
        </p:nvCxnSpPr>
        <p:spPr>
          <a:xfrm>
            <a:off x="4121312" y="7618697"/>
            <a:ext cx="20841" cy="781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c1bbrownp2g0_3" descr="Editable line; source id c1bbrownp2g0_3"/>
          <p:cNvCxnSpPr/>
          <p:nvPr/>
        </p:nvCxnSpPr>
        <p:spPr>
          <a:xfrm>
            <a:off x="4142153" y="7626512"/>
            <a:ext cx="41682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c1bbrownp2g0_4" descr="Editable line; source id c1bbrownp2g0_4"/>
          <p:cNvCxnSpPr/>
          <p:nvPr/>
        </p:nvCxnSpPr>
        <p:spPr>
          <a:xfrm>
            <a:off x="4183835" y="7629117"/>
            <a:ext cx="114626" cy="19539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c1bbrownp2g0_5" descr="Editable line; source id c1bbrownp2g0_5"/>
          <p:cNvCxnSpPr/>
          <p:nvPr/>
        </p:nvCxnSpPr>
        <p:spPr>
          <a:xfrm>
            <a:off x="4298461" y="7648656"/>
            <a:ext cx="41682" cy="13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c1bbrownp2g0_6" descr="Editable line; source id c1bbrownp2g0_6"/>
          <p:cNvCxnSpPr/>
          <p:nvPr/>
        </p:nvCxnSpPr>
        <p:spPr>
          <a:xfrm>
            <a:off x="4340143" y="7649958"/>
            <a:ext cx="41682" cy="911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c1bbrownp2g0_7" descr="Editable line; source id c1bbrownp2g0_7"/>
          <p:cNvCxnSpPr/>
          <p:nvPr/>
        </p:nvCxnSpPr>
        <p:spPr>
          <a:xfrm>
            <a:off x="4381825" y="7659076"/>
            <a:ext cx="41682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c1bbrownp2g0_8" descr="Editable line; source id c1bbrownp2g0_8"/>
          <p:cNvCxnSpPr/>
          <p:nvPr/>
        </p:nvCxnSpPr>
        <p:spPr>
          <a:xfrm>
            <a:off x="4423507" y="7659076"/>
            <a:ext cx="41682" cy="911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c1bbrownp2g0_9" descr="Editable line; source id c1bbrownp2g0_9"/>
          <p:cNvCxnSpPr/>
          <p:nvPr/>
        </p:nvCxnSpPr>
        <p:spPr>
          <a:xfrm>
            <a:off x="4465189" y="7668194"/>
            <a:ext cx="41682" cy="13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c1bbrownp2g0_10" descr="Editable line; source id c1bbrownp2g0_10"/>
          <p:cNvCxnSpPr/>
          <p:nvPr/>
        </p:nvCxnSpPr>
        <p:spPr>
          <a:xfrm>
            <a:off x="4506871" y="7669497"/>
            <a:ext cx="72944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c1bbrownp2g0_11" descr="Editable line; source id c1bbrownp2g0_11"/>
          <p:cNvCxnSpPr/>
          <p:nvPr/>
        </p:nvCxnSpPr>
        <p:spPr>
          <a:xfrm>
            <a:off x="4579815" y="7679917"/>
            <a:ext cx="62523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c1bbrownp2g0_12" descr="Editable line; source id c1bbrownp2g0_12"/>
          <p:cNvCxnSpPr/>
          <p:nvPr/>
        </p:nvCxnSpPr>
        <p:spPr>
          <a:xfrm>
            <a:off x="4642338" y="7679917"/>
            <a:ext cx="62523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c1bbrownp2g0_13" descr="Editable line; source id c1bbrownp2g0_13"/>
          <p:cNvCxnSpPr/>
          <p:nvPr/>
        </p:nvCxnSpPr>
        <p:spPr>
          <a:xfrm>
            <a:off x="4704861" y="7690338"/>
            <a:ext cx="93785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c1bbrownp2g0_14" descr="Editable line; source id c1bbrownp2g0_14"/>
          <p:cNvCxnSpPr/>
          <p:nvPr/>
        </p:nvCxnSpPr>
        <p:spPr>
          <a:xfrm>
            <a:off x="4798646" y="7690338"/>
            <a:ext cx="62523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c1bbrownp2g0_15" descr="Editable line; source id c1bbrownp2g0_15"/>
          <p:cNvCxnSpPr/>
          <p:nvPr/>
        </p:nvCxnSpPr>
        <p:spPr>
          <a:xfrm>
            <a:off x="4861169" y="7700758"/>
            <a:ext cx="16672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c1bbrownp2g0_16" descr="Editable line; source id c1bbrownp2g0_16"/>
          <p:cNvCxnSpPr/>
          <p:nvPr/>
        </p:nvCxnSpPr>
        <p:spPr>
          <a:xfrm>
            <a:off x="5027897" y="7700758"/>
            <a:ext cx="83364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c1bbrownp2g0_17" descr="Editable line; source id c1bbrownp2g0_17"/>
          <p:cNvCxnSpPr/>
          <p:nvPr/>
        </p:nvCxnSpPr>
        <p:spPr>
          <a:xfrm>
            <a:off x="5111261" y="7711179"/>
            <a:ext cx="36471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1bbrownp2g0_18" descr="Editable line; source id c1bbrownp2g0_18"/>
          <p:cNvCxnSpPr/>
          <p:nvPr/>
        </p:nvCxnSpPr>
        <p:spPr>
          <a:xfrm>
            <a:off x="5475979" y="7711179"/>
            <a:ext cx="31261" cy="521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c1bbrownp2g0_19" descr="Editable line; source id c1bbrownp2g0_19"/>
          <p:cNvCxnSpPr/>
          <p:nvPr/>
        </p:nvCxnSpPr>
        <p:spPr>
          <a:xfrm>
            <a:off x="5507240" y="7716389"/>
            <a:ext cx="166729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c1bbrownp2g0_20" descr="Editable line; source id c1bbrownp2g0_20"/>
          <p:cNvCxnSpPr/>
          <p:nvPr/>
        </p:nvCxnSpPr>
        <p:spPr>
          <a:xfrm>
            <a:off x="5673969" y="7716389"/>
            <a:ext cx="31261" cy="521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c1bbrownp2g0_21" descr="Editable line; source id c1bbrownp2g0_21"/>
          <p:cNvCxnSpPr/>
          <p:nvPr/>
        </p:nvCxnSpPr>
        <p:spPr>
          <a:xfrm flipV="1">
            <a:off x="5705230" y="7718126"/>
            <a:ext cx="72944" cy="347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c7bbrownp0g0_0" descr="Editable line; source id c7bbrownp0g0_0"/>
          <p:cNvCxnSpPr/>
          <p:nvPr/>
        </p:nvCxnSpPr>
        <p:spPr>
          <a:xfrm>
            <a:off x="7617394" y="4892430"/>
            <a:ext cx="11723" cy="1042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c7bbrownp0g0_1" descr="Editable line; source id c7bbrownp0g0_1"/>
          <p:cNvCxnSpPr/>
          <p:nvPr/>
        </p:nvCxnSpPr>
        <p:spPr>
          <a:xfrm>
            <a:off x="7629117" y="4996635"/>
            <a:ext cx="7816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c7bbrownp0g0_2" descr="Editable line; source id c7bbrownp0g0_2"/>
          <p:cNvCxnSpPr/>
          <p:nvPr/>
        </p:nvCxnSpPr>
        <p:spPr>
          <a:xfrm>
            <a:off x="7636933" y="5017476"/>
            <a:ext cx="2605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c7bbrownp0g0_3" descr="Editable line; source id c7bbrownp0g0_3"/>
          <p:cNvCxnSpPr/>
          <p:nvPr/>
        </p:nvCxnSpPr>
        <p:spPr>
          <a:xfrm>
            <a:off x="7639538" y="5059158"/>
            <a:ext cx="7815" cy="3126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c7bbrownp0g0_4" descr="Editable line; source id c7bbrownp0g0_4"/>
          <p:cNvCxnSpPr/>
          <p:nvPr/>
        </p:nvCxnSpPr>
        <p:spPr>
          <a:xfrm>
            <a:off x="7647353" y="5090420"/>
            <a:ext cx="2605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7bbrownp0g0_5" descr="Editable line; source id c7bbrownp0g0_5"/>
          <p:cNvCxnSpPr/>
          <p:nvPr/>
        </p:nvCxnSpPr>
        <p:spPr>
          <a:xfrm>
            <a:off x="7649958" y="5132102"/>
            <a:ext cx="39077" cy="135467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c7bbrownp0g0_6" descr="Editable line; source id c7bbrownp0g0_6"/>
          <p:cNvCxnSpPr/>
          <p:nvPr/>
        </p:nvCxnSpPr>
        <p:spPr>
          <a:xfrm>
            <a:off x="7689035" y="5267569"/>
            <a:ext cx="2605" cy="3126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c7bbrownp0g0_7" descr="Editable line; source id c7bbrownp0g0_7"/>
          <p:cNvCxnSpPr/>
          <p:nvPr/>
        </p:nvCxnSpPr>
        <p:spPr>
          <a:xfrm>
            <a:off x="7691640" y="5298830"/>
            <a:ext cx="7816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c7bbrownp0g0_8" descr="Editable line; source id c7bbrownp0g0_8"/>
          <p:cNvCxnSpPr/>
          <p:nvPr/>
        </p:nvCxnSpPr>
        <p:spPr>
          <a:xfrm>
            <a:off x="7699456" y="5319671"/>
            <a:ext cx="13025" cy="72944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c7bbrownp0g0_9" descr="Editable line; source id c7bbrownp0g0_9"/>
          <p:cNvCxnSpPr/>
          <p:nvPr/>
        </p:nvCxnSpPr>
        <p:spPr>
          <a:xfrm>
            <a:off x="7712481" y="5392615"/>
            <a:ext cx="31262" cy="12504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c7bbrownp0g0_10" descr="Editable line; source id c7bbrownp0g0_10"/>
          <p:cNvCxnSpPr/>
          <p:nvPr/>
        </p:nvCxnSpPr>
        <p:spPr>
          <a:xfrm>
            <a:off x="7743743" y="5517661"/>
            <a:ext cx="39077" cy="11462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c7bbrownp0g0_11" descr="Editable line; source id c7bbrownp0g0_11"/>
          <p:cNvCxnSpPr/>
          <p:nvPr/>
        </p:nvCxnSpPr>
        <p:spPr>
          <a:xfrm>
            <a:off x="7782820" y="5632287"/>
            <a:ext cx="23446" cy="12504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c7bbrownp0g0_12" descr="Editable line; source id c7bbrownp0g0_12"/>
          <p:cNvCxnSpPr/>
          <p:nvPr/>
        </p:nvCxnSpPr>
        <p:spPr>
          <a:xfrm>
            <a:off x="7806266" y="5757333"/>
            <a:ext cx="10420" cy="2084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c7bbrownp0g0_13" descr="Editable line; source id c7bbrownp0g0_13"/>
          <p:cNvCxnSpPr/>
          <p:nvPr/>
        </p:nvCxnSpPr>
        <p:spPr>
          <a:xfrm>
            <a:off x="7816686" y="5778174"/>
            <a:ext cx="32565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c7bbrownp0g0_14" descr="Editable line; source id c7bbrownp0g0_14"/>
          <p:cNvCxnSpPr/>
          <p:nvPr/>
        </p:nvCxnSpPr>
        <p:spPr>
          <a:xfrm>
            <a:off x="7849251" y="5819856"/>
            <a:ext cx="22143" cy="521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7bbrownp0g0_15" descr="Editable line; source id c7bbrownp0g0_15"/>
          <p:cNvCxnSpPr/>
          <p:nvPr/>
        </p:nvCxnSpPr>
        <p:spPr>
          <a:xfrm>
            <a:off x="7871394" y="5871958"/>
            <a:ext cx="32564" cy="1042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c7bbrownp0g0_16" descr="Editable line; source id c7bbrownp0g0_16"/>
          <p:cNvCxnSpPr/>
          <p:nvPr/>
        </p:nvCxnSpPr>
        <p:spPr>
          <a:xfrm>
            <a:off x="7903958" y="5976163"/>
            <a:ext cx="28657" cy="5210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c7bbrownp0g0_17" descr="Editable line; source id c7bbrownp0g0_17"/>
          <p:cNvCxnSpPr/>
          <p:nvPr/>
        </p:nvCxnSpPr>
        <p:spPr>
          <a:xfrm>
            <a:off x="7932615" y="6028266"/>
            <a:ext cx="70338" cy="16672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c7bbrownp0g0_18" descr="Editable line; source id c7bbrownp0g0_18"/>
          <p:cNvCxnSpPr/>
          <p:nvPr/>
        </p:nvCxnSpPr>
        <p:spPr>
          <a:xfrm>
            <a:off x="8002953" y="6194994"/>
            <a:ext cx="41682" cy="6252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c7bbrownp0g0_19" descr="Editable line; source id c7bbrownp0g0_19"/>
          <p:cNvCxnSpPr/>
          <p:nvPr/>
        </p:nvCxnSpPr>
        <p:spPr>
          <a:xfrm>
            <a:off x="8044635" y="6257517"/>
            <a:ext cx="20841" cy="4168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c7bbrownp0g0_20outside0" descr="Editable line; source id c7bbrownp0g0_20outside0"/>
          <p:cNvCxnSpPr/>
          <p:nvPr/>
        </p:nvCxnSpPr>
        <p:spPr>
          <a:xfrm>
            <a:off x="8065476" y="6299199"/>
            <a:ext cx="17096" cy="2605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c7bbrownp2g0_0outside1" descr="Editable line; source id c7bbrownp2g0_0outside1"/>
          <p:cNvCxnSpPr/>
          <p:nvPr/>
        </p:nvCxnSpPr>
        <p:spPr>
          <a:xfrm>
            <a:off x="9618133" y="7489859"/>
            <a:ext cx="119835" cy="5459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c7bbrownp2g0_1" descr="Editable line; source id c7bbrownp2g0_1"/>
          <p:cNvCxnSpPr/>
          <p:nvPr/>
        </p:nvCxnSpPr>
        <p:spPr>
          <a:xfrm>
            <a:off x="9737968" y="7544451"/>
            <a:ext cx="104206" cy="40379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c7bbrownp2g0_2" descr="Editable line; source id c7bbrownp2g0_2"/>
          <p:cNvCxnSpPr/>
          <p:nvPr/>
        </p:nvCxnSpPr>
        <p:spPr>
          <a:xfrm>
            <a:off x="9842174" y="7584830"/>
            <a:ext cx="52102" cy="13026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c7bbrownp2g0_3" descr="Editable line; source id c7bbrownp2g0_3"/>
          <p:cNvCxnSpPr/>
          <p:nvPr/>
        </p:nvCxnSpPr>
        <p:spPr>
          <a:xfrm>
            <a:off x="9894276" y="7597856"/>
            <a:ext cx="114626" cy="39077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c7bbrownp2g0_4" descr="Editable line; source id c7bbrownp2g0_4"/>
          <p:cNvCxnSpPr/>
          <p:nvPr/>
        </p:nvCxnSpPr>
        <p:spPr>
          <a:xfrm>
            <a:off x="10008902" y="7636933"/>
            <a:ext cx="239672" cy="62523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c7bbrownp2g0_5" descr="Editable line; source id c7bbrownp2g0_5"/>
          <p:cNvCxnSpPr/>
          <p:nvPr/>
        </p:nvCxnSpPr>
        <p:spPr>
          <a:xfrm>
            <a:off x="10248574" y="7699456"/>
            <a:ext cx="20841" cy="13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c7bbrownp2g0_6" descr="Editable line; source id c7bbrownp2g0_6"/>
          <p:cNvCxnSpPr/>
          <p:nvPr/>
        </p:nvCxnSpPr>
        <p:spPr>
          <a:xfrm flipV="1">
            <a:off x="10269415" y="7690338"/>
            <a:ext cx="52102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c7bbrownp2g0_7" descr="Editable line; source id c7bbrownp2g0_7"/>
          <p:cNvCxnSpPr/>
          <p:nvPr/>
        </p:nvCxnSpPr>
        <p:spPr>
          <a:xfrm>
            <a:off x="10321517" y="7690338"/>
            <a:ext cx="104205" cy="1953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c7bbrownp2g0_8" descr="Editable line; source id c7bbrownp2g0_8"/>
          <p:cNvCxnSpPr/>
          <p:nvPr/>
        </p:nvCxnSpPr>
        <p:spPr>
          <a:xfrm>
            <a:off x="10425722" y="7709876"/>
            <a:ext cx="41682" cy="2605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c7bbrownp2g0_9" descr="Editable line; source id c7bbrownp2g0_9"/>
          <p:cNvCxnSpPr/>
          <p:nvPr/>
        </p:nvCxnSpPr>
        <p:spPr>
          <a:xfrm>
            <a:off x="10467404" y="7712481"/>
            <a:ext cx="114626" cy="19539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c7bbrownp2g0_10" descr="Editable line; source id c7bbrownp2g0_10"/>
          <p:cNvCxnSpPr/>
          <p:nvPr/>
        </p:nvCxnSpPr>
        <p:spPr>
          <a:xfrm>
            <a:off x="10582030" y="7732020"/>
            <a:ext cx="41682" cy="1302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c7bbrownp2g0_11" descr="Editable line; source id c7bbrownp2g0_11"/>
          <p:cNvCxnSpPr/>
          <p:nvPr/>
        </p:nvCxnSpPr>
        <p:spPr>
          <a:xfrm>
            <a:off x="10623712" y="7733322"/>
            <a:ext cx="41682" cy="9118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c7bbrownp2g0_12" descr="Editable line; source id c7bbrownp2g0_12"/>
          <p:cNvCxnSpPr/>
          <p:nvPr/>
        </p:nvCxnSpPr>
        <p:spPr>
          <a:xfrm>
            <a:off x="10665394" y="7742440"/>
            <a:ext cx="41682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c7bbrownp2g0_13" descr="Editable line; source id c7bbrownp2g0_13"/>
          <p:cNvCxnSpPr/>
          <p:nvPr/>
        </p:nvCxnSpPr>
        <p:spPr>
          <a:xfrm>
            <a:off x="10707076" y="7742440"/>
            <a:ext cx="72944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c7bbrownp2g0_14" descr="Editable line; source id c7bbrownp2g0_14"/>
          <p:cNvCxnSpPr/>
          <p:nvPr/>
        </p:nvCxnSpPr>
        <p:spPr>
          <a:xfrm>
            <a:off x="10780020" y="7752861"/>
            <a:ext cx="62523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c7bbrownp2g0_15" descr="Editable line; source id c7bbrownp2g0_15"/>
          <p:cNvCxnSpPr/>
          <p:nvPr/>
        </p:nvCxnSpPr>
        <p:spPr>
          <a:xfrm>
            <a:off x="10842543" y="7752861"/>
            <a:ext cx="72943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c7bbrownp2g0_16" descr="Editable line; source id c7bbrownp2g0_16"/>
          <p:cNvCxnSpPr/>
          <p:nvPr/>
        </p:nvCxnSpPr>
        <p:spPr>
          <a:xfrm>
            <a:off x="10915486" y="7763281"/>
            <a:ext cx="114626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c7bbrownp2g0_17" descr="Editable line; source id c7bbrownp2g0_17"/>
          <p:cNvCxnSpPr/>
          <p:nvPr/>
        </p:nvCxnSpPr>
        <p:spPr>
          <a:xfrm>
            <a:off x="11030112" y="7763281"/>
            <a:ext cx="72944" cy="10421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c7bbrownp2g0_18" descr="Editable line; source id c7bbrownp2g0_18"/>
          <p:cNvCxnSpPr/>
          <p:nvPr/>
        </p:nvCxnSpPr>
        <p:spPr>
          <a:xfrm>
            <a:off x="11103056" y="7773702"/>
            <a:ext cx="208410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c7bbrownp2g0_19" descr="Editable line; source id c7bbrownp2g0_19"/>
          <p:cNvCxnSpPr/>
          <p:nvPr/>
        </p:nvCxnSpPr>
        <p:spPr>
          <a:xfrm>
            <a:off x="11311466" y="7773702"/>
            <a:ext cx="125046" cy="1042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c7bbrownp2g0_20" descr="Editable line; source id c7bbrownp2g0_20"/>
          <p:cNvCxnSpPr/>
          <p:nvPr/>
        </p:nvCxnSpPr>
        <p:spPr>
          <a:xfrm>
            <a:off x="11436512" y="7784122"/>
            <a:ext cx="395980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5" name="crossing_unresolved" descr="Exact source crop of blue/brown crossing where trace helper rejects multiple visible branches; includes short grid fragments. Original raster pixels, no invented hidden trajectori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692" y="6325251"/>
            <a:ext cx="1646440" cy="119835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