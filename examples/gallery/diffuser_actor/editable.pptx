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8071732"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 complete panels a–c. Ke, Gkanatsios &amp; Fragkiadaki, 3D Diffuser Actor, CoRL 2024 / PMLR 270 (2025). Image-only reconstruction from official PDF page4 rendered at 4x. Native labels, modules, tokens and connectors; local text-free photographs and point-cloud artwork retained as movable raster crops. Main multiview pointcloud crop contains three short colored arrow tails fused into its artwork. Source typography approximated with locally available Arial, Times New Roman and Courier New. All three panels preserved. Raster artwork comprises 19 local text-free crops; small camera rays, pointcloud gripper poses and three multiview arrow tails remain fused in those crops. Long denoising arrow uses a solid color instead of the source gradient; source module shadows are omitted. Copyright remains with Ke, Gkanatsios and Fragkiadaki; explicit reuse license was not located on the inspected PDF/article.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image" Target="../media/image18.png"/><Relationship Id="rId20" Type="http://schemas.openxmlformats.org/officeDocument/2006/relationships/image" Target="../media/image19.png"/><Relationship Id="rId21"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depth" descr="Exact text-free crop from Figure 1, Ke et al. CoRL 2024 / PMLR 2025, source pixels [67, 25, 70, 118]. Photographic/pointcloud artwork retains internally fused trajectory and camera ray marks."/>
          <p:cNvPicPr>
            <a:picLocks noChangeAspect="1"/>
          </p:cNvPicPr>
          <p:nvPr/>
        </p:nvPicPr>
        <p:blipFill>
          <a:blip r:embed="rId2"/>
          <a:stretch>
            <a:fillRect/>
          </a:stretch>
        </p:blipFill>
        <p:spPr>
          <a:xfrm>
            <a:off x="514074" y="191818"/>
            <a:ext cx="537092" cy="905384"/>
          </a:xfrm>
          <a:prstGeom prst="rect">
            <a:avLst/>
          </a:prstGeom>
          <a:effectLst/>
        </p:spPr>
      </p:pic>
      <p:pic>
        <p:nvPicPr>
          <p:cNvPr id="3" name="rgb" descr="Exact text-free crop from Figure 1, Ke et al. CoRL 2024 / PMLR 2025, source pixels [68, 191, 69, 115]. Photographic/pointcloud artwork retains internally fused trajectory and camera ray marks."/>
          <p:cNvPicPr>
            <a:picLocks noChangeAspect="1"/>
          </p:cNvPicPr>
          <p:nvPr/>
        </p:nvPicPr>
        <p:blipFill>
          <a:blip r:embed="rId3"/>
          <a:stretch>
            <a:fillRect/>
          </a:stretch>
        </p:blipFill>
        <p:spPr>
          <a:xfrm>
            <a:off x="521746" y="1465495"/>
            <a:ext cx="529419" cy="882366"/>
          </a:xfrm>
          <a:prstGeom prst="rect">
            <a:avLst/>
          </a:prstGeom>
          <a:effectLst/>
        </p:spPr>
      </p:pic>
      <p:pic>
        <p:nvPicPr>
          <p:cNvPr id="4" name="single_cloud" descr="Exact text-free crop from Figure 1, Ke et al. CoRL 2024 / PMLR 2025, source pixels [350, 162, 148, 164]. Photographic/pointcloud artwork retains internally fused trajectory and camera ray marks."/>
          <p:cNvPicPr>
            <a:picLocks noChangeAspect="1"/>
          </p:cNvPicPr>
          <p:nvPr/>
        </p:nvPicPr>
        <p:blipFill>
          <a:blip r:embed="rId4"/>
          <a:stretch>
            <a:fillRect/>
          </a:stretch>
        </p:blipFill>
        <p:spPr>
          <a:xfrm>
            <a:off x="2685462" y="1242985"/>
            <a:ext cx="1135566" cy="1258330"/>
          </a:xfrm>
          <a:prstGeom prst="rect">
            <a:avLst/>
          </a:prstGeom>
          <a:effectLst/>
        </p:spPr>
      </p:pic>
      <p:pic>
        <p:nvPicPr>
          <p:cNvPr id="5" name="camera_top" descr="Exact text-free crop from Figure 1, Ke et al. CoRL 2024 / PMLR 2025, source pixels [552, 25, 43, 88]. Photographic/pointcloud artwork retains internally fused trajectory and camera ray marks."/>
          <p:cNvPicPr>
            <a:picLocks noChangeAspect="1"/>
          </p:cNvPicPr>
          <p:nvPr/>
        </p:nvPicPr>
        <p:blipFill>
          <a:blip r:embed="rId5"/>
          <a:stretch>
            <a:fillRect/>
          </a:stretch>
        </p:blipFill>
        <p:spPr>
          <a:xfrm>
            <a:off x="4235357" y="191818"/>
            <a:ext cx="329928" cy="675201"/>
          </a:xfrm>
          <a:prstGeom prst="rect">
            <a:avLst/>
          </a:prstGeom>
          <a:effectLst/>
        </p:spPr>
      </p:pic>
      <p:pic>
        <p:nvPicPr>
          <p:cNvPr id="6" name="camera_right" descr="Exact text-free crop from Figure 1, Ke et al. CoRL 2024 / PMLR 2025, source pixels [762, 24, 62, 88]. Photographic/pointcloud artwork retains internally fused trajectory and camera ray marks."/>
          <p:cNvPicPr>
            <a:picLocks noChangeAspect="1"/>
          </p:cNvPicPr>
          <p:nvPr/>
        </p:nvPicPr>
        <p:blipFill>
          <a:blip r:embed="rId6"/>
          <a:stretch>
            <a:fillRect/>
          </a:stretch>
        </p:blipFill>
        <p:spPr>
          <a:xfrm>
            <a:off x="5846635" y="184145"/>
            <a:ext cx="475710" cy="675201"/>
          </a:xfrm>
          <a:prstGeom prst="rect">
            <a:avLst/>
          </a:prstGeom>
          <a:effectLst/>
        </p:spPr>
      </p:pic>
      <p:pic>
        <p:nvPicPr>
          <p:cNvPr id="7" name="multi_cloud" descr="Exact text-free crop from Figure 1, Ke et al. CoRL 2024 / PMLR 2025, source pixels [545, 116, 289, 239]. Photographic/pointcloud artwork retains internally fused trajectory and camera ray marks."/>
          <p:cNvPicPr>
            <a:picLocks noChangeAspect="1"/>
          </p:cNvPicPr>
          <p:nvPr/>
        </p:nvPicPr>
        <p:blipFill>
          <a:blip r:embed="rId7"/>
          <a:stretch>
            <a:fillRect/>
          </a:stretch>
        </p:blipFill>
        <p:spPr>
          <a:xfrm>
            <a:off x="4181648" y="890038"/>
            <a:ext cx="2217424" cy="1833787"/>
          </a:xfrm>
          <a:prstGeom prst="rect">
            <a:avLst/>
          </a:prstGeom>
          <a:effectLst/>
        </p:spPr>
      </p:pic>
      <p:sp>
        <p:nvSpPr>
          <p:cNvPr id="8" name="image_encoder" descr="Editable shape; source id image_encoder"/>
          <p:cNvSpPr/>
          <p:nvPr/>
        </p:nvSpPr>
        <p:spPr>
          <a:xfrm>
            <a:off x="1135567" y="1488513"/>
            <a:ext cx="713566" cy="844002"/>
          </a:xfrm>
          <a:custGeom>
            <a:avLst/>
            <a:gdLst/>
            <a:ahLst/>
            <a:cxnLst/>
            <a:rect l="l" t="t" r="r" b="b"/>
            <a:pathLst>
              <a:path w="93000" h="110000">
                <a:moveTo>
                  <a:pt x="0" y="0"/>
                </a:moveTo>
                <a:lnTo>
                  <a:pt x="93000" y="22000"/>
                </a:lnTo>
                <a:lnTo>
                  <a:pt x="93000" y="86000"/>
                </a:lnTo>
                <a:lnTo>
                  <a:pt x="0" y="110000"/>
                </a:lnTo>
                <a:close/>
              </a:path>
            </a:pathLst>
          </a:custGeom>
          <a:solidFill>
            <a:srgbClr val="F3B184"/>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image_encoder_label" descr="Editable text; source id image_encoder_label"/>
          <p:cNvSpPr txBox="1"/>
          <p:nvPr/>
        </p:nvSpPr>
        <p:spPr>
          <a:xfrm>
            <a:off x="1258330" y="1772405"/>
            <a:ext cx="556274" cy="383637"/>
          </a:xfrm>
          <a:prstGeom prst="rect">
            <a:avLst/>
          </a:prstGeom>
          <a:noFill/>
          <a:effectLst/>
        </p:spPr>
        <p:txBody>
          <a:bodyPr wrap="none" anchor="t" tIns="0" rIns="0" bIns="0" lIns="0" anchorCtr="0" vertOverflow="overflow">
            <a:noAutofit/>
          </a:bodyPr>
          <a:lstStyle/>
          <a:p>
            <a:pPr algn="ctr" fontAlgn="base">
              <a:lnSpc>
                <a:spcPts val="1320"/>
              </a:lnSpc>
              <a:spcBef>
                <a:spcPts val="0"/>
              </a:spcBef>
              <a:spcAft>
                <a:spcPts val="0"/>
              </a:spcAft>
              <a:defRPr sz="1147" b="0" i="0" lang="zh-CN" dirty="0">
                <a:solidFill>
                  <a:srgbClr val="000000"/>
                </a:solidFill>
                <a:latin typeface="Arial"/>
                <a:ea typeface="Arial"/>
                <a:cs typeface="Arial"/>
              </a:defRPr>
            </a:pPr>
            <a:r>
              <a:rPr sz="1147" b="0" i="0" lang="zh-CN" dirty="0">
                <a:solidFill>
                  <a:srgbClr val="000000"/>
                </a:solidFill>
                <a:latin typeface="Arial"/>
                <a:ea typeface="Arial"/>
                <a:cs typeface="Arial"/>
              </a:rPr>
              <a:t>Image</a:t>
            </a:r>
          </a:p>
          <a:p>
            <a:pPr algn="ctr" fontAlgn="base">
              <a:lnSpc>
                <a:spcPts val="1320"/>
              </a:lnSpc>
              <a:spcBef>
                <a:spcPts val="0"/>
              </a:spcBef>
              <a:spcAft>
                <a:spcPts val="0"/>
              </a:spcAft>
              <a:defRPr sz="1147" b="0" i="0" lang="zh-CN" dirty="0">
                <a:solidFill>
                  <a:srgbClr val="000000"/>
                </a:solidFill>
                <a:latin typeface="Arial"/>
                <a:ea typeface="Arial"/>
                <a:cs typeface="Arial"/>
              </a:defRPr>
            </a:pPr>
            <a:r>
              <a:rPr sz="1147" b="0" i="0" lang="zh-CN" dirty="0">
                <a:solidFill>
                  <a:srgbClr val="000000"/>
                </a:solidFill>
                <a:latin typeface="Arial"/>
                <a:ea typeface="Arial"/>
                <a:cs typeface="Arial"/>
              </a:rPr>
              <a:t>Encoder</a:t>
            </a:r>
          </a:p>
        </p:txBody>
      </p:sp>
      <p:sp>
        <p:nvSpPr>
          <p:cNvPr id="10" name="feature_0_0" descr="Editable shape; source id feature_0_0"/>
          <p:cNvSpPr/>
          <p:nvPr/>
        </p:nvSpPr>
        <p:spPr>
          <a:xfrm>
            <a:off x="2063970" y="1657314"/>
            <a:ext cx="42200" cy="69055"/>
          </a:xfrm>
          <a:custGeom>
            <a:avLst/>
            <a:gdLst/>
            <a:ahLst/>
            <a:cxnLst/>
            <a:rect l="l" t="t" r="r" b="b"/>
            <a:pathLst>
              <a:path w="5500" h="9000">
                <a:moveTo>
                  <a:pt x="0" y="0"/>
                </a:moveTo>
                <a:lnTo>
                  <a:pt x="5500" y="3000"/>
                </a:lnTo>
                <a:lnTo>
                  <a:pt x="5500" y="9000"/>
                </a:lnTo>
                <a:lnTo>
                  <a:pt x="0" y="6000"/>
                </a:lnTo>
                <a:close/>
              </a:path>
            </a:pathLst>
          </a:custGeom>
          <a:solidFill>
            <a:srgbClr val="CBF059"/>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feature_0_1" descr="Editable shape; source id feature_0_1"/>
          <p:cNvSpPr/>
          <p:nvPr/>
        </p:nvSpPr>
        <p:spPr>
          <a:xfrm>
            <a:off x="2119214" y="1688005"/>
            <a:ext cx="42200" cy="69055"/>
          </a:xfrm>
          <a:custGeom>
            <a:avLst/>
            <a:gdLst/>
            <a:ahLst/>
            <a:cxnLst/>
            <a:rect l="l" t="t" r="r" b="b"/>
            <a:pathLst>
              <a:path w="5500" h="9000">
                <a:moveTo>
                  <a:pt x="0" y="0"/>
                </a:moveTo>
                <a:lnTo>
                  <a:pt x="5500" y="3000"/>
                </a:lnTo>
                <a:lnTo>
                  <a:pt x="5500" y="9000"/>
                </a:lnTo>
                <a:lnTo>
                  <a:pt x="0" y="6000"/>
                </a:lnTo>
                <a:close/>
              </a:path>
            </a:pathLst>
          </a:custGeom>
          <a:solidFill>
            <a:srgbClr val="D4E250"/>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feature_0_2" descr="Editable shape; source id feature_0_2"/>
          <p:cNvSpPr/>
          <p:nvPr/>
        </p:nvSpPr>
        <p:spPr>
          <a:xfrm>
            <a:off x="2174457" y="1718696"/>
            <a:ext cx="42200" cy="69055"/>
          </a:xfrm>
          <a:custGeom>
            <a:avLst/>
            <a:gdLst/>
            <a:ahLst/>
            <a:cxnLst/>
            <a:rect l="l" t="t" r="r" b="b"/>
            <a:pathLst>
              <a:path w="5500" h="9000">
                <a:moveTo>
                  <a:pt x="0" y="0"/>
                </a:moveTo>
                <a:lnTo>
                  <a:pt x="5500" y="3000"/>
                </a:lnTo>
                <a:lnTo>
                  <a:pt x="5500" y="9000"/>
                </a:lnTo>
                <a:lnTo>
                  <a:pt x="0" y="6000"/>
                </a:lnTo>
                <a:close/>
              </a:path>
            </a:pathLst>
          </a:custGeom>
          <a:solidFill>
            <a:srgbClr val="DFF421"/>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feature_0_3" descr="Editable shape; source id feature_0_3"/>
          <p:cNvSpPr/>
          <p:nvPr/>
        </p:nvSpPr>
        <p:spPr>
          <a:xfrm>
            <a:off x="2229701" y="1749387"/>
            <a:ext cx="42200" cy="69055"/>
          </a:xfrm>
          <a:custGeom>
            <a:avLst/>
            <a:gdLst/>
            <a:ahLst/>
            <a:cxnLst/>
            <a:rect l="l" t="t" r="r" b="b"/>
            <a:pathLst>
              <a:path w="5500" h="9000">
                <a:moveTo>
                  <a:pt x="0" y="0"/>
                </a:moveTo>
                <a:lnTo>
                  <a:pt x="5500" y="3000"/>
                </a:lnTo>
                <a:lnTo>
                  <a:pt x="5500" y="9000"/>
                </a:lnTo>
                <a:lnTo>
                  <a:pt x="0" y="6000"/>
                </a:lnTo>
                <a:close/>
              </a:path>
            </a:pathLst>
          </a:custGeom>
          <a:solidFill>
            <a:srgbClr val="FCBC16"/>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feature_0_4" descr="Editable shape; source id feature_0_4"/>
          <p:cNvSpPr/>
          <p:nvPr/>
        </p:nvSpPr>
        <p:spPr>
          <a:xfrm>
            <a:off x="2284945" y="1780078"/>
            <a:ext cx="42200" cy="69055"/>
          </a:xfrm>
          <a:custGeom>
            <a:avLst/>
            <a:gdLst/>
            <a:ahLst/>
            <a:cxnLst/>
            <a:rect l="l" t="t" r="r" b="b"/>
            <a:pathLst>
              <a:path w="5500" h="9000">
                <a:moveTo>
                  <a:pt x="0" y="0"/>
                </a:moveTo>
                <a:lnTo>
                  <a:pt x="5500" y="3000"/>
                </a:lnTo>
                <a:lnTo>
                  <a:pt x="5500" y="9000"/>
                </a:lnTo>
                <a:lnTo>
                  <a:pt x="0" y="6000"/>
                </a:lnTo>
                <a:close/>
              </a:path>
            </a:pathLst>
          </a:custGeom>
          <a:solidFill>
            <a:srgbClr val="FBC918"/>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feature_0_5" descr="Editable shape; source id feature_0_5"/>
          <p:cNvSpPr/>
          <p:nvPr/>
        </p:nvSpPr>
        <p:spPr>
          <a:xfrm>
            <a:off x="2340189" y="1810769"/>
            <a:ext cx="42200" cy="69055"/>
          </a:xfrm>
          <a:custGeom>
            <a:avLst/>
            <a:gdLst/>
            <a:ahLst/>
            <a:cxnLst/>
            <a:rect l="l" t="t" r="r" b="b"/>
            <a:pathLst>
              <a:path w="5500" h="9000">
                <a:moveTo>
                  <a:pt x="0" y="0"/>
                </a:moveTo>
                <a:lnTo>
                  <a:pt x="5500" y="3000"/>
                </a:lnTo>
                <a:lnTo>
                  <a:pt x="5500" y="9000"/>
                </a:lnTo>
                <a:lnTo>
                  <a:pt x="0" y="6000"/>
                </a:lnTo>
                <a:close/>
              </a:path>
            </a:pathLst>
          </a:custGeom>
          <a:solidFill>
            <a:srgbClr val="D1F15C"/>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feature_0_6" descr="Editable shape; source id feature_0_6"/>
          <p:cNvSpPr/>
          <p:nvPr/>
        </p:nvSpPr>
        <p:spPr>
          <a:xfrm>
            <a:off x="2395433" y="1841460"/>
            <a:ext cx="42200" cy="69055"/>
          </a:xfrm>
          <a:custGeom>
            <a:avLst/>
            <a:gdLst/>
            <a:ahLst/>
            <a:cxnLst/>
            <a:rect l="l" t="t" r="r" b="b"/>
            <a:pathLst>
              <a:path w="5500" h="9000">
                <a:moveTo>
                  <a:pt x="0" y="0"/>
                </a:moveTo>
                <a:lnTo>
                  <a:pt x="5500" y="3000"/>
                </a:lnTo>
                <a:lnTo>
                  <a:pt x="5500" y="9000"/>
                </a:lnTo>
                <a:lnTo>
                  <a:pt x="0" y="6000"/>
                </a:lnTo>
                <a:close/>
              </a:path>
            </a:pathLst>
          </a:custGeom>
          <a:solidFill>
            <a:srgbClr val="D3F46C"/>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feature_1_0" descr="Editable shape; source id feature_1_0"/>
          <p:cNvSpPr/>
          <p:nvPr/>
        </p:nvSpPr>
        <p:spPr>
          <a:xfrm>
            <a:off x="2063970" y="1722532"/>
            <a:ext cx="42200" cy="69055"/>
          </a:xfrm>
          <a:custGeom>
            <a:avLst/>
            <a:gdLst/>
            <a:ahLst/>
            <a:cxnLst/>
            <a:rect l="l" t="t" r="r" b="b"/>
            <a:pathLst>
              <a:path w="5500" h="9000">
                <a:moveTo>
                  <a:pt x="0" y="0"/>
                </a:moveTo>
                <a:lnTo>
                  <a:pt x="5500" y="3000"/>
                </a:lnTo>
                <a:lnTo>
                  <a:pt x="5500" y="9000"/>
                </a:lnTo>
                <a:lnTo>
                  <a:pt x="0" y="6000"/>
                </a:lnTo>
                <a:close/>
              </a:path>
            </a:pathLst>
          </a:custGeom>
          <a:solidFill>
            <a:srgbClr val="CBE957"/>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feature_1_1" descr="Editable shape; source id feature_1_1"/>
          <p:cNvSpPr/>
          <p:nvPr/>
        </p:nvSpPr>
        <p:spPr>
          <a:xfrm>
            <a:off x="2119214" y="1753223"/>
            <a:ext cx="42200" cy="69055"/>
          </a:xfrm>
          <a:custGeom>
            <a:avLst/>
            <a:gdLst/>
            <a:ahLst/>
            <a:cxnLst/>
            <a:rect l="l" t="t" r="r" b="b"/>
            <a:pathLst>
              <a:path w="5500" h="9000">
                <a:moveTo>
                  <a:pt x="0" y="0"/>
                </a:moveTo>
                <a:lnTo>
                  <a:pt x="5500" y="3000"/>
                </a:lnTo>
                <a:lnTo>
                  <a:pt x="5500" y="9000"/>
                </a:lnTo>
                <a:lnTo>
                  <a:pt x="0" y="6000"/>
                </a:lnTo>
                <a:close/>
              </a:path>
            </a:pathLst>
          </a:custGeom>
          <a:solidFill>
            <a:srgbClr val="C7E168"/>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feature_1_2" descr="Editable shape; source id feature_1_2"/>
          <p:cNvSpPr/>
          <p:nvPr/>
        </p:nvSpPr>
        <p:spPr>
          <a:xfrm>
            <a:off x="2174457" y="1783914"/>
            <a:ext cx="42200" cy="69055"/>
          </a:xfrm>
          <a:custGeom>
            <a:avLst/>
            <a:gdLst/>
            <a:ahLst/>
            <a:cxnLst/>
            <a:rect l="l" t="t" r="r" b="b"/>
            <a:pathLst>
              <a:path w="5500" h="9000">
                <a:moveTo>
                  <a:pt x="0" y="0"/>
                </a:moveTo>
                <a:lnTo>
                  <a:pt x="5500" y="3000"/>
                </a:lnTo>
                <a:lnTo>
                  <a:pt x="5500" y="9000"/>
                </a:lnTo>
                <a:lnTo>
                  <a:pt x="0" y="6000"/>
                </a:lnTo>
                <a:close/>
              </a:path>
            </a:pathLst>
          </a:custGeom>
          <a:solidFill>
            <a:srgbClr val="C8D668"/>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feature_1_3" descr="Editable shape; source id feature_1_3"/>
          <p:cNvSpPr/>
          <p:nvPr/>
        </p:nvSpPr>
        <p:spPr>
          <a:xfrm>
            <a:off x="2229701" y="1814605"/>
            <a:ext cx="42200" cy="69055"/>
          </a:xfrm>
          <a:custGeom>
            <a:avLst/>
            <a:gdLst/>
            <a:ahLst/>
            <a:cxnLst/>
            <a:rect l="l" t="t" r="r" b="b"/>
            <a:pathLst>
              <a:path w="5500" h="9000">
                <a:moveTo>
                  <a:pt x="0" y="0"/>
                </a:moveTo>
                <a:lnTo>
                  <a:pt x="5500" y="3000"/>
                </a:lnTo>
                <a:lnTo>
                  <a:pt x="5500" y="9000"/>
                </a:lnTo>
                <a:lnTo>
                  <a:pt x="0" y="6000"/>
                </a:lnTo>
                <a:close/>
              </a:path>
            </a:pathLst>
          </a:custGeom>
          <a:solidFill>
            <a:srgbClr val="FABC10"/>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feature_1_4" descr="Editable shape; source id feature_1_4"/>
          <p:cNvSpPr/>
          <p:nvPr/>
        </p:nvSpPr>
        <p:spPr>
          <a:xfrm>
            <a:off x="2284945" y="1845296"/>
            <a:ext cx="42200" cy="69055"/>
          </a:xfrm>
          <a:custGeom>
            <a:avLst/>
            <a:gdLst/>
            <a:ahLst/>
            <a:cxnLst/>
            <a:rect l="l" t="t" r="r" b="b"/>
            <a:pathLst>
              <a:path w="5500" h="9000">
                <a:moveTo>
                  <a:pt x="0" y="0"/>
                </a:moveTo>
                <a:lnTo>
                  <a:pt x="5500" y="3000"/>
                </a:lnTo>
                <a:lnTo>
                  <a:pt x="5500" y="9000"/>
                </a:lnTo>
                <a:lnTo>
                  <a:pt x="0" y="6000"/>
                </a:lnTo>
                <a:close/>
              </a:path>
            </a:pathLst>
          </a:custGeom>
          <a:solidFill>
            <a:srgbClr val="FADD2F"/>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feature_1_5" descr="Editable shape; source id feature_1_5"/>
          <p:cNvSpPr/>
          <p:nvPr/>
        </p:nvSpPr>
        <p:spPr>
          <a:xfrm>
            <a:off x="2340189" y="1875987"/>
            <a:ext cx="42200" cy="69055"/>
          </a:xfrm>
          <a:custGeom>
            <a:avLst/>
            <a:gdLst/>
            <a:ahLst/>
            <a:cxnLst/>
            <a:rect l="l" t="t" r="r" b="b"/>
            <a:pathLst>
              <a:path w="5500" h="9000">
                <a:moveTo>
                  <a:pt x="0" y="0"/>
                </a:moveTo>
                <a:lnTo>
                  <a:pt x="5500" y="3000"/>
                </a:lnTo>
                <a:lnTo>
                  <a:pt x="5500" y="9000"/>
                </a:lnTo>
                <a:lnTo>
                  <a:pt x="0" y="6000"/>
                </a:lnTo>
                <a:close/>
              </a:path>
            </a:pathLst>
          </a:custGeom>
          <a:solidFill>
            <a:srgbClr val="E4CC5F"/>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feature_1_6" descr="Editable shape; source id feature_1_6"/>
          <p:cNvSpPr/>
          <p:nvPr/>
        </p:nvSpPr>
        <p:spPr>
          <a:xfrm>
            <a:off x="2395433" y="1906678"/>
            <a:ext cx="42200" cy="69055"/>
          </a:xfrm>
          <a:custGeom>
            <a:avLst/>
            <a:gdLst/>
            <a:ahLst/>
            <a:cxnLst/>
            <a:rect l="l" t="t" r="r" b="b"/>
            <a:pathLst>
              <a:path w="5500" h="9000">
                <a:moveTo>
                  <a:pt x="0" y="0"/>
                </a:moveTo>
                <a:lnTo>
                  <a:pt x="5500" y="3000"/>
                </a:lnTo>
                <a:lnTo>
                  <a:pt x="5500" y="9000"/>
                </a:lnTo>
                <a:lnTo>
                  <a:pt x="0" y="6000"/>
                </a:lnTo>
                <a:close/>
              </a:path>
            </a:pathLst>
          </a:custGeom>
          <a:solidFill>
            <a:srgbClr val="DAF077"/>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feature_2_0" descr="Editable shape; source id feature_2_0"/>
          <p:cNvSpPr/>
          <p:nvPr/>
        </p:nvSpPr>
        <p:spPr>
          <a:xfrm>
            <a:off x="2063970" y="1787751"/>
            <a:ext cx="42200" cy="69055"/>
          </a:xfrm>
          <a:custGeom>
            <a:avLst/>
            <a:gdLst/>
            <a:ahLst/>
            <a:cxnLst/>
            <a:rect l="l" t="t" r="r" b="b"/>
            <a:pathLst>
              <a:path w="5500" h="9000">
                <a:moveTo>
                  <a:pt x="0" y="0"/>
                </a:moveTo>
                <a:lnTo>
                  <a:pt x="5500" y="3000"/>
                </a:lnTo>
                <a:lnTo>
                  <a:pt x="5500" y="9000"/>
                </a:lnTo>
                <a:lnTo>
                  <a:pt x="0" y="6000"/>
                </a:lnTo>
                <a:close/>
              </a:path>
            </a:pathLst>
          </a:custGeom>
          <a:solidFill>
            <a:srgbClr val="CA60EE"/>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feature_2_1" descr="Editable shape; source id feature_2_1"/>
          <p:cNvSpPr/>
          <p:nvPr/>
        </p:nvSpPr>
        <p:spPr>
          <a:xfrm>
            <a:off x="2119214" y="1818442"/>
            <a:ext cx="42200" cy="69055"/>
          </a:xfrm>
          <a:custGeom>
            <a:avLst/>
            <a:gdLst/>
            <a:ahLst/>
            <a:cxnLst/>
            <a:rect l="l" t="t" r="r" b="b"/>
            <a:pathLst>
              <a:path w="5500" h="9000">
                <a:moveTo>
                  <a:pt x="0" y="0"/>
                </a:moveTo>
                <a:lnTo>
                  <a:pt x="5500" y="3000"/>
                </a:lnTo>
                <a:lnTo>
                  <a:pt x="5500" y="9000"/>
                </a:lnTo>
                <a:lnTo>
                  <a:pt x="0" y="6000"/>
                </a:lnTo>
                <a:close/>
              </a:path>
            </a:pathLst>
          </a:custGeom>
          <a:solidFill>
            <a:srgbClr val="E514FD"/>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feature_2_2" descr="Editable shape; source id feature_2_2"/>
          <p:cNvSpPr/>
          <p:nvPr/>
        </p:nvSpPr>
        <p:spPr>
          <a:xfrm>
            <a:off x="2174457" y="1849133"/>
            <a:ext cx="42200" cy="69055"/>
          </a:xfrm>
          <a:custGeom>
            <a:avLst/>
            <a:gdLst/>
            <a:ahLst/>
            <a:cxnLst/>
            <a:rect l="l" t="t" r="r" b="b"/>
            <a:pathLst>
              <a:path w="5500" h="9000">
                <a:moveTo>
                  <a:pt x="0" y="0"/>
                </a:moveTo>
                <a:lnTo>
                  <a:pt x="5500" y="3000"/>
                </a:lnTo>
                <a:lnTo>
                  <a:pt x="5500" y="9000"/>
                </a:lnTo>
                <a:lnTo>
                  <a:pt x="0" y="6000"/>
                </a:lnTo>
                <a:close/>
              </a:path>
            </a:pathLst>
          </a:custGeom>
          <a:solidFill>
            <a:srgbClr val="D83EF6"/>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feature_2_3" descr="Editable shape; source id feature_2_3"/>
          <p:cNvSpPr/>
          <p:nvPr/>
        </p:nvSpPr>
        <p:spPr>
          <a:xfrm>
            <a:off x="2229701" y="1879824"/>
            <a:ext cx="42200" cy="69055"/>
          </a:xfrm>
          <a:custGeom>
            <a:avLst/>
            <a:gdLst/>
            <a:ahLst/>
            <a:cxnLst/>
            <a:rect l="l" t="t" r="r" b="b"/>
            <a:pathLst>
              <a:path w="5500" h="9000">
                <a:moveTo>
                  <a:pt x="0" y="0"/>
                </a:moveTo>
                <a:lnTo>
                  <a:pt x="5500" y="3000"/>
                </a:lnTo>
                <a:lnTo>
                  <a:pt x="5500" y="9000"/>
                </a:lnTo>
                <a:lnTo>
                  <a:pt x="0" y="6000"/>
                </a:lnTo>
                <a:close/>
              </a:path>
            </a:pathLst>
          </a:custGeom>
          <a:solidFill>
            <a:srgbClr val="E037E7"/>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feature_2_4" descr="Editable shape; source id feature_2_4"/>
          <p:cNvSpPr/>
          <p:nvPr/>
        </p:nvSpPr>
        <p:spPr>
          <a:xfrm>
            <a:off x="2284945" y="1910515"/>
            <a:ext cx="42200" cy="69055"/>
          </a:xfrm>
          <a:custGeom>
            <a:avLst/>
            <a:gdLst/>
            <a:ahLst/>
            <a:cxnLst/>
            <a:rect l="l" t="t" r="r" b="b"/>
            <a:pathLst>
              <a:path w="5500" h="9000">
                <a:moveTo>
                  <a:pt x="0" y="0"/>
                </a:moveTo>
                <a:lnTo>
                  <a:pt x="5500" y="3000"/>
                </a:lnTo>
                <a:lnTo>
                  <a:pt x="5500" y="9000"/>
                </a:lnTo>
                <a:lnTo>
                  <a:pt x="0" y="6000"/>
                </a:lnTo>
                <a:close/>
              </a:path>
            </a:pathLst>
          </a:custGeom>
          <a:solidFill>
            <a:srgbClr val="EECB40"/>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feature_2_5" descr="Editable shape; source id feature_2_5"/>
          <p:cNvSpPr/>
          <p:nvPr/>
        </p:nvSpPr>
        <p:spPr>
          <a:xfrm>
            <a:off x="2340189" y="1941206"/>
            <a:ext cx="42200" cy="69055"/>
          </a:xfrm>
          <a:custGeom>
            <a:avLst/>
            <a:gdLst/>
            <a:ahLst/>
            <a:cxnLst/>
            <a:rect l="l" t="t" r="r" b="b"/>
            <a:pathLst>
              <a:path w="5500" h="9000">
                <a:moveTo>
                  <a:pt x="0" y="0"/>
                </a:moveTo>
                <a:lnTo>
                  <a:pt x="5500" y="3000"/>
                </a:lnTo>
                <a:lnTo>
                  <a:pt x="5500" y="9000"/>
                </a:lnTo>
                <a:lnTo>
                  <a:pt x="0" y="6000"/>
                </a:lnTo>
                <a:close/>
              </a:path>
            </a:pathLst>
          </a:custGeom>
          <a:solidFill>
            <a:srgbClr val="DBD06C"/>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feature_2_6" descr="Editable shape; source id feature_2_6"/>
          <p:cNvSpPr/>
          <p:nvPr/>
        </p:nvSpPr>
        <p:spPr>
          <a:xfrm>
            <a:off x="2395433" y="1971897"/>
            <a:ext cx="42200" cy="69055"/>
          </a:xfrm>
          <a:custGeom>
            <a:avLst/>
            <a:gdLst/>
            <a:ahLst/>
            <a:cxnLst/>
            <a:rect l="l" t="t" r="r" b="b"/>
            <a:pathLst>
              <a:path w="5500" h="9000">
                <a:moveTo>
                  <a:pt x="0" y="0"/>
                </a:moveTo>
                <a:lnTo>
                  <a:pt x="5500" y="3000"/>
                </a:lnTo>
                <a:lnTo>
                  <a:pt x="5500" y="9000"/>
                </a:lnTo>
                <a:lnTo>
                  <a:pt x="0" y="6000"/>
                </a:lnTo>
                <a:close/>
              </a:path>
            </a:pathLst>
          </a:custGeom>
          <a:solidFill>
            <a:srgbClr val="CBD978"/>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feature_3_0" descr="Editable shape; source id feature_3_0"/>
          <p:cNvSpPr/>
          <p:nvPr/>
        </p:nvSpPr>
        <p:spPr>
          <a:xfrm>
            <a:off x="2063970" y="1852969"/>
            <a:ext cx="42200" cy="69055"/>
          </a:xfrm>
          <a:custGeom>
            <a:avLst/>
            <a:gdLst/>
            <a:ahLst/>
            <a:cxnLst/>
            <a:rect l="l" t="t" r="r" b="b"/>
            <a:pathLst>
              <a:path w="5500" h="9000">
                <a:moveTo>
                  <a:pt x="0" y="0"/>
                </a:moveTo>
                <a:lnTo>
                  <a:pt x="5500" y="3000"/>
                </a:lnTo>
                <a:lnTo>
                  <a:pt x="5500" y="9000"/>
                </a:lnTo>
                <a:lnTo>
                  <a:pt x="0" y="6000"/>
                </a:lnTo>
                <a:close/>
              </a:path>
            </a:pathLst>
          </a:custGeom>
          <a:solidFill>
            <a:srgbClr val="E22BF1"/>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feature_3_1" descr="Editable shape; source id feature_3_1"/>
          <p:cNvSpPr/>
          <p:nvPr/>
        </p:nvSpPr>
        <p:spPr>
          <a:xfrm>
            <a:off x="2119214" y="1883660"/>
            <a:ext cx="42200" cy="69055"/>
          </a:xfrm>
          <a:custGeom>
            <a:avLst/>
            <a:gdLst/>
            <a:ahLst/>
            <a:cxnLst/>
            <a:rect l="l" t="t" r="r" b="b"/>
            <a:pathLst>
              <a:path w="5500" h="9000">
                <a:moveTo>
                  <a:pt x="0" y="0"/>
                </a:moveTo>
                <a:lnTo>
                  <a:pt x="5500" y="3000"/>
                </a:lnTo>
                <a:lnTo>
                  <a:pt x="5500" y="9000"/>
                </a:lnTo>
                <a:lnTo>
                  <a:pt x="0" y="6000"/>
                </a:lnTo>
                <a:close/>
              </a:path>
            </a:pathLst>
          </a:custGeom>
          <a:solidFill>
            <a:srgbClr val="F40EF0"/>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feature_3_2" descr="Editable shape; source id feature_3_2"/>
          <p:cNvSpPr/>
          <p:nvPr/>
        </p:nvSpPr>
        <p:spPr>
          <a:xfrm>
            <a:off x="2174457" y="1914351"/>
            <a:ext cx="42200" cy="69055"/>
          </a:xfrm>
          <a:custGeom>
            <a:avLst/>
            <a:gdLst/>
            <a:ahLst/>
            <a:cxnLst/>
            <a:rect l="l" t="t" r="r" b="b"/>
            <a:pathLst>
              <a:path w="5500" h="9000">
                <a:moveTo>
                  <a:pt x="0" y="0"/>
                </a:moveTo>
                <a:lnTo>
                  <a:pt x="5500" y="3000"/>
                </a:lnTo>
                <a:lnTo>
                  <a:pt x="5500" y="9000"/>
                </a:lnTo>
                <a:lnTo>
                  <a:pt x="0" y="6000"/>
                </a:lnTo>
                <a:close/>
              </a:path>
            </a:pathLst>
          </a:custGeom>
          <a:solidFill>
            <a:srgbClr val="E823F7"/>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feature_3_3" descr="Editable shape; source id feature_3_3"/>
          <p:cNvSpPr/>
          <p:nvPr/>
        </p:nvSpPr>
        <p:spPr>
          <a:xfrm>
            <a:off x="2229701" y="1945042"/>
            <a:ext cx="42200" cy="69055"/>
          </a:xfrm>
          <a:custGeom>
            <a:avLst/>
            <a:gdLst/>
            <a:ahLst/>
            <a:cxnLst/>
            <a:rect l="l" t="t" r="r" b="b"/>
            <a:pathLst>
              <a:path w="5500" h="9000">
                <a:moveTo>
                  <a:pt x="0" y="0"/>
                </a:moveTo>
                <a:lnTo>
                  <a:pt x="5500" y="3000"/>
                </a:lnTo>
                <a:lnTo>
                  <a:pt x="5500" y="9000"/>
                </a:lnTo>
                <a:lnTo>
                  <a:pt x="0" y="6000"/>
                </a:lnTo>
                <a:close/>
              </a:path>
            </a:pathLst>
          </a:custGeom>
          <a:solidFill>
            <a:srgbClr val="DE1EE8"/>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feature_3_4" descr="Editable shape; source id feature_3_4"/>
          <p:cNvSpPr/>
          <p:nvPr/>
        </p:nvSpPr>
        <p:spPr>
          <a:xfrm>
            <a:off x="2284945" y="1975733"/>
            <a:ext cx="42200" cy="69055"/>
          </a:xfrm>
          <a:custGeom>
            <a:avLst/>
            <a:gdLst/>
            <a:ahLst/>
            <a:cxnLst/>
            <a:rect l="l" t="t" r="r" b="b"/>
            <a:pathLst>
              <a:path w="5500" h="9000">
                <a:moveTo>
                  <a:pt x="0" y="0"/>
                </a:moveTo>
                <a:lnTo>
                  <a:pt x="5500" y="3000"/>
                </a:lnTo>
                <a:lnTo>
                  <a:pt x="5500" y="9000"/>
                </a:lnTo>
                <a:lnTo>
                  <a:pt x="0" y="6000"/>
                </a:lnTo>
                <a:close/>
              </a:path>
            </a:pathLst>
          </a:custGeom>
          <a:solidFill>
            <a:srgbClr val="BB9DA3"/>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feature_3_5" descr="Editable shape; source id feature_3_5"/>
          <p:cNvSpPr/>
          <p:nvPr/>
        </p:nvSpPr>
        <p:spPr>
          <a:xfrm>
            <a:off x="2340189" y="2006424"/>
            <a:ext cx="42200" cy="69055"/>
          </a:xfrm>
          <a:custGeom>
            <a:avLst/>
            <a:gdLst/>
            <a:ahLst/>
            <a:cxnLst/>
            <a:rect l="l" t="t" r="r" b="b"/>
            <a:pathLst>
              <a:path w="5500" h="9000">
                <a:moveTo>
                  <a:pt x="0" y="0"/>
                </a:moveTo>
                <a:lnTo>
                  <a:pt x="5500" y="3000"/>
                </a:lnTo>
                <a:lnTo>
                  <a:pt x="5500" y="9000"/>
                </a:lnTo>
                <a:lnTo>
                  <a:pt x="0" y="6000"/>
                </a:lnTo>
                <a:close/>
              </a:path>
            </a:pathLst>
          </a:custGeom>
          <a:solidFill>
            <a:srgbClr val="626FCE"/>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feature_3_6" descr="Editable shape; source id feature_3_6"/>
          <p:cNvSpPr/>
          <p:nvPr/>
        </p:nvSpPr>
        <p:spPr>
          <a:xfrm>
            <a:off x="2395433" y="2037115"/>
            <a:ext cx="42200" cy="69055"/>
          </a:xfrm>
          <a:custGeom>
            <a:avLst/>
            <a:gdLst/>
            <a:ahLst/>
            <a:cxnLst/>
            <a:rect l="l" t="t" r="r" b="b"/>
            <a:pathLst>
              <a:path w="5500" h="9000">
                <a:moveTo>
                  <a:pt x="0" y="0"/>
                </a:moveTo>
                <a:lnTo>
                  <a:pt x="5500" y="3000"/>
                </a:lnTo>
                <a:lnTo>
                  <a:pt x="5500" y="9000"/>
                </a:lnTo>
                <a:lnTo>
                  <a:pt x="0" y="6000"/>
                </a:lnTo>
                <a:close/>
              </a:path>
            </a:pathLst>
          </a:custGeom>
          <a:solidFill>
            <a:srgbClr val="9688CB"/>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feature_4_0" descr="Editable shape; source id feature_4_0"/>
          <p:cNvSpPr/>
          <p:nvPr/>
        </p:nvSpPr>
        <p:spPr>
          <a:xfrm>
            <a:off x="2063970" y="1918187"/>
            <a:ext cx="42200" cy="69055"/>
          </a:xfrm>
          <a:custGeom>
            <a:avLst/>
            <a:gdLst/>
            <a:ahLst/>
            <a:cxnLst/>
            <a:rect l="l" t="t" r="r" b="b"/>
            <a:pathLst>
              <a:path w="5500" h="9000">
                <a:moveTo>
                  <a:pt x="0" y="0"/>
                </a:moveTo>
                <a:lnTo>
                  <a:pt x="5500" y="3000"/>
                </a:lnTo>
                <a:lnTo>
                  <a:pt x="5500" y="9000"/>
                </a:lnTo>
                <a:lnTo>
                  <a:pt x="0" y="6000"/>
                </a:lnTo>
                <a:close/>
              </a:path>
            </a:pathLst>
          </a:custGeom>
          <a:solidFill>
            <a:srgbClr val="CA4DEB"/>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feature_4_1" descr="Editable shape; source id feature_4_1"/>
          <p:cNvSpPr/>
          <p:nvPr/>
        </p:nvSpPr>
        <p:spPr>
          <a:xfrm>
            <a:off x="2119214" y="1948878"/>
            <a:ext cx="42200" cy="69055"/>
          </a:xfrm>
          <a:custGeom>
            <a:avLst/>
            <a:gdLst/>
            <a:ahLst/>
            <a:cxnLst/>
            <a:rect l="l" t="t" r="r" b="b"/>
            <a:pathLst>
              <a:path w="5500" h="9000">
                <a:moveTo>
                  <a:pt x="0" y="0"/>
                </a:moveTo>
                <a:lnTo>
                  <a:pt x="5500" y="3000"/>
                </a:lnTo>
                <a:lnTo>
                  <a:pt x="5500" y="9000"/>
                </a:lnTo>
                <a:lnTo>
                  <a:pt x="0" y="6000"/>
                </a:lnTo>
                <a:close/>
              </a:path>
            </a:pathLst>
          </a:custGeom>
          <a:solidFill>
            <a:srgbClr val="F018CF"/>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feature_4_2" descr="Editable shape; source id feature_4_2"/>
          <p:cNvSpPr/>
          <p:nvPr/>
        </p:nvSpPr>
        <p:spPr>
          <a:xfrm>
            <a:off x="2174457" y="1979569"/>
            <a:ext cx="42200" cy="69055"/>
          </a:xfrm>
          <a:custGeom>
            <a:avLst/>
            <a:gdLst/>
            <a:ahLst/>
            <a:cxnLst/>
            <a:rect l="l" t="t" r="r" b="b"/>
            <a:pathLst>
              <a:path w="5500" h="9000">
                <a:moveTo>
                  <a:pt x="0" y="0"/>
                </a:moveTo>
                <a:lnTo>
                  <a:pt x="5500" y="3000"/>
                </a:lnTo>
                <a:lnTo>
                  <a:pt x="5500" y="9000"/>
                </a:lnTo>
                <a:lnTo>
                  <a:pt x="0" y="6000"/>
                </a:lnTo>
                <a:close/>
              </a:path>
            </a:pathLst>
          </a:custGeom>
          <a:solidFill>
            <a:srgbClr val="D426EE"/>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feature_4_3" descr="Editable shape; source id feature_4_3"/>
          <p:cNvSpPr/>
          <p:nvPr/>
        </p:nvSpPr>
        <p:spPr>
          <a:xfrm>
            <a:off x="2229701" y="2010260"/>
            <a:ext cx="42200" cy="69055"/>
          </a:xfrm>
          <a:custGeom>
            <a:avLst/>
            <a:gdLst/>
            <a:ahLst/>
            <a:cxnLst/>
            <a:rect l="l" t="t" r="r" b="b"/>
            <a:pathLst>
              <a:path w="5500" h="9000">
                <a:moveTo>
                  <a:pt x="0" y="0"/>
                </a:moveTo>
                <a:lnTo>
                  <a:pt x="5500" y="3000"/>
                </a:lnTo>
                <a:lnTo>
                  <a:pt x="5500" y="9000"/>
                </a:lnTo>
                <a:lnTo>
                  <a:pt x="0" y="6000"/>
                </a:lnTo>
                <a:close/>
              </a:path>
            </a:pathLst>
          </a:custGeom>
          <a:solidFill>
            <a:srgbClr val="E22ADB"/>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feature_4_4" descr="Editable shape; source id feature_4_4"/>
          <p:cNvSpPr/>
          <p:nvPr/>
        </p:nvSpPr>
        <p:spPr>
          <a:xfrm>
            <a:off x="2284945" y="2040951"/>
            <a:ext cx="42200" cy="69055"/>
          </a:xfrm>
          <a:custGeom>
            <a:avLst/>
            <a:gdLst/>
            <a:ahLst/>
            <a:cxnLst/>
            <a:rect l="l" t="t" r="r" b="b"/>
            <a:pathLst>
              <a:path w="5500" h="9000">
                <a:moveTo>
                  <a:pt x="0" y="0"/>
                </a:moveTo>
                <a:lnTo>
                  <a:pt x="5500" y="3000"/>
                </a:lnTo>
                <a:lnTo>
                  <a:pt x="5500" y="9000"/>
                </a:lnTo>
                <a:lnTo>
                  <a:pt x="0" y="6000"/>
                </a:lnTo>
                <a:close/>
              </a:path>
            </a:pathLst>
          </a:custGeom>
          <a:solidFill>
            <a:srgbClr val="8776A4"/>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feature_4_5" descr="Editable shape; source id feature_4_5"/>
          <p:cNvSpPr/>
          <p:nvPr/>
        </p:nvSpPr>
        <p:spPr>
          <a:xfrm>
            <a:off x="2340189" y="2071642"/>
            <a:ext cx="42200" cy="69055"/>
          </a:xfrm>
          <a:custGeom>
            <a:avLst/>
            <a:gdLst/>
            <a:ahLst/>
            <a:cxnLst/>
            <a:rect l="l" t="t" r="r" b="b"/>
            <a:pathLst>
              <a:path w="5500" h="9000">
                <a:moveTo>
                  <a:pt x="0" y="0"/>
                </a:moveTo>
                <a:lnTo>
                  <a:pt x="5500" y="3000"/>
                </a:lnTo>
                <a:lnTo>
                  <a:pt x="5500" y="9000"/>
                </a:lnTo>
                <a:lnTo>
                  <a:pt x="0" y="6000"/>
                </a:lnTo>
                <a:close/>
              </a:path>
            </a:pathLst>
          </a:custGeom>
          <a:solidFill>
            <a:srgbClr val="316FDC"/>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feature_4_6" descr="Editable shape; source id feature_4_6"/>
          <p:cNvSpPr/>
          <p:nvPr/>
        </p:nvSpPr>
        <p:spPr>
          <a:xfrm>
            <a:off x="2395433" y="2102333"/>
            <a:ext cx="42200" cy="69055"/>
          </a:xfrm>
          <a:custGeom>
            <a:avLst/>
            <a:gdLst/>
            <a:ahLst/>
            <a:cxnLst/>
            <a:rect l="l" t="t" r="r" b="b"/>
            <a:pathLst>
              <a:path w="5500" h="9000">
                <a:moveTo>
                  <a:pt x="0" y="0"/>
                </a:moveTo>
                <a:lnTo>
                  <a:pt x="5500" y="3000"/>
                </a:lnTo>
                <a:lnTo>
                  <a:pt x="5500" y="9000"/>
                </a:lnTo>
                <a:lnTo>
                  <a:pt x="0" y="6000"/>
                </a:lnTo>
                <a:close/>
              </a:path>
            </a:pathLst>
          </a:custGeom>
          <a:solidFill>
            <a:srgbClr val="7483D8"/>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feature_5_0" descr="Editable shape; source id feature_5_0"/>
          <p:cNvSpPr/>
          <p:nvPr/>
        </p:nvSpPr>
        <p:spPr>
          <a:xfrm>
            <a:off x="2063970" y="1983406"/>
            <a:ext cx="42200" cy="69055"/>
          </a:xfrm>
          <a:custGeom>
            <a:avLst/>
            <a:gdLst/>
            <a:ahLst/>
            <a:cxnLst/>
            <a:rect l="l" t="t" r="r" b="b"/>
            <a:pathLst>
              <a:path w="5500" h="9000">
                <a:moveTo>
                  <a:pt x="0" y="0"/>
                </a:moveTo>
                <a:lnTo>
                  <a:pt x="5500" y="3000"/>
                </a:lnTo>
                <a:lnTo>
                  <a:pt x="5500" y="9000"/>
                </a:lnTo>
                <a:lnTo>
                  <a:pt x="0" y="6000"/>
                </a:lnTo>
                <a:close/>
              </a:path>
            </a:pathLst>
          </a:custGeom>
          <a:solidFill>
            <a:srgbClr val="BF58F3"/>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feature_5_1" descr="Editable shape; source id feature_5_1"/>
          <p:cNvSpPr/>
          <p:nvPr/>
        </p:nvSpPr>
        <p:spPr>
          <a:xfrm>
            <a:off x="2119214" y="2014097"/>
            <a:ext cx="42200" cy="69055"/>
          </a:xfrm>
          <a:custGeom>
            <a:avLst/>
            <a:gdLst/>
            <a:ahLst/>
            <a:cxnLst/>
            <a:rect l="l" t="t" r="r" b="b"/>
            <a:pathLst>
              <a:path w="5500" h="9000">
                <a:moveTo>
                  <a:pt x="0" y="0"/>
                </a:moveTo>
                <a:lnTo>
                  <a:pt x="5500" y="3000"/>
                </a:lnTo>
                <a:lnTo>
                  <a:pt x="5500" y="9000"/>
                </a:lnTo>
                <a:lnTo>
                  <a:pt x="0" y="6000"/>
                </a:lnTo>
                <a:close/>
              </a:path>
            </a:pathLst>
          </a:custGeom>
          <a:solidFill>
            <a:srgbClr val="E525EF"/>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feature_5_2" descr="Editable shape; source id feature_5_2"/>
          <p:cNvSpPr/>
          <p:nvPr/>
        </p:nvSpPr>
        <p:spPr>
          <a:xfrm>
            <a:off x="2174457" y="2044788"/>
            <a:ext cx="42200" cy="69055"/>
          </a:xfrm>
          <a:custGeom>
            <a:avLst/>
            <a:gdLst/>
            <a:ahLst/>
            <a:cxnLst/>
            <a:rect l="l" t="t" r="r" b="b"/>
            <a:pathLst>
              <a:path w="5500" h="9000">
                <a:moveTo>
                  <a:pt x="0" y="0"/>
                </a:moveTo>
                <a:lnTo>
                  <a:pt x="5500" y="3000"/>
                </a:lnTo>
                <a:lnTo>
                  <a:pt x="5500" y="9000"/>
                </a:lnTo>
                <a:lnTo>
                  <a:pt x="0" y="6000"/>
                </a:lnTo>
                <a:close/>
              </a:path>
            </a:pathLst>
          </a:custGeom>
          <a:solidFill>
            <a:srgbClr val="DB2FF0"/>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feature_5_3" descr="Editable shape; source id feature_5_3"/>
          <p:cNvSpPr/>
          <p:nvPr/>
        </p:nvSpPr>
        <p:spPr>
          <a:xfrm>
            <a:off x="2229701" y="2075479"/>
            <a:ext cx="42200" cy="69055"/>
          </a:xfrm>
          <a:custGeom>
            <a:avLst/>
            <a:gdLst/>
            <a:ahLst/>
            <a:cxnLst/>
            <a:rect l="l" t="t" r="r" b="b"/>
            <a:pathLst>
              <a:path w="5500" h="9000">
                <a:moveTo>
                  <a:pt x="0" y="0"/>
                </a:moveTo>
                <a:lnTo>
                  <a:pt x="5500" y="3000"/>
                </a:lnTo>
                <a:lnTo>
                  <a:pt x="5500" y="9000"/>
                </a:lnTo>
                <a:lnTo>
                  <a:pt x="0" y="6000"/>
                </a:lnTo>
                <a:close/>
              </a:path>
            </a:pathLst>
          </a:custGeom>
          <a:solidFill>
            <a:srgbClr val="E128EE"/>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feature_5_4" descr="Editable shape; source id feature_5_4"/>
          <p:cNvSpPr/>
          <p:nvPr/>
        </p:nvSpPr>
        <p:spPr>
          <a:xfrm>
            <a:off x="2284945" y="2106170"/>
            <a:ext cx="42200" cy="69055"/>
          </a:xfrm>
          <a:custGeom>
            <a:avLst/>
            <a:gdLst/>
            <a:ahLst/>
            <a:cxnLst/>
            <a:rect l="l" t="t" r="r" b="b"/>
            <a:pathLst>
              <a:path w="5500" h="9000">
                <a:moveTo>
                  <a:pt x="0" y="0"/>
                </a:moveTo>
                <a:lnTo>
                  <a:pt x="5500" y="3000"/>
                </a:lnTo>
                <a:lnTo>
                  <a:pt x="5500" y="9000"/>
                </a:lnTo>
                <a:lnTo>
                  <a:pt x="0" y="6000"/>
                </a:lnTo>
                <a:close/>
              </a:path>
            </a:pathLst>
          </a:custGeom>
          <a:solidFill>
            <a:srgbClr val="4179D7"/>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feature_5_5" descr="Editable shape; source id feature_5_5"/>
          <p:cNvSpPr/>
          <p:nvPr/>
        </p:nvSpPr>
        <p:spPr>
          <a:xfrm>
            <a:off x="2340189" y="2136861"/>
            <a:ext cx="42200" cy="69055"/>
          </a:xfrm>
          <a:custGeom>
            <a:avLst/>
            <a:gdLst/>
            <a:ahLst/>
            <a:cxnLst/>
            <a:rect l="l" t="t" r="r" b="b"/>
            <a:pathLst>
              <a:path w="5500" h="9000">
                <a:moveTo>
                  <a:pt x="0" y="0"/>
                </a:moveTo>
                <a:lnTo>
                  <a:pt x="5500" y="3000"/>
                </a:lnTo>
                <a:lnTo>
                  <a:pt x="5500" y="9000"/>
                </a:lnTo>
                <a:lnTo>
                  <a:pt x="0" y="6000"/>
                </a:lnTo>
                <a:close/>
              </a:path>
            </a:pathLst>
          </a:custGeom>
          <a:solidFill>
            <a:srgbClr val="2162BB"/>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feature_5_6" descr="Editable shape; source id feature_5_6"/>
          <p:cNvSpPr/>
          <p:nvPr/>
        </p:nvSpPr>
        <p:spPr>
          <a:xfrm>
            <a:off x="2395433" y="2167552"/>
            <a:ext cx="42200" cy="69055"/>
          </a:xfrm>
          <a:custGeom>
            <a:avLst/>
            <a:gdLst/>
            <a:ahLst/>
            <a:cxnLst/>
            <a:rect l="l" t="t" r="r" b="b"/>
            <a:pathLst>
              <a:path w="5500" h="9000">
                <a:moveTo>
                  <a:pt x="0" y="0"/>
                </a:moveTo>
                <a:lnTo>
                  <a:pt x="5500" y="3000"/>
                </a:lnTo>
                <a:lnTo>
                  <a:pt x="5500" y="9000"/>
                </a:lnTo>
                <a:lnTo>
                  <a:pt x="0" y="6000"/>
                </a:lnTo>
                <a:close/>
              </a:path>
            </a:pathLst>
          </a:custGeom>
          <a:solidFill>
            <a:srgbClr val="5692CD"/>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feature_6_0" descr="Editable shape; source id feature_6_0"/>
          <p:cNvSpPr/>
          <p:nvPr/>
        </p:nvSpPr>
        <p:spPr>
          <a:xfrm>
            <a:off x="2063970" y="2048624"/>
            <a:ext cx="42200" cy="69055"/>
          </a:xfrm>
          <a:custGeom>
            <a:avLst/>
            <a:gdLst/>
            <a:ahLst/>
            <a:cxnLst/>
            <a:rect l="l" t="t" r="r" b="b"/>
            <a:pathLst>
              <a:path w="5500" h="9000">
                <a:moveTo>
                  <a:pt x="0" y="0"/>
                </a:moveTo>
                <a:lnTo>
                  <a:pt x="5500" y="3000"/>
                </a:lnTo>
                <a:lnTo>
                  <a:pt x="5500" y="9000"/>
                </a:lnTo>
                <a:lnTo>
                  <a:pt x="0" y="6000"/>
                </a:lnTo>
                <a:close/>
              </a:path>
            </a:pathLst>
          </a:custGeom>
          <a:solidFill>
            <a:srgbClr val="9D89C9"/>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feature_6_1" descr="Editable shape; source id feature_6_1"/>
          <p:cNvSpPr/>
          <p:nvPr/>
        </p:nvSpPr>
        <p:spPr>
          <a:xfrm>
            <a:off x="2119214" y="2079315"/>
            <a:ext cx="42200" cy="69055"/>
          </a:xfrm>
          <a:custGeom>
            <a:avLst/>
            <a:gdLst/>
            <a:ahLst/>
            <a:cxnLst/>
            <a:rect l="l" t="t" r="r" b="b"/>
            <a:pathLst>
              <a:path w="5500" h="9000">
                <a:moveTo>
                  <a:pt x="0" y="0"/>
                </a:moveTo>
                <a:lnTo>
                  <a:pt x="5500" y="3000"/>
                </a:lnTo>
                <a:lnTo>
                  <a:pt x="5500" y="9000"/>
                </a:lnTo>
                <a:lnTo>
                  <a:pt x="0" y="6000"/>
                </a:lnTo>
                <a:close/>
              </a:path>
            </a:pathLst>
          </a:custGeom>
          <a:solidFill>
            <a:srgbClr val="3176D7"/>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feature_6_2" descr="Editable shape; source id feature_6_2"/>
          <p:cNvSpPr/>
          <p:nvPr/>
        </p:nvSpPr>
        <p:spPr>
          <a:xfrm>
            <a:off x="2174457" y="2110006"/>
            <a:ext cx="42200" cy="69055"/>
          </a:xfrm>
          <a:custGeom>
            <a:avLst/>
            <a:gdLst/>
            <a:ahLst/>
            <a:cxnLst/>
            <a:rect l="l" t="t" r="r" b="b"/>
            <a:pathLst>
              <a:path w="5500" h="9000">
                <a:moveTo>
                  <a:pt x="0" y="0"/>
                </a:moveTo>
                <a:lnTo>
                  <a:pt x="5500" y="3000"/>
                </a:lnTo>
                <a:lnTo>
                  <a:pt x="5500" y="9000"/>
                </a:lnTo>
                <a:lnTo>
                  <a:pt x="0" y="6000"/>
                </a:lnTo>
                <a:close/>
              </a:path>
            </a:pathLst>
          </a:custGeom>
          <a:solidFill>
            <a:srgbClr val="487DC0"/>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feature_6_3" descr="Editable shape; source id feature_6_3"/>
          <p:cNvSpPr/>
          <p:nvPr/>
        </p:nvSpPr>
        <p:spPr>
          <a:xfrm>
            <a:off x="2229701" y="2140697"/>
            <a:ext cx="42200" cy="69055"/>
          </a:xfrm>
          <a:custGeom>
            <a:avLst/>
            <a:gdLst/>
            <a:ahLst/>
            <a:cxnLst/>
            <a:rect l="l" t="t" r="r" b="b"/>
            <a:pathLst>
              <a:path w="5500" h="9000">
                <a:moveTo>
                  <a:pt x="0" y="0"/>
                </a:moveTo>
                <a:lnTo>
                  <a:pt x="5500" y="3000"/>
                </a:lnTo>
                <a:lnTo>
                  <a:pt x="5500" y="9000"/>
                </a:lnTo>
                <a:lnTo>
                  <a:pt x="0" y="6000"/>
                </a:lnTo>
                <a:close/>
              </a:path>
            </a:pathLst>
          </a:custGeom>
          <a:solidFill>
            <a:srgbClr val="5178CA"/>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feature_6_4" descr="Editable shape; source id feature_6_4"/>
          <p:cNvSpPr/>
          <p:nvPr/>
        </p:nvSpPr>
        <p:spPr>
          <a:xfrm>
            <a:off x="2284945" y="2171388"/>
            <a:ext cx="42200" cy="69055"/>
          </a:xfrm>
          <a:custGeom>
            <a:avLst/>
            <a:gdLst/>
            <a:ahLst/>
            <a:cxnLst/>
            <a:rect l="l" t="t" r="r" b="b"/>
            <a:pathLst>
              <a:path w="5500" h="9000">
                <a:moveTo>
                  <a:pt x="0" y="0"/>
                </a:moveTo>
                <a:lnTo>
                  <a:pt x="5500" y="3000"/>
                </a:lnTo>
                <a:lnTo>
                  <a:pt x="5500" y="9000"/>
                </a:lnTo>
                <a:lnTo>
                  <a:pt x="0" y="6000"/>
                </a:lnTo>
                <a:close/>
              </a:path>
            </a:pathLst>
          </a:custGeom>
          <a:solidFill>
            <a:srgbClr val="3978C5"/>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feature_6_5" descr="Editable shape; source id feature_6_5"/>
          <p:cNvSpPr/>
          <p:nvPr/>
        </p:nvSpPr>
        <p:spPr>
          <a:xfrm>
            <a:off x="2340189" y="2202079"/>
            <a:ext cx="42200" cy="69055"/>
          </a:xfrm>
          <a:custGeom>
            <a:avLst/>
            <a:gdLst/>
            <a:ahLst/>
            <a:cxnLst/>
            <a:rect l="l" t="t" r="r" b="b"/>
            <a:pathLst>
              <a:path w="5500" h="9000">
                <a:moveTo>
                  <a:pt x="0" y="0"/>
                </a:moveTo>
                <a:lnTo>
                  <a:pt x="5500" y="3000"/>
                </a:lnTo>
                <a:lnTo>
                  <a:pt x="5500" y="9000"/>
                </a:lnTo>
                <a:lnTo>
                  <a:pt x="0" y="6000"/>
                </a:lnTo>
                <a:close/>
              </a:path>
            </a:pathLst>
          </a:custGeom>
          <a:solidFill>
            <a:srgbClr val="1C62AF"/>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feature_6_6" descr="Editable shape; source id feature_6_6"/>
          <p:cNvSpPr/>
          <p:nvPr/>
        </p:nvSpPr>
        <p:spPr>
          <a:xfrm>
            <a:off x="2395433" y="2232770"/>
            <a:ext cx="42200" cy="69055"/>
          </a:xfrm>
          <a:custGeom>
            <a:avLst/>
            <a:gdLst/>
            <a:ahLst/>
            <a:cxnLst/>
            <a:rect l="l" t="t" r="r" b="b"/>
            <a:pathLst>
              <a:path w="5500" h="9000">
                <a:moveTo>
                  <a:pt x="0" y="0"/>
                </a:moveTo>
                <a:lnTo>
                  <a:pt x="5500" y="3000"/>
                </a:lnTo>
                <a:lnTo>
                  <a:pt x="5500" y="9000"/>
                </a:lnTo>
                <a:lnTo>
                  <a:pt x="0" y="6000"/>
                </a:lnTo>
                <a:close/>
              </a:path>
            </a:pathLst>
          </a:custGeom>
          <a:solidFill>
            <a:srgbClr val="3F8ABE"/>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initial_distribution_0" descr="Editable text; source id initial_distribution_0"/>
          <p:cNvSpPr txBox="1"/>
          <p:nvPr/>
        </p:nvSpPr>
        <p:spPr>
          <a:xfrm>
            <a:off x="797965" y="5039078"/>
            <a:ext cx="105500" cy="240924"/>
          </a:xfrm>
          <a:prstGeom prst="rect">
            <a:avLst/>
          </a:prstGeom>
          <a:noFill/>
          <a:effectLst/>
        </p:spPr>
        <p:txBody>
          <a:bodyPr wrap="none" anchor="t" tIns="3836" rIns="0" bIns="0" lIns="3836" anchorCtr="0" vertOverflow="overflow">
            <a:noAutofit/>
          </a:bodyPr>
          <a:lstStyle/>
          <a:p>
            <a:pPr algn="l" fontAlgn="base">
              <a:lnSpc>
                <a:spcPts val="1806"/>
              </a:lnSpc>
              <a:spcBef>
                <a:spcPts val="0"/>
              </a:spcBef>
              <a:spcAft>
                <a:spcPts val="0"/>
              </a:spcAft>
              <a:defRPr sz="1570" b="1" i="1" lang="zh-CN" dirty="0">
                <a:solidFill>
                  <a:srgbClr val="000000"/>
                </a:solidFill>
                <a:latin typeface="Times New Roman"/>
                <a:ea typeface="Times New Roman"/>
                <a:cs typeface="Times New Roman"/>
              </a:defRPr>
            </a:pPr>
            <a:r>
              <a:rPr sz="1570" b="1" i="1" lang="zh-CN" dirty="0">
                <a:solidFill>
                  <a:srgbClr val="000000"/>
                </a:solidFill>
                <a:latin typeface="Times New Roman"/>
                <a:ea typeface="Times New Roman"/>
                <a:cs typeface="Times New Roman"/>
              </a:rPr>
              <a:t>τ</a:t>
            </a:r>
          </a:p>
        </p:txBody>
      </p:sp>
      <p:sp>
        <p:nvSpPr>
          <p:cNvPr id="60" name="initial_distribution_1" descr="Editable text; source id initial_distribution_1"/>
          <p:cNvSpPr txBox="1"/>
          <p:nvPr/>
        </p:nvSpPr>
        <p:spPr>
          <a:xfrm>
            <a:off x="897711" y="5025651"/>
            <a:ext cx="113173" cy="152687"/>
          </a:xfrm>
          <a:prstGeom prst="rect">
            <a:avLst/>
          </a:prstGeom>
          <a:noFill/>
          <a:effectLst/>
        </p:spPr>
        <p:txBody>
          <a:bodyPr wrap="none" anchor="t" tIns="3836" rIns="0" bIns="0" lIns="7672" anchorCtr="0" vertOverflow="overflow">
            <a:noAutofit/>
          </a:bodyPr>
          <a:lstStyle/>
          <a:p>
            <a:pPr algn="l" fontAlgn="base">
              <a:lnSpc>
                <a:spcPts val="1111"/>
              </a:lnSpc>
              <a:spcBef>
                <a:spcPts val="0"/>
              </a:spcBef>
              <a:spcAft>
                <a:spcPts val="0"/>
              </a:spcAft>
              <a:defRPr sz="966" b="0" i="1" lang="zh-CN" dirty="0">
                <a:solidFill>
                  <a:srgbClr val="000000"/>
                </a:solidFill>
                <a:latin typeface="Times New Roman"/>
                <a:ea typeface="Times New Roman"/>
                <a:cs typeface="Times New Roman"/>
              </a:defRPr>
            </a:pPr>
            <a:r>
              <a:rPr sz="966" b="0" i="1" lang="zh-CN" dirty="0">
                <a:solidFill>
                  <a:srgbClr val="000000"/>
                </a:solidFill>
                <a:latin typeface="Times New Roman"/>
                <a:ea typeface="Times New Roman"/>
                <a:cs typeface="Times New Roman"/>
              </a:rPr>
              <a:t>N</a:t>
            </a:r>
          </a:p>
        </p:txBody>
      </p:sp>
      <p:sp>
        <p:nvSpPr>
          <p:cNvPr id="61" name="initial_distribution_2" descr="Editable text; source id initial_distribution_2"/>
          <p:cNvSpPr txBox="1"/>
          <p:nvPr/>
        </p:nvSpPr>
        <p:spPr>
          <a:xfrm>
            <a:off x="1183521" y="5039078"/>
            <a:ext cx="176473" cy="240924"/>
          </a:xfrm>
          <a:prstGeom prst="rect">
            <a:avLst/>
          </a:prstGeom>
          <a:noFill/>
          <a:effectLst/>
        </p:spPr>
        <p:txBody>
          <a:bodyPr wrap="none" anchor="t" tIns="3836" rIns="0" bIns="0" lIns="9590" anchorCtr="0" vertOverflow="overflow">
            <a:noAutofit/>
          </a:bodyPr>
          <a:lstStyle/>
          <a:p>
            <a:pPr algn="l" fontAlgn="base">
              <a:lnSpc>
                <a:spcPts val="1806"/>
              </a:lnSpc>
              <a:spcBef>
                <a:spcPts val="0"/>
              </a:spcBef>
              <a:spcAft>
                <a:spcPts val="0"/>
              </a:spcAft>
              <a:defRPr sz="1570" b="0" i="1" lang="zh-CN" dirty="0">
                <a:solidFill>
                  <a:srgbClr val="000000"/>
                </a:solidFill>
                <a:latin typeface="Times New Roman"/>
                <a:ea typeface="Times New Roman"/>
                <a:cs typeface="Times New Roman"/>
              </a:defRPr>
            </a:pPr>
            <a:r>
              <a:rPr sz="1570" b="0" i="1" lang="zh-CN" dirty="0">
                <a:solidFill>
                  <a:srgbClr val="000000"/>
                </a:solidFill>
                <a:latin typeface="Times New Roman"/>
                <a:ea typeface="Times New Roman"/>
                <a:cs typeface="Times New Roman"/>
              </a:rPr>
              <a:t>N</a:t>
            </a:r>
          </a:p>
        </p:txBody>
      </p:sp>
      <p:sp>
        <p:nvSpPr>
          <p:cNvPr id="62" name="initial_distribution_3" descr="Editable text; source id initial_distribution_3"/>
          <p:cNvSpPr txBox="1"/>
          <p:nvPr/>
        </p:nvSpPr>
        <p:spPr>
          <a:xfrm>
            <a:off x="1323549" y="5039078"/>
            <a:ext cx="78645" cy="240924"/>
          </a:xfrm>
          <a:prstGeom prst="rect">
            <a:avLst/>
          </a:prstGeom>
          <a:noFill/>
          <a:effectLst/>
        </p:spPr>
        <p:txBody>
          <a:bodyPr wrap="none" anchor="t" tIns="3836" rIns="0" bIns="0" lIns="3836" anchorCtr="0" vertOverflow="overflow">
            <a:noAutofit/>
          </a:bodyPr>
          <a:lstStyle/>
          <a:p>
            <a:pPr algn="l" fontAlgn="base">
              <a:lnSpc>
                <a:spcPts val="1806"/>
              </a:lnSpc>
              <a:spcBef>
                <a:spcPts val="0"/>
              </a:spcBef>
              <a:spcAft>
                <a:spcPts val="0"/>
              </a:spcAft>
              <a:defRPr sz="1570" b="0" i="0" lang="zh-CN" dirty="0">
                <a:solidFill>
                  <a:srgbClr val="000000"/>
                </a:solidFill>
                <a:latin typeface="Times New Roman"/>
                <a:ea typeface="Times New Roman"/>
                <a:cs typeface="Times New Roman"/>
              </a:defRPr>
            </a:pPr>
            <a:r>
              <a:rPr sz="1570" b="0" i="0" lang="zh-CN" dirty="0">
                <a:solidFill>
                  <a:srgbClr val="000000"/>
                </a:solidFill>
                <a:latin typeface="Times New Roman"/>
                <a:ea typeface="Times New Roman"/>
                <a:cs typeface="Times New Roman"/>
              </a:rPr>
              <a:t>(</a:t>
            </a:r>
          </a:p>
        </p:txBody>
      </p:sp>
      <p:sp>
        <p:nvSpPr>
          <p:cNvPr id="63" name="initial_distribution_4" descr="Editable text; source id initial_distribution_4"/>
          <p:cNvSpPr txBox="1"/>
          <p:nvPr/>
        </p:nvSpPr>
        <p:spPr>
          <a:xfrm>
            <a:off x="1400276" y="5039078"/>
            <a:ext cx="111254" cy="240924"/>
          </a:xfrm>
          <a:prstGeom prst="rect">
            <a:avLst/>
          </a:prstGeom>
          <a:noFill/>
          <a:effectLst/>
        </p:spPr>
        <p:txBody>
          <a:bodyPr wrap="none" anchor="t" tIns="3836" rIns="0" bIns="0" lIns="3836" anchorCtr="0" vertOverflow="overflow">
            <a:noAutofit/>
          </a:bodyPr>
          <a:lstStyle/>
          <a:p>
            <a:pPr algn="l" fontAlgn="base">
              <a:lnSpc>
                <a:spcPts val="1806"/>
              </a:lnSpc>
              <a:spcBef>
                <a:spcPts val="0"/>
              </a:spcBef>
              <a:spcAft>
                <a:spcPts val="0"/>
              </a:spcAft>
              <a:defRPr sz="1570" b="1" i="0" lang="zh-CN" dirty="0">
                <a:solidFill>
                  <a:srgbClr val="000000"/>
                </a:solidFill>
                <a:latin typeface="Times New Roman"/>
                <a:ea typeface="Times New Roman"/>
                <a:cs typeface="Times New Roman"/>
              </a:defRPr>
            </a:pPr>
            <a:r>
              <a:rPr sz="1570" b="1" i="0" lang="zh-CN" dirty="0">
                <a:solidFill>
                  <a:srgbClr val="000000"/>
                </a:solidFill>
                <a:latin typeface="Times New Roman"/>
                <a:ea typeface="Times New Roman"/>
                <a:cs typeface="Times New Roman"/>
              </a:rPr>
              <a:t>0</a:t>
            </a:r>
          </a:p>
        </p:txBody>
      </p:sp>
      <p:sp>
        <p:nvSpPr>
          <p:cNvPr id="64" name="initial_distribution_5" descr="Editable text; source id initial_distribution_5"/>
          <p:cNvSpPr txBox="1"/>
          <p:nvPr/>
        </p:nvSpPr>
        <p:spPr>
          <a:xfrm>
            <a:off x="1517669" y="5039078"/>
            <a:ext cx="61381" cy="240924"/>
          </a:xfrm>
          <a:prstGeom prst="rect">
            <a:avLst/>
          </a:prstGeom>
          <a:noFill/>
          <a:effectLst/>
        </p:spPr>
        <p:txBody>
          <a:bodyPr wrap="none" anchor="t" tIns="3836" rIns="0" bIns="0" lIns="3836" anchorCtr="0" vertOverflow="overflow">
            <a:noAutofit/>
          </a:bodyPr>
          <a:lstStyle/>
          <a:p>
            <a:pPr algn="l" fontAlgn="base">
              <a:lnSpc>
                <a:spcPts val="1806"/>
              </a:lnSpc>
              <a:spcBef>
                <a:spcPts val="0"/>
              </a:spcBef>
              <a:spcAft>
                <a:spcPts val="0"/>
              </a:spcAft>
              <a:defRPr sz="1570" b="0" i="0" lang="zh-CN" dirty="0">
                <a:solidFill>
                  <a:srgbClr val="000000"/>
                </a:solidFill>
                <a:latin typeface="Times New Roman"/>
                <a:ea typeface="Times New Roman"/>
                <a:cs typeface="Times New Roman"/>
              </a:defRPr>
            </a:pPr>
            <a:r>
              <a:rPr sz="1570" b="0" i="0" lang="zh-CN" dirty="0">
                <a:solidFill>
                  <a:srgbClr val="000000"/>
                </a:solidFill>
                <a:latin typeface="Times New Roman"/>
                <a:ea typeface="Times New Roman"/>
                <a:cs typeface="Times New Roman"/>
              </a:rPr>
              <a:t>,</a:t>
            </a:r>
          </a:p>
        </p:txBody>
      </p:sp>
      <p:sp>
        <p:nvSpPr>
          <p:cNvPr id="65" name="initial_distribution_6" descr="Editable text; source id initial_distribution_6"/>
          <p:cNvSpPr txBox="1"/>
          <p:nvPr/>
        </p:nvSpPr>
        <p:spPr>
          <a:xfrm>
            <a:off x="1597466" y="5039078"/>
            <a:ext cx="111254" cy="240924"/>
          </a:xfrm>
          <a:prstGeom prst="rect">
            <a:avLst/>
          </a:prstGeom>
          <a:noFill/>
          <a:effectLst/>
        </p:spPr>
        <p:txBody>
          <a:bodyPr wrap="none" anchor="t" tIns="3836" rIns="0" bIns="0" lIns="3836" anchorCtr="0" vertOverflow="overflow">
            <a:noAutofit/>
          </a:bodyPr>
          <a:lstStyle/>
          <a:p>
            <a:pPr algn="l" fontAlgn="base">
              <a:lnSpc>
                <a:spcPts val="1806"/>
              </a:lnSpc>
              <a:spcBef>
                <a:spcPts val="0"/>
              </a:spcBef>
              <a:spcAft>
                <a:spcPts val="0"/>
              </a:spcAft>
              <a:defRPr sz="1570" b="1" i="0" lang="zh-CN" dirty="0">
                <a:solidFill>
                  <a:srgbClr val="000000"/>
                </a:solidFill>
                <a:latin typeface="Times New Roman"/>
                <a:ea typeface="Times New Roman"/>
                <a:cs typeface="Times New Roman"/>
              </a:defRPr>
            </a:pPr>
            <a:r>
              <a:rPr sz="1570" b="1" i="0" lang="zh-CN" dirty="0">
                <a:solidFill>
                  <a:srgbClr val="000000"/>
                </a:solidFill>
                <a:latin typeface="Times New Roman"/>
                <a:ea typeface="Times New Roman"/>
                <a:cs typeface="Times New Roman"/>
              </a:rPr>
              <a:t>1</a:t>
            </a:r>
          </a:p>
        </p:txBody>
      </p:sp>
      <p:sp>
        <p:nvSpPr>
          <p:cNvPr id="66" name="initial_distribution_7" descr="Editable text; source id initial_distribution_7"/>
          <p:cNvSpPr txBox="1"/>
          <p:nvPr/>
        </p:nvSpPr>
        <p:spPr>
          <a:xfrm>
            <a:off x="1718695" y="5039078"/>
            <a:ext cx="78645" cy="240924"/>
          </a:xfrm>
          <a:prstGeom prst="rect">
            <a:avLst/>
          </a:prstGeom>
          <a:noFill/>
          <a:effectLst/>
        </p:spPr>
        <p:txBody>
          <a:bodyPr wrap="none" anchor="t" tIns="3836" rIns="0" bIns="0" lIns="3836" anchorCtr="0" vertOverflow="overflow">
            <a:noAutofit/>
          </a:bodyPr>
          <a:lstStyle/>
          <a:p>
            <a:pPr algn="l" fontAlgn="base">
              <a:lnSpc>
                <a:spcPts val="1806"/>
              </a:lnSpc>
              <a:spcBef>
                <a:spcPts val="0"/>
              </a:spcBef>
              <a:spcAft>
                <a:spcPts val="0"/>
              </a:spcAft>
              <a:defRPr sz="1570" b="0" i="0" lang="zh-CN" dirty="0">
                <a:solidFill>
                  <a:srgbClr val="000000"/>
                </a:solidFill>
                <a:latin typeface="Times New Roman"/>
                <a:ea typeface="Times New Roman"/>
                <a:cs typeface="Times New Roman"/>
              </a:defRPr>
            </a:pPr>
            <a:r>
              <a:rPr sz="1570" b="0" i="0" lang="zh-CN" dirty="0">
                <a:solidFill>
                  <a:srgbClr val="000000"/>
                </a:solidFill>
                <a:latin typeface="Times New Roman"/>
                <a:ea typeface="Times New Roman"/>
                <a:cs typeface="Times New Roman"/>
              </a:rPr>
              <a:t>)</a:t>
            </a:r>
          </a:p>
        </p:txBody>
      </p:sp>
      <p:cxnSp>
        <p:nvCxnSpPr>
          <p:cNvPr id="67" name="depth_h" descr="Editable line; source id depth_h"/>
          <p:cNvCxnSpPr/>
          <p:nvPr/>
        </p:nvCxnSpPr>
        <p:spPr>
          <a:xfrm>
            <a:off x="1058839" y="797965"/>
            <a:ext cx="1611277" cy="0"/>
          </a:xfrm>
          <a:prstGeom prst="line">
            <a:avLst/>
          </a:prstGeom>
          <a:ln w="15345">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68" name="depth_v" descr="Editable line; source id depth_v"/>
          <p:cNvCxnSpPr/>
          <p:nvPr/>
        </p:nvCxnSpPr>
        <p:spPr>
          <a:xfrm>
            <a:off x="2670116" y="797965"/>
            <a:ext cx="0" cy="1143240"/>
          </a:xfrm>
          <a:prstGeom prst="line">
            <a:avLst/>
          </a:prstGeom>
          <a:ln w="15345">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69" name="rgb_l" descr="Editable line; source id rgb_l"/>
          <p:cNvCxnSpPr/>
          <p:nvPr/>
        </p:nvCxnSpPr>
        <p:spPr>
          <a:xfrm>
            <a:off x="329928" y="1941205"/>
            <a:ext cx="191818" cy="0"/>
          </a:xfrm>
          <a:prstGeom prst="line">
            <a:avLst/>
          </a:prstGeom>
          <a:ln w="15345">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70" name="rgb_r" descr="Editable line; source id rgb_r"/>
          <p:cNvCxnSpPr/>
          <p:nvPr/>
        </p:nvCxnSpPr>
        <p:spPr>
          <a:xfrm>
            <a:off x="1051166" y="1941205"/>
            <a:ext cx="84400" cy="0"/>
          </a:xfrm>
          <a:prstGeom prst="line">
            <a:avLst/>
          </a:prstGeom>
          <a:ln w="15345">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71" name="enc_grid" descr="Editable line; source id enc_grid"/>
          <p:cNvSpPr/>
          <p:nvPr/>
        </p:nvSpPr>
        <p:spPr>
          <a:xfrm>
            <a:off x="1864478" y="1906678"/>
            <a:ext cx="145782" cy="69055"/>
          </a:xfrm>
          <a:custGeom>
            <a:avLst/>
            <a:gdLst/>
            <a:ahLst/>
            <a:cxnLst/>
            <a:rect l="l" t="t" r="r" b="b"/>
            <a:pathLst>
              <a:path w="19000" h="9000">
                <a:moveTo>
                  <a:pt x="0" y="3500"/>
                </a:moveTo>
                <a:lnTo>
                  <a:pt x="9000" y="3500"/>
                </a:lnTo>
                <a:lnTo>
                  <a:pt x="9000" y="0"/>
                </a:lnTo>
                <a:lnTo>
                  <a:pt x="19000" y="4500"/>
                </a:lnTo>
                <a:lnTo>
                  <a:pt x="9000" y="9000"/>
                </a:lnTo>
                <a:lnTo>
                  <a:pt x="9000" y="5500"/>
                </a:lnTo>
                <a:lnTo>
                  <a:pt x="0" y="55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initial_relation_0" descr="Editable text; source id initial_relation_0"/>
          <p:cNvSpPr txBox="1"/>
          <p:nvPr/>
        </p:nvSpPr>
        <p:spPr>
          <a:xfrm>
            <a:off x="1062675" y="5060178"/>
            <a:ext cx="153454" cy="209082"/>
          </a:xfrm>
          <a:prstGeom prst="rect">
            <a:avLst/>
          </a:prstGeom>
          <a:noFill/>
          <a:effectLst/>
        </p:spPr>
        <p:txBody>
          <a:bodyPr wrap="none" anchor="t" tIns="3836" rIns="0" bIns="0" lIns="3836" anchorCtr="0" vertOverflow="overflow">
            <a:noAutofit/>
          </a:bodyPr>
          <a:lstStyle/>
          <a:p>
            <a:pPr algn="l" fontAlgn="base">
              <a:lnSpc>
                <a:spcPts val="1555"/>
              </a:lnSpc>
              <a:spcBef>
                <a:spcPts val="0"/>
              </a:spcBef>
              <a:spcAft>
                <a:spcPts val="0"/>
              </a:spcAft>
              <a:defRPr sz="1329" b="0" i="0" lang="zh-CN" dirty="0">
                <a:solidFill>
                  <a:srgbClr val="000000"/>
                </a:solidFill>
                <a:latin typeface="DejaVu Sans"/>
                <a:ea typeface="DejaVu Sans"/>
                <a:cs typeface="DejaVu Sans"/>
              </a:defRPr>
            </a:pPr>
            <a:r>
              <a:rPr sz="1329" b="0" i="0" lang="zh-CN" dirty="0">
                <a:solidFill>
                  <a:srgbClr val="000000"/>
                </a:solidFill>
                <a:latin typeface="DejaVu Sans"/>
                <a:ea typeface="DejaVu Sans"/>
                <a:cs typeface="DejaVu Sans"/>
              </a:rPr>
              <a:t>∼</a:t>
            </a:r>
          </a:p>
        </p:txBody>
      </p:sp>
      <p:sp>
        <p:nvSpPr>
          <p:cNvPr id="73" name="grid_cloud" descr="Editable line; source id grid_cloud"/>
          <p:cNvSpPr/>
          <p:nvPr/>
        </p:nvSpPr>
        <p:spPr>
          <a:xfrm>
            <a:off x="2501316" y="1906678"/>
            <a:ext cx="452692" cy="69055"/>
          </a:xfrm>
          <a:custGeom>
            <a:avLst/>
            <a:gdLst/>
            <a:ahLst/>
            <a:cxnLst/>
            <a:rect l="l" t="t" r="r" b="b"/>
            <a:pathLst>
              <a:path w="59000" h="9000">
                <a:moveTo>
                  <a:pt x="0" y="3500"/>
                </a:moveTo>
                <a:lnTo>
                  <a:pt x="49000" y="3500"/>
                </a:lnTo>
                <a:lnTo>
                  <a:pt x="49000" y="0"/>
                </a:lnTo>
                <a:lnTo>
                  <a:pt x="59000" y="4500"/>
                </a:lnTo>
                <a:lnTo>
                  <a:pt x="49000" y="9000"/>
                </a:lnTo>
                <a:lnTo>
                  <a:pt x="49000" y="5500"/>
                </a:lnTo>
                <a:lnTo>
                  <a:pt x="0" y="55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camtop_l" descr="Editable line; source id camtop_l"/>
          <p:cNvSpPr/>
          <p:nvPr/>
        </p:nvSpPr>
        <p:spPr>
          <a:xfrm>
            <a:off x="3989830" y="368292"/>
            <a:ext cx="265301" cy="190415"/>
          </a:xfrm>
          <a:custGeom>
            <a:avLst/>
            <a:gdLst/>
            <a:ahLst/>
            <a:cxnLst/>
            <a:rect l="l" t="t" r="r" b="b"/>
            <a:pathLst>
              <a:path w="34577" h="24817">
                <a:moveTo>
                  <a:pt x="33423" y="24817"/>
                </a:moveTo>
                <a:lnTo>
                  <a:pt x="7593" y="6584"/>
                </a:lnTo>
                <a:lnTo>
                  <a:pt x="5575" y="9443"/>
                </a:lnTo>
                <a:lnTo>
                  <a:pt x="0" y="0"/>
                </a:lnTo>
                <a:lnTo>
                  <a:pt x="10765" y="2090"/>
                </a:lnTo>
                <a:lnTo>
                  <a:pt x="8746" y="4950"/>
                </a:lnTo>
                <a:lnTo>
                  <a:pt x="34577" y="23183"/>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camtop_r" descr="Editable line; source id camtop_r"/>
          <p:cNvSpPr/>
          <p:nvPr/>
        </p:nvSpPr>
        <p:spPr>
          <a:xfrm>
            <a:off x="4544999" y="746060"/>
            <a:ext cx="150724" cy="128634"/>
          </a:xfrm>
          <a:custGeom>
            <a:avLst/>
            <a:gdLst/>
            <a:ahLst/>
            <a:cxnLst/>
            <a:rect l="l" t="t" r="r" b="b"/>
            <a:pathLst>
              <a:path w="19644" h="16765">
                <a:moveTo>
                  <a:pt x="1288" y="0"/>
                </a:moveTo>
                <a:lnTo>
                  <a:pt x="12639" y="9559"/>
                </a:lnTo>
                <a:lnTo>
                  <a:pt x="14893" y="6882"/>
                </a:lnTo>
                <a:lnTo>
                  <a:pt x="19644" y="16765"/>
                </a:lnTo>
                <a:lnTo>
                  <a:pt x="9096" y="13766"/>
                </a:lnTo>
                <a:lnTo>
                  <a:pt x="11351" y="11089"/>
                </a:lnTo>
                <a:lnTo>
                  <a:pt x="0" y="153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camright_r" descr="Editable line; source id camright_r"/>
          <p:cNvSpPr/>
          <p:nvPr/>
        </p:nvSpPr>
        <p:spPr>
          <a:xfrm>
            <a:off x="6263619" y="245528"/>
            <a:ext cx="173818" cy="151591"/>
          </a:xfrm>
          <a:custGeom>
            <a:avLst/>
            <a:gdLst/>
            <a:ahLst/>
            <a:cxnLst/>
            <a:rect l="l" t="t" r="r" b="b"/>
            <a:pathLst>
              <a:path w="22654" h="19757">
                <a:moveTo>
                  <a:pt x="0" y="18243"/>
                </a:moveTo>
                <a:lnTo>
                  <a:pt x="14432" y="5779"/>
                </a:lnTo>
                <a:lnTo>
                  <a:pt x="12144" y="3130"/>
                </a:lnTo>
                <a:lnTo>
                  <a:pt x="22654" y="0"/>
                </a:lnTo>
                <a:lnTo>
                  <a:pt x="18027" y="9942"/>
                </a:lnTo>
                <a:lnTo>
                  <a:pt x="15739" y="7293"/>
                </a:lnTo>
                <a:lnTo>
                  <a:pt x="1308" y="19757"/>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camright_l" descr="Editable line; source id camright_l"/>
          <p:cNvSpPr/>
          <p:nvPr/>
        </p:nvSpPr>
        <p:spPr>
          <a:xfrm>
            <a:off x="5693180" y="731359"/>
            <a:ext cx="212781" cy="227735"/>
          </a:xfrm>
          <a:custGeom>
            <a:avLst/>
            <a:gdLst/>
            <a:ahLst/>
            <a:cxnLst/>
            <a:rect l="l" t="t" r="r" b="b"/>
            <a:pathLst>
              <a:path w="27732" h="29681">
                <a:moveTo>
                  <a:pt x="27732" y="1362"/>
                </a:moveTo>
                <a:lnTo>
                  <a:pt x="7546" y="23043"/>
                </a:lnTo>
                <a:lnTo>
                  <a:pt x="10108" y="25428"/>
                </a:lnTo>
                <a:lnTo>
                  <a:pt x="0" y="29681"/>
                </a:lnTo>
                <a:lnTo>
                  <a:pt x="3521" y="19296"/>
                </a:lnTo>
                <a:lnTo>
                  <a:pt x="6082" y="21681"/>
                </a:lnTo>
                <a:lnTo>
                  <a:pt x="26268"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camleft_l" descr="Editable line; source id camleft_l"/>
          <p:cNvSpPr/>
          <p:nvPr/>
        </p:nvSpPr>
        <p:spPr>
          <a:xfrm>
            <a:off x="3936121" y="1658066"/>
            <a:ext cx="246710" cy="68226"/>
          </a:xfrm>
          <a:custGeom>
            <a:avLst/>
            <a:gdLst/>
            <a:ahLst/>
            <a:cxnLst/>
            <a:rect l="l" t="t" r="r" b="b"/>
            <a:pathLst>
              <a:path w="32154" h="8892">
                <a:moveTo>
                  <a:pt x="31846" y="8890"/>
                </a:moveTo>
                <a:lnTo>
                  <a:pt x="9726" y="5434"/>
                </a:lnTo>
                <a:lnTo>
                  <a:pt x="9185" y="8892"/>
                </a:lnTo>
                <a:lnTo>
                  <a:pt x="0" y="2902"/>
                </a:lnTo>
                <a:lnTo>
                  <a:pt x="10575" y="0"/>
                </a:lnTo>
                <a:lnTo>
                  <a:pt x="10034" y="3458"/>
                </a:lnTo>
                <a:lnTo>
                  <a:pt x="32154" y="6914"/>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9" name="rgb_arrow_upper" descr="Editable line; source id rgb_arrow_upper"/>
          <p:cNvCxnSpPr/>
          <p:nvPr/>
        </p:nvCxnSpPr>
        <p:spPr>
          <a:xfrm flipV="1">
            <a:off x="138109" y="1849132"/>
            <a:ext cx="153455" cy="76728"/>
          </a:xfrm>
          <a:prstGeom prst="line">
            <a:avLst/>
          </a:prstGeom>
          <a:ln w="15345">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80" name="rgb_arrow_lower" descr="Editable line; source id rgb_arrow_lower"/>
          <p:cNvCxnSpPr/>
          <p:nvPr/>
        </p:nvCxnSpPr>
        <p:spPr>
          <a:xfrm>
            <a:off x="138109" y="1925860"/>
            <a:ext cx="153455" cy="92073"/>
          </a:xfrm>
          <a:prstGeom prst="line">
            <a:avLst/>
          </a:prstGeom>
          <a:ln w="15345">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81" name="rgb_arrow_notch" descr="Editable line; source id rgb_arrow_notch"/>
          <p:cNvCxnSpPr/>
          <p:nvPr/>
        </p:nvCxnSpPr>
        <p:spPr>
          <a:xfrm flipH="1">
            <a:off x="253200" y="1849132"/>
            <a:ext cx="38364" cy="84400"/>
          </a:xfrm>
          <a:prstGeom prst="line">
            <a:avLst/>
          </a:prstGeom>
          <a:ln w="15345">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82" name="rgb_arrow_notch2" descr="Editable line; source id rgb_arrow_notch2"/>
          <p:cNvCxnSpPr/>
          <p:nvPr/>
        </p:nvCxnSpPr>
        <p:spPr>
          <a:xfrm>
            <a:off x="253200" y="1933532"/>
            <a:ext cx="38364" cy="84401"/>
          </a:xfrm>
          <a:prstGeom prst="line">
            <a:avLst/>
          </a:prstGeom>
          <a:ln w="15345">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83" name="scene_yellow" descr="Editable line; source id scene_yellow"/>
          <p:cNvSpPr/>
          <p:nvPr/>
        </p:nvSpPr>
        <p:spPr>
          <a:xfrm>
            <a:off x="6399073" y="1991079"/>
            <a:ext cx="1565241" cy="69055"/>
          </a:xfrm>
          <a:custGeom>
            <a:avLst/>
            <a:gdLst/>
            <a:ahLst/>
            <a:cxnLst/>
            <a:rect l="l" t="t" r="r" b="b"/>
            <a:pathLst>
              <a:path w="204000" h="9000">
                <a:moveTo>
                  <a:pt x="0" y="3850"/>
                </a:moveTo>
                <a:lnTo>
                  <a:pt x="194000" y="3850"/>
                </a:lnTo>
                <a:lnTo>
                  <a:pt x="194000" y="0"/>
                </a:lnTo>
                <a:lnTo>
                  <a:pt x="204000" y="4500"/>
                </a:lnTo>
                <a:lnTo>
                  <a:pt x="194000" y="9000"/>
                </a:lnTo>
                <a:lnTo>
                  <a:pt x="194000" y="5150"/>
                </a:lnTo>
                <a:lnTo>
                  <a:pt x="0" y="5150"/>
                </a:lnTo>
                <a:close/>
              </a:path>
            </a:pathLst>
          </a:custGeom>
          <a:solidFill>
            <a:srgbClr val="F1B7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scene_magenta" descr="Editable line; source id scene_magenta"/>
          <p:cNvSpPr/>
          <p:nvPr/>
        </p:nvSpPr>
        <p:spPr>
          <a:xfrm>
            <a:off x="6399073" y="2067806"/>
            <a:ext cx="1565241" cy="69055"/>
          </a:xfrm>
          <a:custGeom>
            <a:avLst/>
            <a:gdLst/>
            <a:ahLst/>
            <a:cxnLst/>
            <a:rect l="l" t="t" r="r" b="b"/>
            <a:pathLst>
              <a:path w="204000" h="9000">
                <a:moveTo>
                  <a:pt x="0" y="3850"/>
                </a:moveTo>
                <a:lnTo>
                  <a:pt x="194000" y="3850"/>
                </a:lnTo>
                <a:lnTo>
                  <a:pt x="194000" y="0"/>
                </a:lnTo>
                <a:lnTo>
                  <a:pt x="204000" y="4500"/>
                </a:lnTo>
                <a:lnTo>
                  <a:pt x="194000" y="9000"/>
                </a:lnTo>
                <a:lnTo>
                  <a:pt x="194000" y="5150"/>
                </a:lnTo>
                <a:lnTo>
                  <a:pt x="0" y="5150"/>
                </a:lnTo>
                <a:close/>
              </a:path>
            </a:pathLst>
          </a:custGeom>
          <a:solidFill>
            <a:srgbClr val="F73CC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scene_teal" descr="Editable line; source id scene_teal"/>
          <p:cNvSpPr/>
          <p:nvPr/>
        </p:nvSpPr>
        <p:spPr>
          <a:xfrm>
            <a:off x="6399073" y="2136861"/>
            <a:ext cx="1565241" cy="69055"/>
          </a:xfrm>
          <a:custGeom>
            <a:avLst/>
            <a:gdLst/>
            <a:ahLst/>
            <a:cxnLst/>
            <a:rect l="l" t="t" r="r" b="b"/>
            <a:pathLst>
              <a:path w="204000" h="9000">
                <a:moveTo>
                  <a:pt x="0" y="3850"/>
                </a:moveTo>
                <a:lnTo>
                  <a:pt x="194000" y="3850"/>
                </a:lnTo>
                <a:lnTo>
                  <a:pt x="194000" y="0"/>
                </a:lnTo>
                <a:lnTo>
                  <a:pt x="204000" y="4500"/>
                </a:lnTo>
                <a:lnTo>
                  <a:pt x="194000" y="9000"/>
                </a:lnTo>
                <a:lnTo>
                  <a:pt x="194000" y="5150"/>
                </a:lnTo>
                <a:lnTo>
                  <a:pt x="0" y="5150"/>
                </a:lnTo>
                <a:close/>
              </a:path>
            </a:pathLst>
          </a:custGeom>
          <a:solidFill>
            <a:srgbClr val="44B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6" name="prop_0" descr="Editable line; source id prop_0"/>
          <p:cNvCxnSpPr/>
          <p:nvPr/>
        </p:nvCxnSpPr>
        <p:spPr>
          <a:xfrm flipH="1">
            <a:off x="6931390" y="154898"/>
            <a:ext cx="79490" cy="127209"/>
          </a:xfrm>
          <a:prstGeom prst="line">
            <a:avLst/>
          </a:prstGeom>
          <a:ln w="32609">
            <a:solidFill>
              <a:srgbClr val="7836A8"/>
            </a:solidFill>
          </a:ln>
          <a:effectLst/>
        </p:spPr>
        <p:style>
          <a:lnRef idx="2">
            <a:schemeClr val="accent1"/>
          </a:lnRef>
          <a:fillRef idx="0">
            <a:schemeClr val="accent1"/>
          </a:fillRef>
          <a:effectRef idx="0">
            <a:schemeClr val="accent1"/>
          </a:effectRef>
          <a:fontRef idx="minor">
            <a:schemeClr val="tx1"/>
          </a:fontRef>
        </p:style>
      </p:cxnSp>
      <p:cxnSp>
        <p:nvCxnSpPr>
          <p:cNvPr id="87" name="prop_1" descr="Editable line; source id prop_1"/>
          <p:cNvCxnSpPr/>
          <p:nvPr/>
        </p:nvCxnSpPr>
        <p:spPr>
          <a:xfrm flipH="1">
            <a:off x="7019884" y="210195"/>
            <a:ext cx="79489" cy="127209"/>
          </a:xfrm>
          <a:prstGeom prst="line">
            <a:avLst/>
          </a:prstGeom>
          <a:ln w="32609">
            <a:solidFill>
              <a:srgbClr val="7836A8"/>
            </a:solidFill>
          </a:ln>
          <a:effectLst/>
        </p:spPr>
        <p:style>
          <a:lnRef idx="2">
            <a:schemeClr val="accent1"/>
          </a:lnRef>
          <a:fillRef idx="0">
            <a:schemeClr val="accent1"/>
          </a:fillRef>
          <a:effectRef idx="0">
            <a:schemeClr val="accent1"/>
          </a:effectRef>
          <a:fontRef idx="minor">
            <a:schemeClr val="tx1"/>
          </a:fontRef>
        </p:style>
      </p:cxnSp>
      <p:cxnSp>
        <p:nvCxnSpPr>
          <p:cNvPr id="88" name="prop_2" descr="Editable line; source id prop_2"/>
          <p:cNvCxnSpPr/>
          <p:nvPr/>
        </p:nvCxnSpPr>
        <p:spPr>
          <a:xfrm>
            <a:off x="7010880" y="154898"/>
            <a:ext cx="88493" cy="55297"/>
          </a:xfrm>
          <a:prstGeom prst="line">
            <a:avLst/>
          </a:prstGeom>
          <a:ln w="32609">
            <a:solidFill>
              <a:srgbClr val="7836A8"/>
            </a:solidFill>
          </a:ln>
          <a:effectLst/>
        </p:spPr>
        <p:style>
          <a:lnRef idx="2">
            <a:schemeClr val="accent1"/>
          </a:lnRef>
          <a:fillRef idx="0">
            <a:schemeClr val="accent1"/>
          </a:fillRef>
          <a:effectRef idx="0">
            <a:schemeClr val="accent1"/>
          </a:effectRef>
          <a:fontRef idx="minor">
            <a:schemeClr val="tx1"/>
          </a:fontRef>
        </p:style>
      </p:cxnSp>
      <p:cxnSp>
        <p:nvCxnSpPr>
          <p:cNvPr id="89" name="prop_3" descr="Editable line; source id prop_3"/>
          <p:cNvCxnSpPr/>
          <p:nvPr/>
        </p:nvCxnSpPr>
        <p:spPr>
          <a:xfrm flipV="1">
            <a:off x="7055126" y="121707"/>
            <a:ext cx="38017" cy="60839"/>
          </a:xfrm>
          <a:prstGeom prst="line">
            <a:avLst/>
          </a:prstGeom>
          <a:ln w="32609">
            <a:solidFill>
              <a:srgbClr val="7836A8"/>
            </a:solidFill>
          </a:ln>
          <a:effectLst/>
        </p:spPr>
        <p:style>
          <a:lnRef idx="2">
            <a:schemeClr val="accent1"/>
          </a:lnRef>
          <a:fillRef idx="0">
            <a:schemeClr val="accent1"/>
          </a:fillRef>
          <a:effectRef idx="0">
            <a:schemeClr val="accent1"/>
          </a:effectRef>
          <a:fontRef idx="minor">
            <a:schemeClr val="tx1"/>
          </a:fontRef>
        </p:style>
      </p:cxnSp>
      <p:cxnSp>
        <p:nvCxnSpPr>
          <p:cNvPr id="90" name="noised0_0" descr="Editable line; source id noised0_0"/>
          <p:cNvCxnSpPr/>
          <p:nvPr/>
        </p:nvCxnSpPr>
        <p:spPr>
          <a:xfrm flipH="1">
            <a:off x="6950775" y="665493"/>
            <a:ext cx="18280" cy="148884"/>
          </a:xfrm>
          <a:prstGeom prst="line">
            <a:avLst/>
          </a:prstGeom>
          <a:ln w="32609">
            <a:solidFill>
              <a:srgbClr val="B6C9E6"/>
            </a:solidFill>
          </a:ln>
          <a:effectLst/>
        </p:spPr>
        <p:style>
          <a:lnRef idx="2">
            <a:schemeClr val="accent1"/>
          </a:lnRef>
          <a:fillRef idx="0">
            <a:schemeClr val="accent1"/>
          </a:fillRef>
          <a:effectRef idx="0">
            <a:schemeClr val="accent1"/>
          </a:effectRef>
          <a:fontRef idx="minor">
            <a:schemeClr val="tx1"/>
          </a:fontRef>
        </p:style>
      </p:cxnSp>
      <p:cxnSp>
        <p:nvCxnSpPr>
          <p:cNvPr id="91" name="noised0_1" descr="Editable line; source id noised0_1"/>
          <p:cNvCxnSpPr/>
          <p:nvPr/>
        </p:nvCxnSpPr>
        <p:spPr>
          <a:xfrm flipH="1">
            <a:off x="7054346" y="678210"/>
            <a:ext cx="18281" cy="148884"/>
          </a:xfrm>
          <a:prstGeom prst="line">
            <a:avLst/>
          </a:prstGeom>
          <a:ln w="32609">
            <a:solidFill>
              <a:srgbClr val="B6C9E6"/>
            </a:solidFill>
          </a:ln>
          <a:effectLst/>
        </p:spPr>
        <p:style>
          <a:lnRef idx="2">
            <a:schemeClr val="accent1"/>
          </a:lnRef>
          <a:fillRef idx="0">
            <a:schemeClr val="accent1"/>
          </a:fillRef>
          <a:effectRef idx="0">
            <a:schemeClr val="accent1"/>
          </a:effectRef>
          <a:fontRef idx="minor">
            <a:schemeClr val="tx1"/>
          </a:fontRef>
        </p:style>
      </p:cxnSp>
      <p:cxnSp>
        <p:nvCxnSpPr>
          <p:cNvPr id="92" name="noised0_2" descr="Editable line; source id noised0_2"/>
          <p:cNvCxnSpPr/>
          <p:nvPr/>
        </p:nvCxnSpPr>
        <p:spPr>
          <a:xfrm>
            <a:off x="6969055" y="665493"/>
            <a:ext cx="103572" cy="12717"/>
          </a:xfrm>
          <a:prstGeom prst="line">
            <a:avLst/>
          </a:prstGeom>
          <a:ln w="32609">
            <a:solidFill>
              <a:srgbClr val="B6C9E6"/>
            </a:solidFill>
          </a:ln>
          <a:effectLst/>
        </p:spPr>
        <p:style>
          <a:lnRef idx="2">
            <a:schemeClr val="accent1"/>
          </a:lnRef>
          <a:fillRef idx="0">
            <a:schemeClr val="accent1"/>
          </a:fillRef>
          <a:effectRef idx="0">
            <a:schemeClr val="accent1"/>
          </a:effectRef>
          <a:fontRef idx="minor">
            <a:schemeClr val="tx1"/>
          </a:fontRef>
        </p:style>
      </p:cxnSp>
      <p:cxnSp>
        <p:nvCxnSpPr>
          <p:cNvPr id="93" name="noised0_3" descr="Editable line; source id noised0_3"/>
          <p:cNvCxnSpPr/>
          <p:nvPr/>
        </p:nvCxnSpPr>
        <p:spPr>
          <a:xfrm flipV="1">
            <a:off x="7020841" y="600646"/>
            <a:ext cx="8743" cy="71205"/>
          </a:xfrm>
          <a:prstGeom prst="line">
            <a:avLst/>
          </a:prstGeom>
          <a:ln w="32609">
            <a:solidFill>
              <a:srgbClr val="B6C9E6"/>
            </a:solidFill>
          </a:ln>
          <a:effectLst/>
        </p:spPr>
        <p:style>
          <a:lnRef idx="2">
            <a:schemeClr val="accent1"/>
          </a:lnRef>
          <a:fillRef idx="0">
            <a:schemeClr val="accent1"/>
          </a:fillRef>
          <a:effectRef idx="0">
            <a:schemeClr val="accent1"/>
          </a:effectRef>
          <a:fontRef idx="minor">
            <a:schemeClr val="tx1"/>
          </a:fontRef>
        </p:style>
      </p:cxnSp>
      <p:cxnSp>
        <p:nvCxnSpPr>
          <p:cNvPr id="94" name="noised1_0" descr="Editable line; source id noised1_0"/>
          <p:cNvCxnSpPr/>
          <p:nvPr/>
        </p:nvCxnSpPr>
        <p:spPr>
          <a:xfrm>
            <a:off x="6931403" y="1031107"/>
            <a:ext cx="134821" cy="65757"/>
          </a:xfrm>
          <a:prstGeom prst="line">
            <a:avLst/>
          </a:prstGeom>
          <a:ln w="32609">
            <a:solidFill>
              <a:srgbClr val="B6C9E6"/>
            </a:solidFill>
          </a:ln>
          <a:effectLst/>
        </p:spPr>
        <p:style>
          <a:lnRef idx="2">
            <a:schemeClr val="accent1"/>
          </a:lnRef>
          <a:fillRef idx="0">
            <a:schemeClr val="accent1"/>
          </a:fillRef>
          <a:effectRef idx="0">
            <a:schemeClr val="accent1"/>
          </a:effectRef>
          <a:fontRef idx="minor">
            <a:schemeClr val="tx1"/>
          </a:fontRef>
        </p:style>
      </p:cxnSp>
      <p:cxnSp>
        <p:nvCxnSpPr>
          <p:cNvPr id="95" name="noised1_1" descr="Editable line; source id noised1_1"/>
          <p:cNvCxnSpPr/>
          <p:nvPr/>
        </p:nvCxnSpPr>
        <p:spPr>
          <a:xfrm>
            <a:off x="6977147" y="937318"/>
            <a:ext cx="134821" cy="65757"/>
          </a:xfrm>
          <a:prstGeom prst="line">
            <a:avLst/>
          </a:prstGeom>
          <a:ln w="32609">
            <a:solidFill>
              <a:srgbClr val="B6C9E6"/>
            </a:solidFill>
          </a:ln>
          <a:effectLst/>
        </p:spPr>
        <p:style>
          <a:lnRef idx="2">
            <a:schemeClr val="accent1"/>
          </a:lnRef>
          <a:fillRef idx="0">
            <a:schemeClr val="accent1"/>
          </a:fillRef>
          <a:effectRef idx="0">
            <a:schemeClr val="accent1"/>
          </a:effectRef>
          <a:fontRef idx="minor">
            <a:schemeClr val="tx1"/>
          </a:fontRef>
        </p:style>
      </p:cxnSp>
      <p:cxnSp>
        <p:nvCxnSpPr>
          <p:cNvPr id="96" name="noised1_2" descr="Editable line; source id noised1_2"/>
          <p:cNvCxnSpPr/>
          <p:nvPr/>
        </p:nvCxnSpPr>
        <p:spPr>
          <a:xfrm flipV="1">
            <a:off x="6931403" y="937318"/>
            <a:ext cx="45744" cy="93789"/>
          </a:xfrm>
          <a:prstGeom prst="line">
            <a:avLst/>
          </a:prstGeom>
          <a:ln w="32609">
            <a:solidFill>
              <a:srgbClr val="B6C9E6"/>
            </a:solidFill>
          </a:ln>
          <a:effectLst/>
        </p:spPr>
        <p:style>
          <a:lnRef idx="2">
            <a:schemeClr val="accent1"/>
          </a:lnRef>
          <a:fillRef idx="0">
            <a:schemeClr val="accent1"/>
          </a:fillRef>
          <a:effectRef idx="0">
            <a:schemeClr val="accent1"/>
          </a:effectRef>
          <a:fontRef idx="minor">
            <a:schemeClr val="tx1"/>
          </a:fontRef>
        </p:style>
      </p:cxnSp>
      <p:cxnSp>
        <p:nvCxnSpPr>
          <p:cNvPr id="97" name="noised1_3" descr="Editable line; source id noised1_3"/>
          <p:cNvCxnSpPr/>
          <p:nvPr/>
        </p:nvCxnSpPr>
        <p:spPr>
          <a:xfrm flipH="1" flipV="1">
            <a:off x="6889795" y="952764"/>
            <a:ext cx="64480" cy="31449"/>
          </a:xfrm>
          <a:prstGeom prst="line">
            <a:avLst/>
          </a:prstGeom>
          <a:ln w="32609">
            <a:solidFill>
              <a:srgbClr val="B6C9E6"/>
            </a:solidFill>
          </a:ln>
          <a:effectLst/>
        </p:spPr>
        <p:style>
          <a:lnRef idx="2">
            <a:schemeClr val="accent1"/>
          </a:lnRef>
          <a:fillRef idx="0">
            <a:schemeClr val="accent1"/>
          </a:fillRef>
          <a:effectRef idx="0">
            <a:schemeClr val="accent1"/>
          </a:effectRef>
          <a:fontRef idx="minor">
            <a:schemeClr val="tx1"/>
          </a:fontRef>
        </p:style>
      </p:cxnSp>
      <p:cxnSp>
        <p:nvCxnSpPr>
          <p:cNvPr id="98" name="noised2_0" descr="Editable line; source id noised2_0"/>
          <p:cNvCxnSpPr/>
          <p:nvPr/>
        </p:nvCxnSpPr>
        <p:spPr>
          <a:xfrm flipH="1">
            <a:off x="6914738" y="1300615"/>
            <a:ext cx="139079" cy="56192"/>
          </a:xfrm>
          <a:prstGeom prst="line">
            <a:avLst/>
          </a:prstGeom>
          <a:ln w="32609">
            <a:solidFill>
              <a:srgbClr val="B6C9E6"/>
            </a:solidFill>
          </a:ln>
          <a:effectLst/>
        </p:spPr>
        <p:style>
          <a:lnRef idx="2">
            <a:schemeClr val="accent1"/>
          </a:lnRef>
          <a:fillRef idx="0">
            <a:schemeClr val="accent1"/>
          </a:fillRef>
          <a:effectRef idx="0">
            <a:schemeClr val="accent1"/>
          </a:effectRef>
          <a:fontRef idx="minor">
            <a:schemeClr val="tx1"/>
          </a:fontRef>
        </p:style>
      </p:cxnSp>
      <p:cxnSp>
        <p:nvCxnSpPr>
          <p:cNvPr id="99" name="noised2_1" descr="Editable line; source id noised2_1"/>
          <p:cNvCxnSpPr/>
          <p:nvPr/>
        </p:nvCxnSpPr>
        <p:spPr>
          <a:xfrm flipH="1">
            <a:off x="6953828" y="1397366"/>
            <a:ext cx="139079" cy="56192"/>
          </a:xfrm>
          <a:prstGeom prst="line">
            <a:avLst/>
          </a:prstGeom>
          <a:ln w="32609">
            <a:solidFill>
              <a:srgbClr val="B6C9E6"/>
            </a:solidFill>
          </a:ln>
          <a:effectLst/>
        </p:spPr>
        <p:style>
          <a:lnRef idx="2">
            <a:schemeClr val="accent1"/>
          </a:lnRef>
          <a:fillRef idx="0">
            <a:schemeClr val="accent1"/>
          </a:fillRef>
          <a:effectRef idx="0">
            <a:schemeClr val="accent1"/>
          </a:effectRef>
          <a:fontRef idx="minor">
            <a:schemeClr val="tx1"/>
          </a:fontRef>
        </p:style>
      </p:cxnSp>
      <p:cxnSp>
        <p:nvCxnSpPr>
          <p:cNvPr id="100" name="noised2_2" descr="Editable line; source id noised2_2"/>
          <p:cNvCxnSpPr/>
          <p:nvPr/>
        </p:nvCxnSpPr>
        <p:spPr>
          <a:xfrm>
            <a:off x="7053817" y="1300615"/>
            <a:ext cx="39090" cy="96751"/>
          </a:xfrm>
          <a:prstGeom prst="line">
            <a:avLst/>
          </a:prstGeom>
          <a:ln w="32609">
            <a:solidFill>
              <a:srgbClr val="B6C9E6"/>
            </a:solidFill>
          </a:ln>
          <a:effectLst/>
        </p:spPr>
        <p:style>
          <a:lnRef idx="2">
            <a:schemeClr val="accent1"/>
          </a:lnRef>
          <a:fillRef idx="0">
            <a:schemeClr val="accent1"/>
          </a:fillRef>
          <a:effectRef idx="0">
            <a:schemeClr val="accent1"/>
          </a:effectRef>
          <a:fontRef idx="minor">
            <a:schemeClr val="tx1"/>
          </a:fontRef>
        </p:style>
      </p:cxnSp>
      <p:cxnSp>
        <p:nvCxnSpPr>
          <p:cNvPr id="101" name="noised2_3" descr="Editable line; source id noised2_3"/>
          <p:cNvCxnSpPr/>
          <p:nvPr/>
        </p:nvCxnSpPr>
        <p:spPr>
          <a:xfrm flipV="1">
            <a:off x="7073362" y="1322116"/>
            <a:ext cx="66517" cy="26875"/>
          </a:xfrm>
          <a:prstGeom prst="line">
            <a:avLst/>
          </a:prstGeom>
          <a:ln w="32609">
            <a:solidFill>
              <a:srgbClr val="B6C9E6"/>
            </a:solidFill>
          </a:ln>
          <a:effectLst/>
        </p:spPr>
        <p:style>
          <a:lnRef idx="2">
            <a:schemeClr val="accent1"/>
          </a:lnRef>
          <a:fillRef idx="0">
            <a:schemeClr val="accent1"/>
          </a:fillRef>
          <a:effectRef idx="0">
            <a:schemeClr val="accent1"/>
          </a:effectRef>
          <a:fontRef idx="minor">
            <a:schemeClr val="tx1"/>
          </a:fontRef>
        </p:style>
      </p:cxnSp>
      <p:sp>
        <p:nvSpPr>
          <p:cNvPr id="102" name="mlp_0" descr="Editable shape; source id mlp_0"/>
          <p:cNvSpPr/>
          <p:nvPr/>
        </p:nvSpPr>
        <p:spPr>
          <a:xfrm>
            <a:off x="7319803" y="76727"/>
            <a:ext cx="498728" cy="276218"/>
          </a:xfrm>
          <a:prstGeom prst="rect">
            <a:avLst/>
          </a:prstGeom>
          <a:noFill/>
          <a:ln w="11509">
            <a:solidFill>
              <a:srgbClr val="7836A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mlp_text_0" descr="Editable text; source id mlp_text_0"/>
          <p:cNvSpPr txBox="1"/>
          <p:nvPr/>
        </p:nvSpPr>
        <p:spPr>
          <a:xfrm>
            <a:off x="7396530" y="115091"/>
            <a:ext cx="375964" cy="222509"/>
          </a:xfrm>
          <a:prstGeom prst="rect">
            <a:avLst/>
          </a:prstGeom>
          <a:noFill/>
          <a:effectLst/>
        </p:spPr>
        <p:txBody>
          <a:bodyPr wrap="none" anchor="t" tIns="0" rIns="0" bIns="0" lIns="0" anchorCtr="0" vertOverflow="overflow">
            <a:noAutofit/>
          </a:bodyPr>
          <a:lstStyle/>
          <a:p>
            <a:pPr algn="l" fontAlgn="base">
              <a:lnSpc>
                <a:spcPts val="1389"/>
              </a:lnSpc>
              <a:spcBef>
                <a:spcPts val="0"/>
              </a:spcBef>
              <a:spcAft>
                <a:spcPts val="0"/>
              </a:spcAft>
              <a:defRPr sz="1208" b="1" i="0" lang="zh-CN" dirty="0">
                <a:solidFill>
                  <a:srgbClr val="7836A8"/>
                </a:solidFill>
                <a:latin typeface="Arial"/>
                <a:ea typeface="Arial"/>
                <a:cs typeface="Arial"/>
              </a:defRPr>
            </a:pPr>
            <a:r>
              <a:rPr sz="1208" b="1" i="0" lang="zh-CN" dirty="0">
                <a:solidFill>
                  <a:srgbClr val="7836A8"/>
                </a:solidFill>
                <a:latin typeface="Arial"/>
                <a:ea typeface="Arial"/>
                <a:cs typeface="Arial"/>
              </a:rPr>
              <a:t>MLP</a:t>
            </a:r>
          </a:p>
        </p:txBody>
      </p:sp>
      <p:sp>
        <p:nvSpPr>
          <p:cNvPr id="104" name="mlp_1" descr="Editable shape; source id mlp_1"/>
          <p:cNvSpPr/>
          <p:nvPr/>
        </p:nvSpPr>
        <p:spPr>
          <a:xfrm>
            <a:off x="7319803" y="567783"/>
            <a:ext cx="498728" cy="276218"/>
          </a:xfrm>
          <a:prstGeom prst="rect">
            <a:avLst/>
          </a:prstGeom>
          <a:noFill/>
          <a:ln w="11509">
            <a:solidFill>
              <a:srgbClr val="5B9C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mlp_text_1" descr="Editable text; source id mlp_text_1"/>
          <p:cNvSpPr txBox="1"/>
          <p:nvPr/>
        </p:nvSpPr>
        <p:spPr>
          <a:xfrm>
            <a:off x="7396530" y="606147"/>
            <a:ext cx="375964" cy="222509"/>
          </a:xfrm>
          <a:prstGeom prst="rect">
            <a:avLst/>
          </a:prstGeom>
          <a:noFill/>
          <a:effectLst/>
        </p:spPr>
        <p:txBody>
          <a:bodyPr wrap="none" anchor="t" tIns="0" rIns="0" bIns="0" lIns="0" anchorCtr="0" vertOverflow="overflow">
            <a:noAutofit/>
          </a:bodyPr>
          <a:lstStyle/>
          <a:p>
            <a:pPr algn="l" fontAlgn="base">
              <a:lnSpc>
                <a:spcPts val="1389"/>
              </a:lnSpc>
              <a:spcBef>
                <a:spcPts val="0"/>
              </a:spcBef>
              <a:spcAft>
                <a:spcPts val="0"/>
              </a:spcAft>
              <a:defRPr sz="1208" b="1" i="0" lang="zh-CN" dirty="0">
                <a:solidFill>
                  <a:srgbClr val="5B9CDD"/>
                </a:solidFill>
                <a:latin typeface="Arial"/>
                <a:ea typeface="Arial"/>
                <a:cs typeface="Arial"/>
              </a:defRPr>
            </a:pPr>
            <a:r>
              <a:rPr sz="1208" b="1" i="0" lang="zh-CN" dirty="0">
                <a:solidFill>
                  <a:srgbClr val="5B9CDD"/>
                </a:solidFill>
                <a:latin typeface="Arial"/>
                <a:ea typeface="Arial"/>
                <a:cs typeface="Arial"/>
              </a:rPr>
              <a:t>MLP</a:t>
            </a:r>
          </a:p>
        </p:txBody>
      </p:sp>
      <p:sp>
        <p:nvSpPr>
          <p:cNvPr id="106" name="mlp_2" descr="Editable shape; source id mlp_2"/>
          <p:cNvSpPr/>
          <p:nvPr/>
        </p:nvSpPr>
        <p:spPr>
          <a:xfrm>
            <a:off x="7319803" y="897711"/>
            <a:ext cx="498728" cy="276218"/>
          </a:xfrm>
          <a:prstGeom prst="rect">
            <a:avLst/>
          </a:prstGeom>
          <a:noFill/>
          <a:ln w="11509">
            <a:solidFill>
              <a:srgbClr val="5B9C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mlp_text_2" descr="Editable text; source id mlp_text_2"/>
          <p:cNvSpPr txBox="1"/>
          <p:nvPr/>
        </p:nvSpPr>
        <p:spPr>
          <a:xfrm>
            <a:off x="7396530" y="936075"/>
            <a:ext cx="375964" cy="222509"/>
          </a:xfrm>
          <a:prstGeom prst="rect">
            <a:avLst/>
          </a:prstGeom>
          <a:noFill/>
          <a:effectLst/>
        </p:spPr>
        <p:txBody>
          <a:bodyPr wrap="none" anchor="t" tIns="0" rIns="0" bIns="0" lIns="0" anchorCtr="0" vertOverflow="overflow">
            <a:noAutofit/>
          </a:bodyPr>
          <a:lstStyle/>
          <a:p>
            <a:pPr algn="l" fontAlgn="base">
              <a:lnSpc>
                <a:spcPts val="1389"/>
              </a:lnSpc>
              <a:spcBef>
                <a:spcPts val="0"/>
              </a:spcBef>
              <a:spcAft>
                <a:spcPts val="0"/>
              </a:spcAft>
              <a:defRPr sz="1208" b="0" i="0" lang="zh-CN" dirty="0">
                <a:solidFill>
                  <a:srgbClr val="5B9CDD"/>
                </a:solidFill>
                <a:latin typeface="Arial"/>
                <a:ea typeface="Arial"/>
                <a:cs typeface="Arial"/>
              </a:defRPr>
            </a:pPr>
            <a:r>
              <a:rPr sz="1208" b="0" i="0" lang="zh-CN" dirty="0">
                <a:solidFill>
                  <a:srgbClr val="5B9CDD"/>
                </a:solidFill>
                <a:latin typeface="Arial"/>
                <a:ea typeface="Arial"/>
                <a:cs typeface="Arial"/>
              </a:rPr>
              <a:t>MLP</a:t>
            </a:r>
          </a:p>
        </p:txBody>
      </p:sp>
      <p:sp>
        <p:nvSpPr>
          <p:cNvPr id="108" name="mlp_3" descr="Editable shape; source id mlp_3"/>
          <p:cNvSpPr/>
          <p:nvPr/>
        </p:nvSpPr>
        <p:spPr>
          <a:xfrm>
            <a:off x="7319803" y="1219967"/>
            <a:ext cx="498728" cy="276218"/>
          </a:xfrm>
          <a:prstGeom prst="rect">
            <a:avLst/>
          </a:prstGeom>
          <a:noFill/>
          <a:ln w="11509">
            <a:solidFill>
              <a:srgbClr val="5B9C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mlp_text_3" descr="Editable text; source id mlp_text_3"/>
          <p:cNvSpPr txBox="1"/>
          <p:nvPr/>
        </p:nvSpPr>
        <p:spPr>
          <a:xfrm>
            <a:off x="7396530" y="1258330"/>
            <a:ext cx="375964" cy="222509"/>
          </a:xfrm>
          <a:prstGeom prst="rect">
            <a:avLst/>
          </a:prstGeom>
          <a:noFill/>
          <a:effectLst/>
        </p:spPr>
        <p:txBody>
          <a:bodyPr wrap="none" anchor="t" tIns="0" rIns="0" bIns="0" lIns="0" anchorCtr="0" vertOverflow="overflow">
            <a:noAutofit/>
          </a:bodyPr>
          <a:lstStyle/>
          <a:p>
            <a:pPr algn="l" fontAlgn="base">
              <a:lnSpc>
                <a:spcPts val="1389"/>
              </a:lnSpc>
              <a:spcBef>
                <a:spcPts val="0"/>
              </a:spcBef>
              <a:spcAft>
                <a:spcPts val="0"/>
              </a:spcAft>
              <a:defRPr sz="1208" b="0" i="0" lang="zh-CN" dirty="0">
                <a:solidFill>
                  <a:srgbClr val="5B9CDD"/>
                </a:solidFill>
                <a:latin typeface="Arial"/>
                <a:ea typeface="Arial"/>
                <a:cs typeface="Arial"/>
              </a:defRPr>
            </a:pPr>
            <a:r>
              <a:rPr sz="1208" b="0" i="0" lang="zh-CN" dirty="0">
                <a:solidFill>
                  <a:srgbClr val="5B9CDD"/>
                </a:solidFill>
                <a:latin typeface="Arial"/>
                <a:ea typeface="Arial"/>
                <a:cs typeface="Arial"/>
              </a:rPr>
              <a:t>MLP</a:t>
            </a:r>
          </a:p>
        </p:txBody>
      </p:sp>
      <p:sp>
        <p:nvSpPr>
          <p:cNvPr id="110" name="proptoken_front" descr="Editable shape; source id proptoken_front"/>
          <p:cNvSpPr/>
          <p:nvPr/>
        </p:nvSpPr>
        <p:spPr>
          <a:xfrm>
            <a:off x="9261009" y="138109"/>
            <a:ext cx="222509" cy="222509"/>
          </a:xfrm>
          <a:prstGeom prst="rect">
            <a:avLst/>
          </a:prstGeom>
          <a:solidFill>
            <a:srgbClr val="7430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proptoken_top" descr="Editable shape; source id proptoken_top"/>
          <p:cNvSpPr/>
          <p:nvPr/>
        </p:nvSpPr>
        <p:spPr>
          <a:xfrm>
            <a:off x="9261009" y="76727"/>
            <a:ext cx="291564" cy="61382"/>
          </a:xfrm>
          <a:custGeom>
            <a:avLst/>
            <a:gdLst/>
            <a:ahLst/>
            <a:cxnLst/>
            <a:rect l="l" t="t" r="r" b="b"/>
            <a:pathLst>
              <a:path w="38000" h="8000">
                <a:moveTo>
                  <a:pt x="0" y="8000"/>
                </a:moveTo>
                <a:lnTo>
                  <a:pt x="9000" y="0"/>
                </a:lnTo>
                <a:lnTo>
                  <a:pt x="38000" y="0"/>
                </a:lnTo>
                <a:lnTo>
                  <a:pt x="29000" y="8000"/>
                </a:lnTo>
                <a:close/>
              </a:path>
            </a:pathLst>
          </a:custGeom>
          <a:solidFill>
            <a:srgbClr val="8F53B5"/>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proptoken_side" descr="Editable shape; source id proptoken_side"/>
          <p:cNvSpPr/>
          <p:nvPr/>
        </p:nvSpPr>
        <p:spPr>
          <a:xfrm>
            <a:off x="9483519" y="76727"/>
            <a:ext cx="69055" cy="283892"/>
          </a:xfrm>
          <a:custGeom>
            <a:avLst/>
            <a:gdLst/>
            <a:ahLst/>
            <a:cxnLst/>
            <a:rect l="l" t="t" r="r" b="b"/>
            <a:pathLst>
              <a:path w="9000" h="37000">
                <a:moveTo>
                  <a:pt x="0" y="8000"/>
                </a:moveTo>
                <a:lnTo>
                  <a:pt x="9000" y="0"/>
                </a:lnTo>
                <a:lnTo>
                  <a:pt x="9000" y="29000"/>
                </a:lnTo>
                <a:lnTo>
                  <a:pt x="0" y="37000"/>
                </a:lnTo>
                <a:close/>
              </a:path>
            </a:pathLst>
          </a:custGeom>
          <a:solidFill>
            <a:srgbClr val="64248F"/>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noise0_front" descr="Editable shape; source id noise0_front"/>
          <p:cNvSpPr/>
          <p:nvPr/>
        </p:nvSpPr>
        <p:spPr>
          <a:xfrm>
            <a:off x="9261009" y="629165"/>
            <a:ext cx="222509" cy="222509"/>
          </a:xfrm>
          <a:prstGeom prst="rect">
            <a:avLst/>
          </a:prstGeom>
          <a:solidFill>
            <a:srgbClr val="BEDA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4" name="noise0_top" descr="Editable shape; source id noise0_top"/>
          <p:cNvSpPr/>
          <p:nvPr/>
        </p:nvSpPr>
        <p:spPr>
          <a:xfrm>
            <a:off x="9261009" y="567783"/>
            <a:ext cx="291564" cy="61382"/>
          </a:xfrm>
          <a:custGeom>
            <a:avLst/>
            <a:gdLst/>
            <a:ahLst/>
            <a:cxnLst/>
            <a:rect l="l" t="t" r="r" b="b"/>
            <a:pathLst>
              <a:path w="38000" h="8000">
                <a:moveTo>
                  <a:pt x="0" y="8000"/>
                </a:moveTo>
                <a:lnTo>
                  <a:pt x="9000" y="0"/>
                </a:lnTo>
                <a:lnTo>
                  <a:pt x="38000" y="0"/>
                </a:lnTo>
                <a:lnTo>
                  <a:pt x="29000" y="8000"/>
                </a:lnTo>
                <a:close/>
              </a:path>
            </a:pathLst>
          </a:custGeom>
          <a:solidFill>
            <a:srgbClr val="D4E0F1"/>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noise0_side" descr="Editable shape; source id noise0_side"/>
          <p:cNvSpPr/>
          <p:nvPr/>
        </p:nvSpPr>
        <p:spPr>
          <a:xfrm>
            <a:off x="9483519" y="567783"/>
            <a:ext cx="69055" cy="283892"/>
          </a:xfrm>
          <a:custGeom>
            <a:avLst/>
            <a:gdLst/>
            <a:ahLst/>
            <a:cxnLst/>
            <a:rect l="l" t="t" r="r" b="b"/>
            <a:pathLst>
              <a:path w="9000" h="37000">
                <a:moveTo>
                  <a:pt x="0" y="8000"/>
                </a:moveTo>
                <a:lnTo>
                  <a:pt x="9000" y="0"/>
                </a:lnTo>
                <a:lnTo>
                  <a:pt x="9000" y="29000"/>
                </a:lnTo>
                <a:lnTo>
                  <a:pt x="0" y="37000"/>
                </a:lnTo>
                <a:close/>
              </a:path>
            </a:pathLst>
          </a:custGeom>
          <a:solidFill>
            <a:srgbClr val="94ACBE"/>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noise1_front" descr="Editable shape; source id noise1_front"/>
          <p:cNvSpPr/>
          <p:nvPr/>
        </p:nvSpPr>
        <p:spPr>
          <a:xfrm>
            <a:off x="9261009" y="951420"/>
            <a:ext cx="222509" cy="222509"/>
          </a:xfrm>
          <a:prstGeom prst="rect">
            <a:avLst/>
          </a:prstGeom>
          <a:solidFill>
            <a:srgbClr val="BEDA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noise1_top" descr="Editable shape; source id noise1_top"/>
          <p:cNvSpPr/>
          <p:nvPr/>
        </p:nvSpPr>
        <p:spPr>
          <a:xfrm>
            <a:off x="9261009" y="890039"/>
            <a:ext cx="291564" cy="61382"/>
          </a:xfrm>
          <a:custGeom>
            <a:avLst/>
            <a:gdLst/>
            <a:ahLst/>
            <a:cxnLst/>
            <a:rect l="l" t="t" r="r" b="b"/>
            <a:pathLst>
              <a:path w="38000" h="8000">
                <a:moveTo>
                  <a:pt x="0" y="8000"/>
                </a:moveTo>
                <a:lnTo>
                  <a:pt x="9000" y="0"/>
                </a:lnTo>
                <a:lnTo>
                  <a:pt x="38000" y="0"/>
                </a:lnTo>
                <a:lnTo>
                  <a:pt x="29000" y="8000"/>
                </a:lnTo>
                <a:close/>
              </a:path>
            </a:pathLst>
          </a:custGeom>
          <a:solidFill>
            <a:srgbClr val="D4E0F1"/>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noise1_side" descr="Editable shape; source id noise1_side"/>
          <p:cNvSpPr/>
          <p:nvPr/>
        </p:nvSpPr>
        <p:spPr>
          <a:xfrm>
            <a:off x="9483519" y="890039"/>
            <a:ext cx="69055" cy="283892"/>
          </a:xfrm>
          <a:custGeom>
            <a:avLst/>
            <a:gdLst/>
            <a:ahLst/>
            <a:cxnLst/>
            <a:rect l="l" t="t" r="r" b="b"/>
            <a:pathLst>
              <a:path w="9000" h="37000">
                <a:moveTo>
                  <a:pt x="0" y="8000"/>
                </a:moveTo>
                <a:lnTo>
                  <a:pt x="9000" y="0"/>
                </a:lnTo>
                <a:lnTo>
                  <a:pt x="9000" y="29000"/>
                </a:lnTo>
                <a:lnTo>
                  <a:pt x="0" y="37000"/>
                </a:lnTo>
                <a:close/>
              </a:path>
            </a:pathLst>
          </a:custGeom>
          <a:solidFill>
            <a:srgbClr val="94ACBE"/>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noise2_front" descr="Editable shape; source id noise2_front"/>
          <p:cNvSpPr/>
          <p:nvPr/>
        </p:nvSpPr>
        <p:spPr>
          <a:xfrm>
            <a:off x="9261009" y="1273676"/>
            <a:ext cx="222509" cy="222509"/>
          </a:xfrm>
          <a:prstGeom prst="rect">
            <a:avLst/>
          </a:prstGeom>
          <a:solidFill>
            <a:srgbClr val="BEDA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noise2_top" descr="Editable shape; source id noise2_top"/>
          <p:cNvSpPr/>
          <p:nvPr/>
        </p:nvSpPr>
        <p:spPr>
          <a:xfrm>
            <a:off x="9261009" y="1212294"/>
            <a:ext cx="291564" cy="61382"/>
          </a:xfrm>
          <a:custGeom>
            <a:avLst/>
            <a:gdLst/>
            <a:ahLst/>
            <a:cxnLst/>
            <a:rect l="l" t="t" r="r" b="b"/>
            <a:pathLst>
              <a:path w="38000" h="8000">
                <a:moveTo>
                  <a:pt x="0" y="8000"/>
                </a:moveTo>
                <a:lnTo>
                  <a:pt x="9000" y="0"/>
                </a:lnTo>
                <a:lnTo>
                  <a:pt x="38000" y="0"/>
                </a:lnTo>
                <a:lnTo>
                  <a:pt x="29000" y="8000"/>
                </a:lnTo>
                <a:close/>
              </a:path>
            </a:pathLst>
          </a:custGeom>
          <a:solidFill>
            <a:srgbClr val="D4E0F1"/>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1" name="noise2_side" descr="Editable shape; source id noise2_side"/>
          <p:cNvSpPr/>
          <p:nvPr/>
        </p:nvSpPr>
        <p:spPr>
          <a:xfrm>
            <a:off x="9483519" y="1212294"/>
            <a:ext cx="69055" cy="283892"/>
          </a:xfrm>
          <a:custGeom>
            <a:avLst/>
            <a:gdLst/>
            <a:ahLst/>
            <a:cxnLst/>
            <a:rect l="l" t="t" r="r" b="b"/>
            <a:pathLst>
              <a:path w="9000" h="37000">
                <a:moveTo>
                  <a:pt x="0" y="8000"/>
                </a:moveTo>
                <a:lnTo>
                  <a:pt x="9000" y="0"/>
                </a:lnTo>
                <a:lnTo>
                  <a:pt x="9000" y="29000"/>
                </a:lnTo>
                <a:lnTo>
                  <a:pt x="0" y="37000"/>
                </a:lnTo>
                <a:close/>
              </a:path>
            </a:pathLst>
          </a:custGeom>
          <a:solidFill>
            <a:srgbClr val="94ACBE"/>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2" name="scene0_front" descr="Editable shape; source id scene0_front"/>
          <p:cNvSpPr/>
          <p:nvPr/>
        </p:nvSpPr>
        <p:spPr>
          <a:xfrm>
            <a:off x="9261009" y="1711023"/>
            <a:ext cx="222509" cy="222509"/>
          </a:xfrm>
          <a:prstGeom prst="rect">
            <a:avLst/>
          </a:prstGeom>
          <a:solidFill>
            <a:srgbClr val="FFB92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3" name="scene0_top" descr="Editable shape; source id scene0_top"/>
          <p:cNvSpPr/>
          <p:nvPr/>
        </p:nvSpPr>
        <p:spPr>
          <a:xfrm>
            <a:off x="9261009" y="1649641"/>
            <a:ext cx="291564" cy="61382"/>
          </a:xfrm>
          <a:custGeom>
            <a:avLst/>
            <a:gdLst/>
            <a:ahLst/>
            <a:cxnLst/>
            <a:rect l="l" t="t" r="r" b="b"/>
            <a:pathLst>
              <a:path w="38000" h="8000">
                <a:moveTo>
                  <a:pt x="0" y="8000"/>
                </a:moveTo>
                <a:lnTo>
                  <a:pt x="9000" y="0"/>
                </a:lnTo>
                <a:lnTo>
                  <a:pt x="38000" y="0"/>
                </a:lnTo>
                <a:lnTo>
                  <a:pt x="29000" y="8000"/>
                </a:lnTo>
                <a:close/>
              </a:path>
            </a:pathLst>
          </a:custGeom>
          <a:solidFill>
            <a:srgbClr val="FFCE5B"/>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scene0_side" descr="Editable shape; source id scene0_side"/>
          <p:cNvSpPr/>
          <p:nvPr/>
        </p:nvSpPr>
        <p:spPr>
          <a:xfrm>
            <a:off x="9483519" y="1649641"/>
            <a:ext cx="69055" cy="283892"/>
          </a:xfrm>
          <a:custGeom>
            <a:avLst/>
            <a:gdLst/>
            <a:ahLst/>
            <a:cxnLst/>
            <a:rect l="l" t="t" r="r" b="b"/>
            <a:pathLst>
              <a:path w="9000" h="37000">
                <a:moveTo>
                  <a:pt x="0" y="8000"/>
                </a:moveTo>
                <a:lnTo>
                  <a:pt x="9000" y="0"/>
                </a:lnTo>
                <a:lnTo>
                  <a:pt x="9000" y="29000"/>
                </a:lnTo>
                <a:lnTo>
                  <a:pt x="0" y="37000"/>
                </a:lnTo>
                <a:close/>
              </a:path>
            </a:pathLst>
          </a:custGeom>
          <a:solidFill>
            <a:srgbClr val="DFA12D"/>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5" name="scene1_front" descr="Editable shape; source id scene1_front"/>
          <p:cNvSpPr/>
          <p:nvPr/>
        </p:nvSpPr>
        <p:spPr>
          <a:xfrm>
            <a:off x="9268681" y="2048624"/>
            <a:ext cx="222509" cy="222509"/>
          </a:xfrm>
          <a:prstGeom prst="rect">
            <a:avLst/>
          </a:prstGeom>
          <a:solidFill>
            <a:srgbClr val="E848B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scene1_top" descr="Editable shape; source id scene1_top"/>
          <p:cNvSpPr/>
          <p:nvPr/>
        </p:nvSpPr>
        <p:spPr>
          <a:xfrm>
            <a:off x="9268682" y="1987242"/>
            <a:ext cx="291564" cy="61382"/>
          </a:xfrm>
          <a:custGeom>
            <a:avLst/>
            <a:gdLst/>
            <a:ahLst/>
            <a:cxnLst/>
            <a:rect l="l" t="t" r="r" b="b"/>
            <a:pathLst>
              <a:path w="38000" h="8000">
                <a:moveTo>
                  <a:pt x="0" y="8000"/>
                </a:moveTo>
                <a:lnTo>
                  <a:pt x="9000" y="0"/>
                </a:lnTo>
                <a:lnTo>
                  <a:pt x="38000" y="0"/>
                </a:lnTo>
                <a:lnTo>
                  <a:pt x="29000" y="8000"/>
                </a:lnTo>
                <a:close/>
              </a:path>
            </a:pathLst>
          </a:custGeom>
          <a:solidFill>
            <a:srgbClr val="F374D1"/>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7" name="scene1_side" descr="Editable shape; source id scene1_side"/>
          <p:cNvSpPr/>
          <p:nvPr/>
        </p:nvSpPr>
        <p:spPr>
          <a:xfrm>
            <a:off x="9491192" y="1987242"/>
            <a:ext cx="69055" cy="283892"/>
          </a:xfrm>
          <a:custGeom>
            <a:avLst/>
            <a:gdLst/>
            <a:ahLst/>
            <a:cxnLst/>
            <a:rect l="l" t="t" r="r" b="b"/>
            <a:pathLst>
              <a:path w="9000" h="37000">
                <a:moveTo>
                  <a:pt x="0" y="8000"/>
                </a:moveTo>
                <a:lnTo>
                  <a:pt x="9000" y="0"/>
                </a:lnTo>
                <a:lnTo>
                  <a:pt x="9000" y="29000"/>
                </a:lnTo>
                <a:lnTo>
                  <a:pt x="0" y="37000"/>
                </a:lnTo>
                <a:close/>
              </a:path>
            </a:pathLst>
          </a:custGeom>
          <a:solidFill>
            <a:srgbClr val="C73BA4"/>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8" name="scene2_front" descr="Editable shape; source id scene2_front"/>
          <p:cNvSpPr/>
          <p:nvPr/>
        </p:nvSpPr>
        <p:spPr>
          <a:xfrm>
            <a:off x="9276354" y="2493643"/>
            <a:ext cx="222509" cy="222509"/>
          </a:xfrm>
          <a:prstGeom prst="rect">
            <a:avLst/>
          </a:prstGeom>
          <a:solidFill>
            <a:srgbClr val="41B3A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scene2_top" descr="Editable shape; source id scene2_top"/>
          <p:cNvSpPr/>
          <p:nvPr/>
        </p:nvSpPr>
        <p:spPr>
          <a:xfrm>
            <a:off x="9276355" y="2432262"/>
            <a:ext cx="291564" cy="61382"/>
          </a:xfrm>
          <a:custGeom>
            <a:avLst/>
            <a:gdLst/>
            <a:ahLst/>
            <a:cxnLst/>
            <a:rect l="l" t="t" r="r" b="b"/>
            <a:pathLst>
              <a:path w="38000" h="8000">
                <a:moveTo>
                  <a:pt x="0" y="8000"/>
                </a:moveTo>
                <a:lnTo>
                  <a:pt x="9000" y="0"/>
                </a:lnTo>
                <a:lnTo>
                  <a:pt x="38000" y="0"/>
                </a:lnTo>
                <a:lnTo>
                  <a:pt x="29000" y="8000"/>
                </a:lnTo>
                <a:close/>
              </a:path>
            </a:pathLst>
          </a:custGeom>
          <a:solidFill>
            <a:srgbClr val="6BC4BC"/>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scene2_side" descr="Editable shape; source id scene2_side"/>
          <p:cNvSpPr/>
          <p:nvPr/>
        </p:nvSpPr>
        <p:spPr>
          <a:xfrm>
            <a:off x="9498864" y="2432262"/>
            <a:ext cx="69055" cy="283892"/>
          </a:xfrm>
          <a:custGeom>
            <a:avLst/>
            <a:gdLst/>
            <a:ahLst/>
            <a:cxnLst/>
            <a:rect l="l" t="t" r="r" b="b"/>
            <a:pathLst>
              <a:path w="9000" h="37000">
                <a:moveTo>
                  <a:pt x="0" y="8000"/>
                </a:moveTo>
                <a:lnTo>
                  <a:pt x="9000" y="0"/>
                </a:lnTo>
                <a:lnTo>
                  <a:pt x="9000" y="29000"/>
                </a:lnTo>
                <a:lnTo>
                  <a:pt x="0" y="37000"/>
                </a:lnTo>
                <a:close/>
              </a:path>
            </a:pathLst>
          </a:custGeom>
          <a:solidFill>
            <a:srgbClr val="349C96"/>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language0_front" descr="Editable shape; source id language0_front"/>
          <p:cNvSpPr/>
          <p:nvPr/>
        </p:nvSpPr>
        <p:spPr>
          <a:xfrm>
            <a:off x="9951556" y="2056296"/>
            <a:ext cx="222509" cy="222509"/>
          </a:xfrm>
          <a:prstGeom prst="rect">
            <a:avLst/>
          </a:prstGeom>
          <a:solidFill>
            <a:srgbClr val="A6CF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language0_top" descr="Editable shape; source id language0_top"/>
          <p:cNvSpPr/>
          <p:nvPr/>
        </p:nvSpPr>
        <p:spPr>
          <a:xfrm>
            <a:off x="9951557" y="1994915"/>
            <a:ext cx="291564" cy="61382"/>
          </a:xfrm>
          <a:custGeom>
            <a:avLst/>
            <a:gdLst/>
            <a:ahLst/>
            <a:cxnLst/>
            <a:rect l="l" t="t" r="r" b="b"/>
            <a:pathLst>
              <a:path w="38000" h="8000">
                <a:moveTo>
                  <a:pt x="0" y="8000"/>
                </a:moveTo>
                <a:lnTo>
                  <a:pt x="9000" y="0"/>
                </a:lnTo>
                <a:lnTo>
                  <a:pt x="38000" y="0"/>
                </a:lnTo>
                <a:lnTo>
                  <a:pt x="29000" y="8000"/>
                </a:lnTo>
                <a:close/>
              </a:path>
            </a:pathLst>
          </a:custGeom>
          <a:solidFill>
            <a:srgbClr val="B9D89E"/>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language0_side" descr="Editable shape; source id language0_side"/>
          <p:cNvSpPr/>
          <p:nvPr/>
        </p:nvSpPr>
        <p:spPr>
          <a:xfrm>
            <a:off x="10174066" y="1994915"/>
            <a:ext cx="69055" cy="283892"/>
          </a:xfrm>
          <a:custGeom>
            <a:avLst/>
            <a:gdLst/>
            <a:ahLst/>
            <a:cxnLst/>
            <a:rect l="l" t="t" r="r" b="b"/>
            <a:pathLst>
              <a:path w="9000" h="37000">
                <a:moveTo>
                  <a:pt x="0" y="8000"/>
                </a:moveTo>
                <a:lnTo>
                  <a:pt x="9000" y="0"/>
                </a:lnTo>
                <a:lnTo>
                  <a:pt x="9000" y="29000"/>
                </a:lnTo>
                <a:lnTo>
                  <a:pt x="0" y="37000"/>
                </a:lnTo>
                <a:close/>
              </a:path>
            </a:pathLst>
          </a:custGeom>
          <a:solidFill>
            <a:srgbClr val="8EBB71"/>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4" name="language1_front" descr="Editable shape; source id language1_front"/>
          <p:cNvSpPr/>
          <p:nvPr/>
        </p:nvSpPr>
        <p:spPr>
          <a:xfrm>
            <a:off x="10427267" y="2048624"/>
            <a:ext cx="222509" cy="222509"/>
          </a:xfrm>
          <a:prstGeom prst="rect">
            <a:avLst/>
          </a:prstGeom>
          <a:solidFill>
            <a:srgbClr val="A6CF8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language1_top" descr="Editable shape; source id language1_top"/>
          <p:cNvSpPr/>
          <p:nvPr/>
        </p:nvSpPr>
        <p:spPr>
          <a:xfrm>
            <a:off x="10427267" y="1987242"/>
            <a:ext cx="291564" cy="61382"/>
          </a:xfrm>
          <a:custGeom>
            <a:avLst/>
            <a:gdLst/>
            <a:ahLst/>
            <a:cxnLst/>
            <a:rect l="l" t="t" r="r" b="b"/>
            <a:pathLst>
              <a:path w="38000" h="8000">
                <a:moveTo>
                  <a:pt x="0" y="8000"/>
                </a:moveTo>
                <a:lnTo>
                  <a:pt x="9000" y="0"/>
                </a:lnTo>
                <a:lnTo>
                  <a:pt x="38000" y="0"/>
                </a:lnTo>
                <a:lnTo>
                  <a:pt x="29000" y="8000"/>
                </a:lnTo>
                <a:close/>
              </a:path>
            </a:pathLst>
          </a:custGeom>
          <a:solidFill>
            <a:srgbClr val="B9D89E"/>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language1_side" descr="Editable shape; source id language1_side"/>
          <p:cNvSpPr/>
          <p:nvPr/>
        </p:nvSpPr>
        <p:spPr>
          <a:xfrm>
            <a:off x="10649777" y="1987242"/>
            <a:ext cx="69055" cy="283892"/>
          </a:xfrm>
          <a:custGeom>
            <a:avLst/>
            <a:gdLst/>
            <a:ahLst/>
            <a:cxnLst/>
            <a:rect l="l" t="t" r="r" b="b"/>
            <a:pathLst>
              <a:path w="9000" h="37000">
                <a:moveTo>
                  <a:pt x="0" y="8000"/>
                </a:moveTo>
                <a:lnTo>
                  <a:pt x="9000" y="0"/>
                </a:lnTo>
                <a:lnTo>
                  <a:pt x="9000" y="29000"/>
                </a:lnTo>
                <a:lnTo>
                  <a:pt x="0" y="37000"/>
                </a:lnTo>
                <a:close/>
              </a:path>
            </a:pathLst>
          </a:custGeom>
          <a:solidFill>
            <a:srgbClr val="8EBB71"/>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proprio" descr="Editable text; source id proprio"/>
          <p:cNvSpPr txBox="1"/>
          <p:nvPr/>
        </p:nvSpPr>
        <p:spPr>
          <a:xfrm>
            <a:off x="8133114" y="61381"/>
            <a:ext cx="959093" cy="184145"/>
          </a:xfrm>
          <a:prstGeom prst="rect">
            <a:avLst/>
          </a:prstGeom>
          <a:noFill/>
          <a:effectLst/>
        </p:spPr>
        <p:txBody>
          <a:bodyPr wrap="none" anchor="t" tIns="0" rIns="0" bIns="0" lIns="0" anchorCtr="0" vertOverflow="overflow">
            <a:noAutofit/>
          </a:bodyPr>
          <a:lstStyle/>
          <a:p>
            <a:pPr algn="l" fontAlgn="base">
              <a:lnSpc>
                <a:spcPts val="1250"/>
              </a:lnSpc>
              <a:spcBef>
                <a:spcPts val="0"/>
              </a:spcBef>
              <a:spcAft>
                <a:spcPts val="0"/>
              </a:spcAft>
              <a:defRPr sz="1087" b="0" i="0" lang="zh-CN" dirty="0">
                <a:solidFill>
                  <a:srgbClr val="7836A8"/>
                </a:solidFill>
                <a:latin typeface="Arial"/>
                <a:ea typeface="Arial"/>
                <a:cs typeface="Arial"/>
              </a:defRPr>
            </a:pPr>
            <a:r>
              <a:rPr sz="1087" b="0" i="0" lang="zh-CN" dirty="0">
                <a:solidFill>
                  <a:srgbClr val="7836A8"/>
                </a:solidFill>
                <a:latin typeface="Arial"/>
                <a:ea typeface="Arial"/>
                <a:cs typeface="Arial"/>
              </a:rPr>
              <a:t>Proprioception</a:t>
            </a:r>
          </a:p>
        </p:txBody>
      </p:sp>
      <p:sp>
        <p:nvSpPr>
          <p:cNvPr id="138" name="prop_c" descr="Editable text; source id prop_c"/>
          <p:cNvSpPr txBox="1"/>
          <p:nvPr/>
        </p:nvSpPr>
        <p:spPr>
          <a:xfrm>
            <a:off x="8815989" y="191818"/>
            <a:ext cx="230182" cy="258571"/>
          </a:xfrm>
          <a:prstGeom prst="rect">
            <a:avLst/>
          </a:prstGeom>
          <a:noFill/>
          <a:effectLst/>
        </p:spPr>
        <p:txBody>
          <a:bodyPr wrap="none" anchor="t" tIns="0" rIns="0" bIns="0" lIns="0" anchorCtr="0" vertOverflow="overflow">
            <a:noAutofit/>
          </a:bodyPr>
          <a:lstStyle/>
          <a:p>
            <a:pPr algn="l" fontAlgn="base">
              <a:lnSpc>
                <a:spcPts val="1945"/>
              </a:lnSpc>
              <a:spcBef>
                <a:spcPts val="0"/>
              </a:spcBef>
              <a:spcAft>
                <a:spcPts val="0"/>
              </a:spcAft>
              <a:defRPr sz="1691" b="1" i="1" lang="zh-CN" dirty="0">
                <a:solidFill>
                  <a:srgbClr val="7836A8"/>
                </a:solidFill>
                <a:latin typeface="Times New Roman"/>
                <a:ea typeface="Times New Roman"/>
                <a:cs typeface="Times New Roman"/>
              </a:defRPr>
            </a:pPr>
            <a:r>
              <a:rPr sz="1691" b="1" i="1" lang="zh-CN" dirty="0">
                <a:solidFill>
                  <a:srgbClr val="7836A8"/>
                </a:solidFill>
                <a:latin typeface="Times New Roman"/>
                <a:ea typeface="Times New Roman"/>
                <a:cs typeface="Times New Roman"/>
              </a:rPr>
              <a:t>c</a:t>
            </a:r>
          </a:p>
        </p:txBody>
      </p:sp>
      <p:sp>
        <p:nvSpPr>
          <p:cNvPr id="139" name="noised" descr="Editable text; source id noised"/>
          <p:cNvSpPr txBox="1"/>
          <p:nvPr/>
        </p:nvSpPr>
        <p:spPr>
          <a:xfrm>
            <a:off x="8002678" y="759602"/>
            <a:ext cx="1120221" cy="368291"/>
          </a:xfrm>
          <a:prstGeom prst="rect">
            <a:avLst/>
          </a:prstGeom>
          <a:noFill/>
          <a:effectLst/>
        </p:spPr>
        <p:txBody>
          <a:bodyPr wrap="none" anchor="t" tIns="0" rIns="0" bIns="0" lIns="0" anchorCtr="0" vertOverflow="overflow">
            <a:noAutofit/>
          </a:bodyPr>
          <a:lstStyle/>
          <a:p>
            <a:pPr algn="ctr" fontAlgn="base">
              <a:lnSpc>
                <a:spcPts val="1250"/>
              </a:lnSpc>
              <a:spcBef>
                <a:spcPts val="0"/>
              </a:spcBef>
              <a:spcAft>
                <a:spcPts val="0"/>
              </a:spcAft>
              <a:defRPr sz="1087" b="0" i="0" lang="zh-CN" dirty="0">
                <a:solidFill>
                  <a:srgbClr val="5B9CDD"/>
                </a:solidFill>
                <a:latin typeface="Arial"/>
                <a:ea typeface="Arial"/>
                <a:cs typeface="Arial"/>
              </a:defRPr>
            </a:pPr>
            <a:r>
              <a:rPr sz="1087" b="0" i="0" lang="zh-CN" dirty="0">
                <a:solidFill>
                  <a:srgbClr val="5B9CDD"/>
                </a:solidFill>
                <a:latin typeface="Arial"/>
                <a:ea typeface="Arial"/>
                <a:cs typeface="Arial"/>
              </a:rPr>
              <a:t>Noised trajectory</a:t>
            </a:r>
          </a:p>
          <a:p>
            <a:pPr algn="ctr" fontAlgn="base">
              <a:lnSpc>
                <a:spcPts val="1250"/>
              </a:lnSpc>
              <a:spcBef>
                <a:spcPts val="0"/>
              </a:spcBef>
              <a:spcAft>
                <a:spcPts val="0"/>
              </a:spcAft>
              <a:defRPr sz="1087" b="0" i="0" lang="zh-CN" dirty="0">
                <a:solidFill>
                  <a:srgbClr val="5B9CDD"/>
                </a:solidFill>
                <a:latin typeface="Arial"/>
                <a:ea typeface="Arial"/>
                <a:cs typeface="Arial"/>
              </a:defRPr>
            </a:pPr>
            <a:r>
              <a:rPr sz="1087" b="0" i="0" lang="zh-CN" dirty="0">
                <a:solidFill>
                  <a:srgbClr val="5B9CDD"/>
                </a:solidFill>
                <a:latin typeface="Arial"/>
                <a:ea typeface="Arial"/>
                <a:cs typeface="Arial"/>
              </a:rPr>
              <a:t>tokens</a:t>
            </a:r>
          </a:p>
        </p:txBody>
      </p:sp>
      <p:sp>
        <p:nvSpPr>
          <p:cNvPr id="140" name="noise_tau" descr="Editable text; source id noise_tau"/>
          <p:cNvSpPr txBox="1"/>
          <p:nvPr/>
        </p:nvSpPr>
        <p:spPr>
          <a:xfrm>
            <a:off x="8516752" y="1112548"/>
            <a:ext cx="230182" cy="285042"/>
          </a:xfrm>
          <a:prstGeom prst="rect">
            <a:avLst/>
          </a:prstGeom>
          <a:noFill/>
          <a:effectLst/>
        </p:spPr>
        <p:txBody>
          <a:bodyPr wrap="none" anchor="t" tIns="0" rIns="0" bIns="0" lIns="0" anchorCtr="0" vertOverflow="overflow">
            <a:noAutofit/>
          </a:bodyPr>
          <a:lstStyle/>
          <a:p>
            <a:pPr algn="l" fontAlgn="base">
              <a:lnSpc>
                <a:spcPts val="2153"/>
              </a:lnSpc>
              <a:spcBef>
                <a:spcPts val="0"/>
              </a:spcBef>
              <a:spcAft>
                <a:spcPts val="0"/>
              </a:spcAft>
              <a:defRPr sz="1872" b="1" i="1" lang="zh-CN" dirty="0">
                <a:solidFill>
                  <a:srgbClr val="5B9CDD"/>
                </a:solidFill>
                <a:latin typeface="Times New Roman"/>
                <a:ea typeface="Times New Roman"/>
                <a:cs typeface="Times New Roman"/>
              </a:defRPr>
            </a:pPr>
            <a:r>
              <a:rPr sz="1872" b="1" i="1" lang="zh-CN" dirty="0">
                <a:solidFill>
                  <a:srgbClr val="5B9CDD"/>
                </a:solidFill>
                <a:latin typeface="Times New Roman"/>
                <a:ea typeface="Times New Roman"/>
                <a:cs typeface="Times New Roman"/>
              </a:rPr>
              <a:t>τ</a:t>
            </a:r>
          </a:p>
        </p:txBody>
      </p:sp>
      <p:sp>
        <p:nvSpPr>
          <p:cNvPr id="141" name="noise_i" descr="Editable text; source id noise_i"/>
          <p:cNvSpPr txBox="1"/>
          <p:nvPr/>
        </p:nvSpPr>
        <p:spPr>
          <a:xfrm>
            <a:off x="8662534" y="1074184"/>
            <a:ext cx="92072" cy="168800"/>
          </a:xfrm>
          <a:prstGeom prst="rect">
            <a:avLst/>
          </a:prstGeom>
          <a:noFill/>
          <a:effectLst/>
        </p:spPr>
        <p:txBody>
          <a:bodyPr wrap="none" anchor="t" tIns="0" rIns="0" bIns="0" lIns="0" anchorCtr="0" vertOverflow="overflow">
            <a:noAutofit/>
          </a:bodyPr>
          <a:lstStyle/>
          <a:p>
            <a:pPr algn="l" fontAlgn="base">
              <a:lnSpc>
                <a:spcPts val="1250"/>
              </a:lnSpc>
              <a:spcBef>
                <a:spcPts val="0"/>
              </a:spcBef>
              <a:spcAft>
                <a:spcPts val="0"/>
              </a:spcAft>
              <a:defRPr sz="1087" b="0" i="1" lang="zh-CN" dirty="0">
                <a:solidFill>
                  <a:srgbClr val="5B9CDD"/>
                </a:solidFill>
                <a:latin typeface="Times New Roman"/>
                <a:ea typeface="Times New Roman"/>
                <a:cs typeface="Times New Roman"/>
              </a:defRPr>
            </a:pPr>
            <a:r>
              <a:rPr sz="1087" b="0" i="1" lang="zh-CN" dirty="0">
                <a:solidFill>
                  <a:srgbClr val="5B9CDD"/>
                </a:solidFill>
                <a:latin typeface="Times New Roman"/>
                <a:ea typeface="Times New Roman"/>
                <a:cs typeface="Times New Roman"/>
              </a:rPr>
              <a:t>i</a:t>
            </a:r>
          </a:p>
        </p:txBody>
      </p:sp>
      <p:sp>
        <p:nvSpPr>
          <p:cNvPr id="142" name="scene_3d" descr="Editable text; source id scene_3d"/>
          <p:cNvSpPr txBox="1"/>
          <p:nvPr/>
        </p:nvSpPr>
        <p:spPr>
          <a:xfrm>
            <a:off x="8071732" y="2025605"/>
            <a:ext cx="199491" cy="207164"/>
          </a:xfrm>
          <a:prstGeom prst="rect">
            <a:avLst/>
          </a:prstGeom>
          <a:noFill/>
          <a:effectLst/>
        </p:spPr>
        <p:txBody>
          <a:bodyPr wrap="none" anchor="t" tIns="0" rIns="0" bIns="0" lIns="0" anchorCtr="0" vertOverflow="overflow">
            <a:noAutofit/>
          </a:bodyPr>
          <a:lstStyle/>
          <a:p>
            <a:pPr algn="l" fontAlgn="base">
              <a:lnSpc>
                <a:spcPts val="1250"/>
              </a:lnSpc>
              <a:spcBef>
                <a:spcPts val="0"/>
              </a:spcBef>
              <a:spcAft>
                <a:spcPts val="0"/>
              </a:spcAft>
              <a:defRPr sz="1087" b="0" i="0" lang="zh-CN" dirty="0">
                <a:solidFill>
                  <a:srgbClr val="F1B72E"/>
                </a:solidFill>
                <a:latin typeface="Arial"/>
                <a:ea typeface="Arial"/>
                <a:cs typeface="Arial"/>
              </a:defRPr>
            </a:pPr>
            <a:r>
              <a:rPr sz="1087" b="0" i="0" lang="zh-CN" dirty="0">
                <a:solidFill>
                  <a:srgbClr val="F1B72E"/>
                </a:solidFill>
                <a:latin typeface="Arial"/>
                <a:ea typeface="Arial"/>
                <a:cs typeface="Arial"/>
              </a:rPr>
              <a:t>3D</a:t>
            </a:r>
          </a:p>
        </p:txBody>
      </p:sp>
      <p:sp>
        <p:nvSpPr>
          <p:cNvPr id="143" name="scene_word" descr="Editable text; source id scene_word"/>
          <p:cNvSpPr txBox="1"/>
          <p:nvPr/>
        </p:nvSpPr>
        <p:spPr>
          <a:xfrm>
            <a:off x="8286569" y="2025605"/>
            <a:ext cx="379801" cy="207164"/>
          </a:xfrm>
          <a:prstGeom prst="rect">
            <a:avLst/>
          </a:prstGeom>
          <a:noFill/>
          <a:effectLst/>
        </p:spPr>
        <p:txBody>
          <a:bodyPr wrap="none" anchor="t" tIns="0" rIns="0" bIns="0" lIns="0" anchorCtr="0" vertOverflow="overflow">
            <a:noAutofit/>
          </a:bodyPr>
          <a:lstStyle/>
          <a:p>
            <a:pPr algn="l" fontAlgn="base">
              <a:lnSpc>
                <a:spcPts val="1250"/>
              </a:lnSpc>
              <a:spcBef>
                <a:spcPts val="0"/>
              </a:spcBef>
              <a:spcAft>
                <a:spcPts val="0"/>
              </a:spcAft>
              <a:defRPr sz="1087" b="0" i="0" lang="zh-CN" dirty="0">
                <a:solidFill>
                  <a:srgbClr val="F73CCA"/>
                </a:solidFill>
                <a:latin typeface="Arial"/>
                <a:ea typeface="Arial"/>
                <a:cs typeface="Arial"/>
              </a:defRPr>
            </a:pPr>
            <a:r>
              <a:rPr sz="1087" b="0" i="0" lang="zh-CN" dirty="0">
                <a:solidFill>
                  <a:srgbClr val="F73CCA"/>
                </a:solidFill>
                <a:latin typeface="Arial"/>
                <a:ea typeface="Arial"/>
                <a:cs typeface="Arial"/>
              </a:rPr>
              <a:t>scene</a:t>
            </a:r>
          </a:p>
        </p:txBody>
      </p:sp>
      <p:sp>
        <p:nvSpPr>
          <p:cNvPr id="144" name="token_word" descr="Editable text; source id token_word"/>
          <p:cNvSpPr txBox="1"/>
          <p:nvPr/>
        </p:nvSpPr>
        <p:spPr>
          <a:xfrm>
            <a:off x="8677880" y="2025605"/>
            <a:ext cx="429673" cy="207164"/>
          </a:xfrm>
          <a:prstGeom prst="rect">
            <a:avLst/>
          </a:prstGeom>
          <a:noFill/>
          <a:effectLst/>
        </p:spPr>
        <p:txBody>
          <a:bodyPr wrap="none" anchor="t" tIns="0" rIns="0" bIns="0" lIns="0" anchorCtr="0" vertOverflow="overflow">
            <a:noAutofit/>
          </a:bodyPr>
          <a:lstStyle/>
          <a:p>
            <a:pPr algn="l" fontAlgn="base">
              <a:lnSpc>
                <a:spcPts val="1250"/>
              </a:lnSpc>
              <a:spcBef>
                <a:spcPts val="0"/>
              </a:spcBef>
              <a:spcAft>
                <a:spcPts val="0"/>
              </a:spcAft>
              <a:defRPr sz="1087" b="0" i="0" lang="zh-CN" dirty="0">
                <a:solidFill>
                  <a:srgbClr val="44B5AD"/>
                </a:solidFill>
                <a:latin typeface="Arial"/>
                <a:ea typeface="Arial"/>
                <a:cs typeface="Arial"/>
              </a:defRPr>
            </a:pPr>
            <a:r>
              <a:rPr sz="1087" b="0" i="0" lang="zh-CN" dirty="0">
                <a:solidFill>
                  <a:srgbClr val="44B5AD"/>
                </a:solidFill>
                <a:latin typeface="Arial"/>
                <a:ea typeface="Arial"/>
                <a:cs typeface="Arial"/>
              </a:rPr>
              <a:t>tokens</a:t>
            </a:r>
          </a:p>
        </p:txBody>
      </p:sp>
      <p:sp>
        <p:nvSpPr>
          <p:cNvPr id="145" name="scene_o" descr="Editable text; source id scene_o"/>
          <p:cNvSpPr txBox="1"/>
          <p:nvPr/>
        </p:nvSpPr>
        <p:spPr>
          <a:xfrm>
            <a:off x="8539770" y="2232770"/>
            <a:ext cx="237855" cy="285042"/>
          </a:xfrm>
          <a:prstGeom prst="rect">
            <a:avLst/>
          </a:prstGeom>
          <a:noFill/>
          <a:effectLst/>
        </p:spPr>
        <p:txBody>
          <a:bodyPr wrap="none" anchor="t" tIns="0" rIns="0" bIns="0" lIns="0" anchorCtr="0" vertOverflow="overflow">
            <a:noAutofit/>
          </a:bodyPr>
          <a:lstStyle/>
          <a:p>
            <a:pPr algn="l" fontAlgn="base">
              <a:lnSpc>
                <a:spcPts val="2153"/>
              </a:lnSpc>
              <a:spcBef>
                <a:spcPts val="0"/>
              </a:spcBef>
              <a:spcAft>
                <a:spcPts val="0"/>
              </a:spcAft>
              <a:defRPr sz="1872" b="1" i="1" lang="zh-CN" dirty="0">
                <a:solidFill>
                  <a:srgbClr val="000000"/>
                </a:solidFill>
                <a:latin typeface="Times New Roman"/>
                <a:ea typeface="Times New Roman"/>
                <a:cs typeface="Times New Roman"/>
              </a:defRPr>
            </a:pPr>
            <a:r>
              <a:rPr sz="1872" b="1" i="1" lang="zh-CN" dirty="0">
                <a:solidFill>
                  <a:srgbClr val="000000"/>
                </a:solidFill>
                <a:latin typeface="Times New Roman"/>
                <a:ea typeface="Times New Roman"/>
                <a:cs typeface="Times New Roman"/>
              </a:rPr>
              <a:t>o</a:t>
            </a:r>
          </a:p>
        </p:txBody>
      </p:sp>
      <p:sp>
        <p:nvSpPr>
          <p:cNvPr id="146" name="language_tokens" descr="Editable text; source id language_tokens"/>
          <p:cNvSpPr txBox="1"/>
          <p:nvPr/>
        </p:nvSpPr>
        <p:spPr>
          <a:xfrm>
            <a:off x="10910650" y="2017933"/>
            <a:ext cx="1212294" cy="222509"/>
          </a:xfrm>
          <a:prstGeom prst="rect">
            <a:avLst/>
          </a:prstGeom>
          <a:noFill/>
          <a:effectLst/>
        </p:spPr>
        <p:txBody>
          <a:bodyPr wrap="none" anchor="t" tIns="0" rIns="0" bIns="0" lIns="0" anchorCtr="0" vertOverflow="overflow">
            <a:noAutofit/>
          </a:bodyPr>
          <a:lstStyle/>
          <a:p>
            <a:pPr algn="l" fontAlgn="base">
              <a:lnSpc>
                <a:spcPts val="1250"/>
              </a:lnSpc>
              <a:spcBef>
                <a:spcPts val="0"/>
              </a:spcBef>
              <a:spcAft>
                <a:spcPts val="0"/>
              </a:spcAft>
              <a:defRPr sz="1087" b="0" i="0" lang="zh-CN" dirty="0">
                <a:solidFill>
                  <a:srgbClr val="76AA4E"/>
                </a:solidFill>
                <a:latin typeface="Arial"/>
                <a:ea typeface="Arial"/>
                <a:cs typeface="Arial"/>
              </a:defRPr>
            </a:pPr>
            <a:r>
              <a:rPr sz="1087" b="0" i="0" lang="zh-CN" dirty="0">
                <a:solidFill>
                  <a:srgbClr val="76AA4E"/>
                </a:solidFill>
                <a:latin typeface="Arial"/>
                <a:ea typeface="Arial"/>
                <a:cs typeface="Arial"/>
              </a:rPr>
              <a:t>Language tokens</a:t>
            </a:r>
          </a:p>
        </p:txBody>
      </p:sp>
      <p:sp>
        <p:nvSpPr>
          <p:cNvPr id="147" name="lang_l" descr="Editable text; source id lang_l"/>
          <p:cNvSpPr txBox="1"/>
          <p:nvPr/>
        </p:nvSpPr>
        <p:spPr>
          <a:xfrm>
            <a:off x="11417051" y="2248115"/>
            <a:ext cx="191818" cy="268546"/>
          </a:xfrm>
          <a:prstGeom prst="rect">
            <a:avLst/>
          </a:prstGeom>
          <a:noFill/>
          <a:effectLst/>
        </p:spPr>
        <p:txBody>
          <a:bodyPr wrap="none" anchor="t" tIns="0" rIns="0" bIns="0" lIns="0" anchorCtr="0" vertOverflow="overflow">
            <a:noAutofit/>
          </a:bodyPr>
          <a:lstStyle/>
          <a:p>
            <a:pPr algn="l" fontAlgn="base">
              <a:lnSpc>
                <a:spcPts val="2014"/>
              </a:lnSpc>
              <a:spcBef>
                <a:spcPts val="0"/>
              </a:spcBef>
              <a:spcAft>
                <a:spcPts val="0"/>
              </a:spcAft>
              <a:defRPr sz="1752" b="0" i="1" lang="zh-CN" dirty="0">
                <a:solidFill>
                  <a:srgbClr val="76AA4E"/>
                </a:solidFill>
                <a:latin typeface="Times New Roman"/>
                <a:ea typeface="Times New Roman"/>
                <a:cs typeface="Times New Roman"/>
              </a:defRPr>
            </a:pPr>
            <a:r>
              <a:rPr sz="1752" b="0" i="1" lang="zh-CN" dirty="0">
                <a:solidFill>
                  <a:srgbClr val="76AA4E"/>
                </a:solidFill>
                <a:latin typeface="Times New Roman"/>
                <a:ea typeface="Times New Roman"/>
                <a:cs typeface="Times New Roman"/>
              </a:rPr>
              <a:t>l</a:t>
            </a:r>
          </a:p>
        </p:txBody>
      </p:sp>
      <p:sp>
        <p:nvSpPr>
          <p:cNvPr id="148" name="lang_dots" descr="Editable text; source id lang_dots"/>
          <p:cNvSpPr txBox="1"/>
          <p:nvPr/>
        </p:nvSpPr>
        <p:spPr>
          <a:xfrm>
            <a:off x="10243121" y="2025605"/>
            <a:ext cx="191818" cy="199491"/>
          </a:xfrm>
          <a:prstGeom prst="rect">
            <a:avLst/>
          </a:prstGeom>
          <a:noFill/>
          <a:effectLst/>
        </p:spPr>
        <p:txBody>
          <a:bodyPr wrap="none" anchor="t" tIns="0" rIns="0" bIns="0" lIns="0" anchorCtr="0" vertOverflow="overflow">
            <a:noAutofit/>
          </a:bodyPr>
          <a:lstStyle/>
          <a:p>
            <a:pPr algn="l" fontAlgn="base">
              <a:lnSpc>
                <a:spcPts val="1389"/>
              </a:lnSpc>
              <a:spcBef>
                <a:spcPts val="0"/>
              </a:spcBef>
              <a:spcAft>
                <a:spcPts val="0"/>
              </a:spcAft>
              <a:defRPr sz="1208" b="0" i="0" lang="zh-CN" dirty="0">
                <a:solidFill>
                  <a:srgbClr val="000000"/>
                </a:solidFill>
                <a:latin typeface="Arial"/>
                <a:ea typeface="Arial"/>
                <a:cs typeface="Arial"/>
              </a:defRPr>
            </a:pPr>
            <a:r>
              <a:rPr sz="1208" b="0" i="0" lang="zh-CN" dirty="0">
                <a:solidFill>
                  <a:srgbClr val="000000"/>
                </a:solidFill>
                <a:latin typeface="Arial"/>
                <a:ea typeface="Arial"/>
                <a:cs typeface="Arial"/>
              </a:rPr>
              <a:t>...</a:t>
            </a:r>
          </a:p>
        </p:txBody>
      </p:sp>
      <p:sp>
        <p:nvSpPr>
          <p:cNvPr id="149" name="transformer" descr="Editable shape; source id transformer"/>
          <p:cNvSpPr/>
          <p:nvPr/>
        </p:nvSpPr>
        <p:spPr>
          <a:xfrm>
            <a:off x="9821120" y="537092"/>
            <a:ext cx="966766" cy="1020476"/>
          </a:xfrm>
          <a:custGeom>
            <a:avLst/>
            <a:gdLst/>
            <a:ahLst/>
            <a:cxnLst/>
            <a:rect l="l" t="t" r="r" b="b"/>
            <a:pathLst>
              <a:path w="126000" h="133000">
                <a:moveTo>
                  <a:pt x="0" y="0"/>
                </a:moveTo>
                <a:lnTo>
                  <a:pt x="126000" y="31000"/>
                </a:lnTo>
                <a:lnTo>
                  <a:pt x="126000" y="103000"/>
                </a:lnTo>
                <a:lnTo>
                  <a:pt x="0" y="133000"/>
                </a:lnTo>
                <a:close/>
              </a:path>
            </a:pathLst>
          </a:custGeom>
          <a:solidFill>
            <a:srgbClr val="EDEDED"/>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0" name="transformer_label" descr="Editable text; source id transformer_label"/>
          <p:cNvSpPr txBox="1"/>
          <p:nvPr/>
        </p:nvSpPr>
        <p:spPr>
          <a:xfrm>
            <a:off x="9867156" y="859347"/>
            <a:ext cx="890038" cy="398982"/>
          </a:xfrm>
          <a:prstGeom prst="rect">
            <a:avLst/>
          </a:prstGeom>
          <a:noFill/>
          <a:effectLst/>
        </p:spPr>
        <p:txBody>
          <a:bodyPr wrap="none" anchor="t" tIns="0" rIns="0" bIns="0" lIns="0" anchorCtr="0" vertOverflow="overflow">
            <a:noAutofit/>
          </a:bodyPr>
          <a:lstStyle/>
          <a:p>
            <a:pPr algn="ctr" fontAlgn="base">
              <a:lnSpc>
                <a:spcPts val="1389"/>
              </a:lnSpc>
              <a:spcBef>
                <a:spcPts val="0"/>
              </a:spcBef>
              <a:spcAft>
                <a:spcPts val="0"/>
              </a:spcAft>
              <a:defRPr sz="1208" b="0" i="0" lang="zh-CN" dirty="0">
                <a:solidFill>
                  <a:srgbClr val="000000"/>
                </a:solidFill>
                <a:latin typeface="Arial"/>
                <a:ea typeface="Arial"/>
                <a:cs typeface="Arial"/>
              </a:defRPr>
            </a:pPr>
            <a:r>
              <a:rPr sz="1208" b="0" i="0" lang="zh-CN" dirty="0">
                <a:solidFill>
                  <a:srgbClr val="000000"/>
                </a:solidFill>
                <a:latin typeface="Arial"/>
                <a:ea typeface="Arial"/>
                <a:cs typeface="Arial"/>
              </a:rPr>
              <a:t>Denoising</a:t>
            </a:r>
          </a:p>
          <a:p>
            <a:pPr algn="ctr" fontAlgn="base">
              <a:lnSpc>
                <a:spcPts val="1389"/>
              </a:lnSpc>
              <a:spcBef>
                <a:spcPts val="0"/>
              </a:spcBef>
              <a:spcAft>
                <a:spcPts val="0"/>
              </a:spcAft>
              <a:defRPr sz="1208" b="0" i="0" lang="zh-CN" dirty="0">
                <a:solidFill>
                  <a:srgbClr val="000000"/>
                </a:solidFill>
                <a:latin typeface="Arial"/>
                <a:ea typeface="Arial"/>
                <a:cs typeface="Arial"/>
              </a:defRPr>
            </a:pPr>
            <a:r>
              <a:rPr sz="1208" b="0" i="0" lang="zh-CN" dirty="0">
                <a:solidFill>
                  <a:srgbClr val="000000"/>
                </a:solidFill>
                <a:latin typeface="Arial"/>
                <a:ea typeface="Arial"/>
                <a:cs typeface="Arial"/>
              </a:rPr>
              <a:t>Transformer</a:t>
            </a:r>
          </a:p>
        </p:txBody>
      </p:sp>
      <p:sp>
        <p:nvSpPr>
          <p:cNvPr id="151" name="language_encoder" descr="Editable shape; source id language_encoder"/>
          <p:cNvSpPr/>
          <p:nvPr/>
        </p:nvSpPr>
        <p:spPr>
          <a:xfrm>
            <a:off x="9790429" y="2424589"/>
            <a:ext cx="1135567" cy="383637"/>
          </a:xfrm>
          <a:custGeom>
            <a:avLst/>
            <a:gdLst/>
            <a:ahLst/>
            <a:cxnLst/>
            <a:rect l="l" t="t" r="r" b="b"/>
            <a:pathLst>
              <a:path w="148000" h="50000">
                <a:moveTo>
                  <a:pt x="12000" y="0"/>
                </a:moveTo>
                <a:lnTo>
                  <a:pt x="136000" y="0"/>
                </a:lnTo>
                <a:lnTo>
                  <a:pt x="148000" y="50000"/>
                </a:lnTo>
                <a:lnTo>
                  <a:pt x="0" y="50000"/>
                </a:lnTo>
                <a:close/>
              </a:path>
            </a:pathLst>
          </a:custGeom>
          <a:solidFill>
            <a:srgbClr val="C6E0B1"/>
          </a:solidFill>
          <a:ln>
            <a:no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2" name="language_encoder_label" descr="Editable text; source id language_encoder_label"/>
          <p:cNvSpPr txBox="1"/>
          <p:nvPr/>
        </p:nvSpPr>
        <p:spPr>
          <a:xfrm>
            <a:off x="10051302" y="2439934"/>
            <a:ext cx="790293" cy="375964"/>
          </a:xfrm>
          <a:prstGeom prst="rect">
            <a:avLst/>
          </a:prstGeom>
          <a:noFill/>
          <a:effectLst/>
        </p:spPr>
        <p:txBody>
          <a:bodyPr wrap="none" anchor="t" tIns="0" rIns="0" bIns="0" lIns="0" anchorCtr="0" vertOverflow="overflow">
            <a:noAutofit/>
          </a:bodyPr>
          <a:lstStyle/>
          <a:p>
            <a:pPr algn="ctr" fontAlgn="base">
              <a:lnSpc>
                <a:spcPts val="1250"/>
              </a:lnSpc>
              <a:spcBef>
                <a:spcPts val="0"/>
              </a:spcBef>
              <a:spcAft>
                <a:spcPts val="0"/>
              </a:spcAft>
              <a:defRPr sz="1087" b="0" i="0" lang="zh-CN" dirty="0">
                <a:solidFill>
                  <a:srgbClr val="000000"/>
                </a:solidFill>
                <a:latin typeface="Arial"/>
                <a:ea typeface="Arial"/>
                <a:cs typeface="Arial"/>
              </a:defRPr>
            </a:pPr>
            <a:r>
              <a:rPr sz="1087" b="0" i="0" lang="zh-CN" dirty="0">
                <a:solidFill>
                  <a:srgbClr val="000000"/>
                </a:solidFill>
                <a:latin typeface="Arial"/>
                <a:ea typeface="Arial"/>
                <a:cs typeface="Arial"/>
              </a:rPr>
              <a:t>Language</a:t>
            </a:r>
          </a:p>
          <a:p>
            <a:pPr algn="ctr" fontAlgn="base">
              <a:lnSpc>
                <a:spcPts val="1250"/>
              </a:lnSpc>
              <a:spcBef>
                <a:spcPts val="0"/>
              </a:spcBef>
              <a:spcAft>
                <a:spcPts val="0"/>
              </a:spcAft>
              <a:defRPr sz="1087" b="0" i="0" lang="zh-CN" dirty="0">
                <a:solidFill>
                  <a:srgbClr val="000000"/>
                </a:solidFill>
                <a:latin typeface="Arial"/>
                <a:ea typeface="Arial"/>
                <a:cs typeface="Arial"/>
              </a:defRPr>
            </a:pPr>
            <a:r>
              <a:rPr sz="1087" b="0" i="0" lang="zh-CN" dirty="0">
                <a:solidFill>
                  <a:srgbClr val="000000"/>
                </a:solidFill>
                <a:latin typeface="Arial"/>
                <a:ea typeface="Arial"/>
                <a:cs typeface="Arial"/>
              </a:rPr>
              <a:t>Encoder</a:t>
            </a:r>
          </a:p>
        </p:txBody>
      </p:sp>
      <p:sp>
        <p:nvSpPr>
          <p:cNvPr id="153" name="denoise_step_arrow" descr="Editable line; source id denoise_step_arrow"/>
          <p:cNvSpPr/>
          <p:nvPr/>
        </p:nvSpPr>
        <p:spPr>
          <a:xfrm>
            <a:off x="10269976" y="460365"/>
            <a:ext cx="69055" cy="207164"/>
          </a:xfrm>
          <a:custGeom>
            <a:avLst/>
            <a:gdLst/>
            <a:ahLst/>
            <a:cxnLst/>
            <a:rect l="l" t="t" r="r" b="b"/>
            <a:pathLst>
              <a:path w="9000" h="27000">
                <a:moveTo>
                  <a:pt x="5500" y="0"/>
                </a:moveTo>
                <a:lnTo>
                  <a:pt x="5500" y="17000"/>
                </a:lnTo>
                <a:lnTo>
                  <a:pt x="9000" y="17000"/>
                </a:lnTo>
                <a:lnTo>
                  <a:pt x="4500" y="27000"/>
                </a:lnTo>
                <a:lnTo>
                  <a:pt x="0" y="17000"/>
                </a:lnTo>
                <a:lnTo>
                  <a:pt x="3500" y="17000"/>
                </a:lnTo>
                <a:lnTo>
                  <a:pt x="3500" y="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4" name="noise_transformer" descr="Editable line; source id noise_transformer"/>
          <p:cNvSpPr/>
          <p:nvPr/>
        </p:nvSpPr>
        <p:spPr>
          <a:xfrm>
            <a:off x="9598610" y="1047330"/>
            <a:ext cx="214837" cy="69055"/>
          </a:xfrm>
          <a:custGeom>
            <a:avLst/>
            <a:gdLst/>
            <a:ahLst/>
            <a:cxnLst/>
            <a:rect l="l" t="t" r="r" b="b"/>
            <a:pathLst>
              <a:path w="28000" h="9000">
                <a:moveTo>
                  <a:pt x="0" y="3500"/>
                </a:moveTo>
                <a:lnTo>
                  <a:pt x="18000" y="3500"/>
                </a:lnTo>
                <a:lnTo>
                  <a:pt x="18000" y="0"/>
                </a:lnTo>
                <a:lnTo>
                  <a:pt x="28000" y="4500"/>
                </a:lnTo>
                <a:lnTo>
                  <a:pt x="18000" y="9000"/>
                </a:lnTo>
                <a:lnTo>
                  <a:pt x="18000" y="5500"/>
                </a:lnTo>
                <a:lnTo>
                  <a:pt x="0" y="55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5" name="language_transformer" descr="Editable line; source id language_transformer"/>
          <p:cNvSpPr/>
          <p:nvPr/>
        </p:nvSpPr>
        <p:spPr>
          <a:xfrm>
            <a:off x="10277649" y="1488513"/>
            <a:ext cx="69055" cy="498729"/>
          </a:xfrm>
          <a:custGeom>
            <a:avLst/>
            <a:gdLst/>
            <a:ahLst/>
            <a:cxnLst/>
            <a:rect l="l" t="t" r="r" b="b"/>
            <a:pathLst>
              <a:path w="9000" h="65000">
                <a:moveTo>
                  <a:pt x="3500" y="65000"/>
                </a:moveTo>
                <a:lnTo>
                  <a:pt x="3500" y="10000"/>
                </a:lnTo>
                <a:lnTo>
                  <a:pt x="0" y="10000"/>
                </a:lnTo>
                <a:lnTo>
                  <a:pt x="4500" y="0"/>
                </a:lnTo>
                <a:lnTo>
                  <a:pt x="9000" y="10000"/>
                </a:lnTo>
                <a:lnTo>
                  <a:pt x="5500" y="10000"/>
                </a:lnTo>
                <a:lnTo>
                  <a:pt x="5500" y="650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6" name="transformer_output" descr="Editable line; source id transformer_output"/>
          <p:cNvSpPr/>
          <p:nvPr/>
        </p:nvSpPr>
        <p:spPr>
          <a:xfrm>
            <a:off x="10803232" y="1047330"/>
            <a:ext cx="214837" cy="69055"/>
          </a:xfrm>
          <a:custGeom>
            <a:avLst/>
            <a:gdLst/>
            <a:ahLst/>
            <a:cxnLst/>
            <a:rect l="l" t="t" r="r" b="b"/>
            <a:pathLst>
              <a:path w="28000" h="9000">
                <a:moveTo>
                  <a:pt x="0" y="3500"/>
                </a:moveTo>
                <a:lnTo>
                  <a:pt x="18000" y="3500"/>
                </a:lnTo>
                <a:lnTo>
                  <a:pt x="18000" y="0"/>
                </a:lnTo>
                <a:lnTo>
                  <a:pt x="28000" y="4500"/>
                </a:lnTo>
                <a:lnTo>
                  <a:pt x="18000" y="9000"/>
                </a:lnTo>
                <a:lnTo>
                  <a:pt x="18000" y="5500"/>
                </a:lnTo>
                <a:lnTo>
                  <a:pt x="0" y="5500"/>
                </a:lnTo>
                <a:close/>
              </a:path>
            </a:pathLst>
          </a:cu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7" name="denoising_step" descr="Editable text; source id denoising_step"/>
          <p:cNvSpPr txBox="1"/>
          <p:nvPr/>
        </p:nvSpPr>
        <p:spPr>
          <a:xfrm>
            <a:off x="9844138" y="245527"/>
            <a:ext cx="936075" cy="207164"/>
          </a:xfrm>
          <a:prstGeom prst="rect">
            <a:avLst/>
          </a:prstGeom>
          <a:noFill/>
          <a:effectLst/>
        </p:spPr>
        <p:txBody>
          <a:bodyPr wrap="none" anchor="t" tIns="0" rIns="0" bIns="0" lIns="0" anchorCtr="0" vertOverflow="overflow">
            <a:noAutofit/>
          </a:bodyPr>
          <a:lstStyle/>
          <a:p>
            <a:pPr algn="l" fontAlgn="base">
              <a:lnSpc>
                <a:spcPts val="1250"/>
              </a:lnSpc>
              <a:spcBef>
                <a:spcPts val="0"/>
              </a:spcBef>
              <a:spcAft>
                <a:spcPts val="0"/>
              </a:spcAft>
              <a:defRPr sz="1087" b="0" i="0" lang="zh-CN" dirty="0">
                <a:solidFill>
                  <a:srgbClr val="000000"/>
                </a:solidFill>
                <a:latin typeface="Arial"/>
                <a:ea typeface="Arial"/>
                <a:cs typeface="Arial"/>
              </a:defRPr>
            </a:pPr>
            <a:r>
              <a:rPr sz="1087" b="0" i="0" lang="zh-CN" dirty="0">
                <a:solidFill>
                  <a:srgbClr val="000000"/>
                </a:solidFill>
                <a:latin typeface="Arial"/>
                <a:ea typeface="Arial"/>
                <a:cs typeface="Arial"/>
              </a:rPr>
              <a:t>Denoising step</a:t>
            </a:r>
          </a:p>
        </p:txBody>
      </p:sp>
      <p:sp>
        <p:nvSpPr>
          <p:cNvPr id="158" name="denoising_i" descr="Editable text; source id denoising_i"/>
          <p:cNvSpPr txBox="1"/>
          <p:nvPr/>
        </p:nvSpPr>
        <p:spPr>
          <a:xfrm>
            <a:off x="10818577" y="207164"/>
            <a:ext cx="130436" cy="267395"/>
          </a:xfrm>
          <a:prstGeom prst="rect">
            <a:avLst/>
          </a:prstGeom>
          <a:noFill/>
          <a:effectLst/>
        </p:spPr>
        <p:txBody>
          <a:bodyPr wrap="none" anchor="t" tIns="0" rIns="0" bIns="0" lIns="0" anchorCtr="0" vertOverflow="overflow">
            <a:noAutofit/>
          </a:bodyPr>
          <a:lstStyle/>
          <a:p>
            <a:pPr algn="l" fontAlgn="base">
              <a:lnSpc>
                <a:spcPts val="2014"/>
              </a:lnSpc>
              <a:spcBef>
                <a:spcPts val="0"/>
              </a:spcBef>
              <a:spcAft>
                <a:spcPts val="0"/>
              </a:spcAft>
              <a:defRPr sz="1752" b="0" i="1" lang="zh-CN" dirty="0">
                <a:solidFill>
                  <a:srgbClr val="000000"/>
                </a:solidFill>
                <a:latin typeface="Times New Roman"/>
                <a:ea typeface="Times New Roman"/>
                <a:cs typeface="Times New Roman"/>
              </a:defRPr>
            </a:pPr>
            <a:r>
              <a:rPr sz="1752" b="0" i="1" lang="zh-CN" dirty="0">
                <a:solidFill>
                  <a:srgbClr val="000000"/>
                </a:solidFill>
                <a:latin typeface="Times New Roman"/>
                <a:ea typeface="Times New Roman"/>
                <a:cs typeface="Times New Roman"/>
              </a:rPr>
              <a:t>i</a:t>
            </a:r>
          </a:p>
        </p:txBody>
      </p:sp>
      <p:sp>
        <p:nvSpPr>
          <p:cNvPr id="159" name="output_equations" descr="Editable shape; source id output_equations"/>
          <p:cNvSpPr/>
          <p:nvPr/>
        </p:nvSpPr>
        <p:spPr>
          <a:xfrm>
            <a:off x="11025741" y="805638"/>
            <a:ext cx="928402" cy="483383"/>
          </a:xfrm>
          <a:prstGeom prst="rect">
            <a:avLst/>
          </a:prstGeom>
          <a:noFill/>
          <a:ln w="997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0" name="prompt" descr="Editable text; source id prompt"/>
          <p:cNvSpPr txBox="1"/>
          <p:nvPr/>
        </p:nvSpPr>
        <p:spPr>
          <a:xfrm>
            <a:off x="9498864" y="2954008"/>
            <a:ext cx="2355534" cy="276218"/>
          </a:xfrm>
          <a:prstGeom prst="rect">
            <a:avLst/>
          </a:prstGeom>
          <a:noFill/>
          <a:effectLst/>
        </p:spPr>
        <p:txBody>
          <a:bodyPr wrap="none" anchor="t" tIns="0" rIns="0" bIns="0" lIns="0" anchorCtr="0" vertOverflow="overflow">
            <a:noAutofit/>
          </a:bodyPr>
          <a:lstStyle/>
          <a:p>
            <a:pPr algn="l" fontAlgn="base">
              <a:lnSpc>
                <a:spcPts val="1736"/>
              </a:lnSpc>
              <a:spcBef>
                <a:spcPts val="0"/>
              </a:spcBef>
              <a:spcAft>
                <a:spcPts val="0"/>
              </a:spcAft>
              <a:defRPr sz="1510" b="0" i="0" lang="zh-CN" dirty="0">
                <a:solidFill>
                  <a:srgbClr val="000000"/>
                </a:solidFill>
                <a:latin typeface="Courier New"/>
                <a:ea typeface="Courier New"/>
                <a:cs typeface="Courier New"/>
              </a:defRPr>
            </a:pPr>
            <a:r>
              <a:rPr sz="1510" b="0" i="0" lang="zh-CN" dirty="0">
                <a:solidFill>
                  <a:srgbClr val="000000"/>
                </a:solidFill>
                <a:latin typeface="Courier New"/>
                <a:ea typeface="Courier New"/>
                <a:cs typeface="Courier New"/>
              </a:rPr>
              <a:t>“Open the drawer”</a:t>
            </a:r>
          </a:p>
        </p:txBody>
      </p:sp>
      <p:sp>
        <p:nvSpPr>
          <p:cNvPr id="161" name="unprojection" descr="Editable text; source id unprojection"/>
          <p:cNvSpPr txBox="1"/>
          <p:nvPr/>
        </p:nvSpPr>
        <p:spPr>
          <a:xfrm>
            <a:off x="1381094" y="2815899"/>
            <a:ext cx="2202079" cy="253200"/>
          </a:xfrm>
          <a:prstGeom prst="rect">
            <a:avLst/>
          </a:prstGeom>
          <a:noFill/>
          <a:effectLst/>
        </p:spPr>
        <p:txBody>
          <a:bodyPr wrap="none" anchor="t" tIns="0" rIns="0" bIns="0" lIns="0" anchorCtr="0" vertOverflow="overflow">
            <a:noAutofit/>
          </a:bodyPr>
          <a:lstStyle/>
          <a:p>
            <a:pPr algn="l" fontAlgn="base">
              <a:lnSpc>
                <a:spcPts val="1528"/>
              </a:lnSpc>
              <a:spcBef>
                <a:spcPts val="0"/>
              </a:spcBef>
              <a:spcAft>
                <a:spcPts val="0"/>
              </a:spcAft>
              <a:defRPr sz="1329" b="0" i="0" lang="zh-CN" dirty="0">
                <a:solidFill>
                  <a:srgbClr val="000000"/>
                </a:solidFill>
                <a:latin typeface="Arial"/>
                <a:ea typeface="Arial"/>
                <a:cs typeface="Arial"/>
              </a:defRPr>
            </a:pPr>
            <a:r>
              <a:rPr sz="1329" b="0" i="0" lang="zh-CN" dirty="0">
                <a:solidFill>
                  <a:srgbClr val="000000"/>
                </a:solidFill>
                <a:latin typeface="Arial"/>
                <a:ea typeface="Arial"/>
                <a:cs typeface="Arial"/>
              </a:rPr>
              <a:t>2D to 3D unprojection</a:t>
            </a:r>
          </a:p>
        </p:txBody>
      </p:sp>
      <p:sp>
        <p:nvSpPr>
          <p:cNvPr id="162" name="multiview" descr="Editable text; source id multiview"/>
          <p:cNvSpPr txBox="1"/>
          <p:nvPr/>
        </p:nvSpPr>
        <p:spPr>
          <a:xfrm>
            <a:off x="4542267" y="2815899"/>
            <a:ext cx="2194406" cy="253200"/>
          </a:xfrm>
          <a:prstGeom prst="rect">
            <a:avLst/>
          </a:prstGeom>
          <a:noFill/>
          <a:effectLst/>
        </p:spPr>
        <p:txBody>
          <a:bodyPr wrap="none" anchor="t" tIns="0" rIns="0" bIns="0" lIns="0" anchorCtr="0" vertOverflow="overflow">
            <a:noAutofit/>
          </a:bodyPr>
          <a:lstStyle/>
          <a:p>
            <a:pPr algn="l" fontAlgn="base">
              <a:lnSpc>
                <a:spcPts val="1528"/>
              </a:lnSpc>
              <a:spcBef>
                <a:spcPts val="0"/>
              </a:spcBef>
              <a:spcAft>
                <a:spcPts val="0"/>
              </a:spcAft>
              <a:defRPr sz="1329" b="0" i="0" lang="zh-CN" dirty="0">
                <a:solidFill>
                  <a:srgbClr val="000000"/>
                </a:solidFill>
                <a:latin typeface="Arial"/>
                <a:ea typeface="Arial"/>
                <a:cs typeface="Arial"/>
              </a:defRPr>
            </a:pPr>
            <a:r>
              <a:rPr sz="1329" b="0" i="0" lang="zh-CN" dirty="0">
                <a:solidFill>
                  <a:srgbClr val="000000"/>
                </a:solidFill>
                <a:latin typeface="Arial"/>
                <a:ea typeface="Arial"/>
                <a:cs typeface="Arial"/>
              </a:rPr>
              <a:t>Multi-view aggregation</a:t>
            </a:r>
          </a:p>
        </p:txBody>
      </p:sp>
      <p:sp>
        <p:nvSpPr>
          <p:cNvPr id="163" name="panel_a" descr="Editable text; source id panel_a"/>
          <p:cNvSpPr txBox="1"/>
          <p:nvPr/>
        </p:nvSpPr>
        <p:spPr>
          <a:xfrm>
            <a:off x="4465540" y="3230227"/>
            <a:ext cx="4396485" cy="283891"/>
          </a:xfrm>
          <a:prstGeom prst="rect">
            <a:avLst/>
          </a:prstGeom>
          <a:noFill/>
          <a:effectLst/>
        </p:spPr>
        <p:txBody>
          <a:bodyPr wrap="none" anchor="t" tIns="0" rIns="0" bIns="0" lIns="0" anchorCtr="0" vertOverflow="overflow">
            <a:noAutofit/>
          </a:bodyPr>
          <a:lstStyle/>
          <a:p>
            <a:pPr algn="l" fontAlgn="base">
              <a:lnSpc>
                <a:spcPts val="1736"/>
              </a:lnSpc>
              <a:spcBef>
                <a:spcPts val="0"/>
              </a:spcBef>
              <a:spcAft>
                <a:spcPts val="0"/>
              </a:spcAft>
              <a:defRPr sz="1510" b="0" i="0" lang="zh-CN" dirty="0">
                <a:solidFill>
                  <a:srgbClr val="000000"/>
                </a:solidFill>
                <a:latin typeface="Arial"/>
                <a:ea typeface="Arial"/>
                <a:cs typeface="Arial"/>
              </a:defRPr>
            </a:pPr>
            <a:r>
              <a:rPr sz="1510" b="0" i="0" lang="zh-CN" dirty="0">
                <a:solidFill>
                  <a:srgbClr val="000000"/>
                </a:solidFill>
                <a:latin typeface="Arial"/>
                <a:ea typeface="Arial"/>
                <a:cs typeface="Arial"/>
              </a:rPr>
              <a:t>(a) 3D Diffuser Actor model architecture</a:t>
            </a:r>
          </a:p>
        </p:txBody>
      </p:sp>
      <p:cxnSp>
        <p:nvCxnSpPr>
          <p:cNvPr id="164" name="rule_a" descr="Editable line; source id rule_a"/>
          <p:cNvCxnSpPr/>
          <p:nvPr/>
        </p:nvCxnSpPr>
        <p:spPr>
          <a:xfrm>
            <a:off x="345273" y="3537137"/>
            <a:ext cx="11547489" cy="0"/>
          </a:xfrm>
          <a:prstGeom prst="line">
            <a:avLst/>
          </a:prstGeom>
          <a:ln w="19181">
            <a:solidFill>
              <a:srgbClr val="E6E6E6"/>
            </a:solidFill>
          </a:ln>
          <a:effectLst/>
        </p:spPr>
        <p:style>
          <a:lnRef idx="2">
            <a:schemeClr val="accent1"/>
          </a:lnRef>
          <a:fillRef idx="0">
            <a:schemeClr val="accent1"/>
          </a:fillRef>
          <a:effectRef idx="0">
            <a:schemeClr val="accent1"/>
          </a:effectRef>
          <a:fontRef idx="minor">
            <a:schemeClr val="tx1"/>
          </a:fontRef>
        </p:style>
      </p:cxnSp>
      <p:pic>
        <p:nvPicPr>
          <p:cNvPr id="165" name="denoiseN" descr="Exact text-free crop from Figure 1, Ke et al. CoRL 2024 / PMLR 2025, source pixels [41, 482, 204, 177]. Photographic/pointcloud artwork retains internally fused trajectory and camera ray marks."/>
          <p:cNvPicPr>
            <a:picLocks noChangeAspect="1"/>
          </p:cNvPicPr>
          <p:nvPr/>
        </p:nvPicPr>
        <p:blipFill>
          <a:blip r:embed="rId8"/>
          <a:stretch>
            <a:fillRect/>
          </a:stretch>
        </p:blipFill>
        <p:spPr>
          <a:xfrm>
            <a:off x="314582" y="3698265"/>
            <a:ext cx="1565240" cy="1358076"/>
          </a:xfrm>
          <a:prstGeom prst="rect">
            <a:avLst/>
          </a:prstGeom>
          <a:effectLst/>
        </p:spPr>
      </p:pic>
      <p:pic>
        <p:nvPicPr>
          <p:cNvPr id="166" name="denoiseNm1" descr="Exact text-free crop from Figure 1, Ke et al. CoRL 2024 / PMLR 2025, source pixels [313, 482, 254, 177]. Photographic/pointcloud artwork retains internally fused trajectory and camera ray marks."/>
          <p:cNvPicPr>
            <a:picLocks noChangeAspect="1"/>
          </p:cNvPicPr>
          <p:nvPr/>
        </p:nvPicPr>
        <p:blipFill>
          <a:blip r:embed="rId9"/>
          <a:stretch>
            <a:fillRect/>
          </a:stretch>
        </p:blipFill>
        <p:spPr>
          <a:xfrm>
            <a:off x="2401570" y="3698265"/>
            <a:ext cx="1948878" cy="1358076"/>
          </a:xfrm>
          <a:prstGeom prst="rect">
            <a:avLst/>
          </a:prstGeom>
          <a:effectLst/>
        </p:spPr>
      </p:pic>
      <p:pic>
        <p:nvPicPr>
          <p:cNvPr id="167" name="denoise2" descr="Exact text-free crop from Figure 1, Ke et al. CoRL 2024 / PMLR 2025, source pixels [689, 482, 238, 177]. Photographic/pointcloud artwork retains internally fused trajectory and camera ray marks."/>
          <p:cNvPicPr>
            <a:picLocks noChangeAspect="1"/>
          </p:cNvPicPr>
          <p:nvPr/>
        </p:nvPicPr>
        <p:blipFill>
          <a:blip r:embed="rId10"/>
          <a:stretch>
            <a:fillRect/>
          </a:stretch>
        </p:blipFill>
        <p:spPr>
          <a:xfrm>
            <a:off x="5286524" y="3698265"/>
            <a:ext cx="1826114" cy="1358076"/>
          </a:xfrm>
          <a:prstGeom prst="rect">
            <a:avLst/>
          </a:prstGeom>
          <a:effectLst/>
        </p:spPr>
      </p:pic>
      <p:pic>
        <p:nvPicPr>
          <p:cNvPr id="168" name="denoise1" descr="Exact text-free crop from Figure 1, Ke et al. CoRL 2024 / PMLR 2025, source pixels [1001, 482, 232, 177]. Photographic/pointcloud artwork retains internally fused trajectory and camera ray marks."/>
          <p:cNvPicPr>
            <a:picLocks noChangeAspect="1"/>
          </p:cNvPicPr>
          <p:nvPr/>
        </p:nvPicPr>
        <p:blipFill>
          <a:blip r:embed="rId11"/>
          <a:stretch>
            <a:fillRect/>
          </a:stretch>
        </p:blipFill>
        <p:spPr>
          <a:xfrm>
            <a:off x="7680422" y="3698265"/>
            <a:ext cx="1780077" cy="1358076"/>
          </a:xfrm>
          <a:prstGeom prst="rect">
            <a:avLst/>
          </a:prstGeom>
          <a:effectLst/>
        </p:spPr>
      </p:pic>
      <p:pic>
        <p:nvPicPr>
          <p:cNvPr id="169" name="denoise0" descr="Exact text-free crop from Figure 1, Ke et al. CoRL 2024 / PMLR 2025, source pixels [1321, 482, 224, 177]. Photographic/pointcloud artwork retains internally fused trajectory and camera ray marks."/>
          <p:cNvPicPr>
            <a:picLocks noChangeAspect="1"/>
          </p:cNvPicPr>
          <p:nvPr/>
        </p:nvPicPr>
        <p:blipFill>
          <a:blip r:embed="rId12"/>
          <a:stretch>
            <a:fillRect/>
          </a:stretch>
        </p:blipFill>
        <p:spPr>
          <a:xfrm>
            <a:off x="10135702" y="3698265"/>
            <a:ext cx="1718695" cy="1358076"/>
          </a:xfrm>
          <a:prstGeom prst="rect">
            <a:avLst/>
          </a:prstGeom>
          <a:effectLst/>
        </p:spPr>
      </p:pic>
      <p:sp>
        <p:nvSpPr>
          <p:cNvPr id="170" name="tauNm1" descr="Editable text; source id tauNm1"/>
          <p:cNvSpPr txBox="1"/>
          <p:nvPr/>
        </p:nvSpPr>
        <p:spPr>
          <a:xfrm>
            <a:off x="3253245" y="5048669"/>
            <a:ext cx="191818" cy="276218"/>
          </a:xfrm>
          <a:prstGeom prst="rect">
            <a:avLst/>
          </a:prstGeom>
          <a:noFill/>
          <a:effectLst/>
        </p:spPr>
        <p:txBody>
          <a:bodyPr wrap="none" anchor="t" tIns="0" rIns="0" bIns="0" lIns="0" anchorCtr="0" vertOverflow="overflow">
            <a:noAutofit/>
          </a:bodyPr>
          <a:lstStyle/>
          <a:p>
            <a:pPr algn="l" fontAlgn="base">
              <a:lnSpc>
                <a:spcPts val="2084"/>
              </a:lnSpc>
              <a:spcBef>
                <a:spcPts val="0"/>
              </a:spcBef>
              <a:spcAft>
                <a:spcPts val="0"/>
              </a:spcAft>
              <a:defRPr sz="1812" b="1" i="1" lang="zh-CN" dirty="0">
                <a:solidFill>
                  <a:srgbClr val="000000"/>
                </a:solidFill>
                <a:latin typeface="Times New Roman"/>
                <a:ea typeface="Times New Roman"/>
                <a:cs typeface="Times New Roman"/>
              </a:defRPr>
            </a:pPr>
            <a:r>
              <a:rPr sz="1812" b="1" i="1" lang="zh-CN" dirty="0">
                <a:solidFill>
                  <a:srgbClr val="000000"/>
                </a:solidFill>
                <a:latin typeface="Times New Roman"/>
                <a:ea typeface="Times New Roman"/>
                <a:cs typeface="Times New Roman"/>
              </a:rPr>
              <a:t>τ</a:t>
            </a:r>
          </a:p>
        </p:txBody>
      </p:sp>
      <p:sp>
        <p:nvSpPr>
          <p:cNvPr id="171" name="tauNm1_sup" descr="Editable text; source id tauNm1_sup"/>
          <p:cNvSpPr txBox="1"/>
          <p:nvPr/>
        </p:nvSpPr>
        <p:spPr>
          <a:xfrm>
            <a:off x="3360664" y="5017978"/>
            <a:ext cx="375964" cy="170335"/>
          </a:xfrm>
          <a:prstGeom prst="rect">
            <a:avLst/>
          </a:prstGeom>
          <a:noFill/>
          <a:effectLst/>
        </p:spPr>
        <p:txBody>
          <a:bodyPr wrap="none" anchor="t" tIns="0" rIns="0" bIns="0" lIns="0" anchorCtr="0" vertOverflow="overflow">
            <a:noAutofit/>
          </a:bodyPr>
          <a:lstStyle/>
          <a:p>
            <a:pPr algn="l" fontAlgn="base">
              <a:lnSpc>
                <a:spcPts val="1250"/>
              </a:lnSpc>
              <a:spcBef>
                <a:spcPts val="0"/>
              </a:spcBef>
              <a:spcAft>
                <a:spcPts val="0"/>
              </a:spcAft>
              <a:defRPr sz="1087" b="0" i="1" lang="zh-CN" dirty="0">
                <a:solidFill>
                  <a:srgbClr val="000000"/>
                </a:solidFill>
                <a:latin typeface="Times New Roman"/>
                <a:ea typeface="Times New Roman"/>
                <a:cs typeface="Times New Roman"/>
              </a:defRPr>
            </a:pPr>
            <a:r>
              <a:rPr sz="1087" b="0" i="1" lang="zh-CN" dirty="0">
                <a:solidFill>
                  <a:srgbClr val="000000"/>
                </a:solidFill>
                <a:latin typeface="Times New Roman"/>
                <a:ea typeface="Times New Roman"/>
                <a:cs typeface="Times New Roman"/>
              </a:rPr>
              <a:t>N−1</a:t>
            </a:r>
          </a:p>
        </p:txBody>
      </p:sp>
      <p:sp>
        <p:nvSpPr>
          <p:cNvPr id="172" name="tau2" descr="Editable text; source id tau2"/>
          <p:cNvSpPr txBox="1"/>
          <p:nvPr/>
        </p:nvSpPr>
        <p:spPr>
          <a:xfrm>
            <a:off x="6138199" y="5048669"/>
            <a:ext cx="191818" cy="276218"/>
          </a:xfrm>
          <a:prstGeom prst="rect">
            <a:avLst/>
          </a:prstGeom>
          <a:noFill/>
          <a:effectLst/>
        </p:spPr>
        <p:txBody>
          <a:bodyPr wrap="none" anchor="t" tIns="0" rIns="0" bIns="0" lIns="0" anchorCtr="0" vertOverflow="overflow">
            <a:noAutofit/>
          </a:bodyPr>
          <a:lstStyle/>
          <a:p>
            <a:pPr algn="l" fontAlgn="base">
              <a:lnSpc>
                <a:spcPts val="2084"/>
              </a:lnSpc>
              <a:spcBef>
                <a:spcPts val="0"/>
              </a:spcBef>
              <a:spcAft>
                <a:spcPts val="0"/>
              </a:spcAft>
              <a:defRPr sz="1812" b="1" i="1" lang="zh-CN" dirty="0">
                <a:solidFill>
                  <a:srgbClr val="000000"/>
                </a:solidFill>
                <a:latin typeface="Times New Roman"/>
                <a:ea typeface="Times New Roman"/>
                <a:cs typeface="Times New Roman"/>
              </a:defRPr>
            </a:pPr>
            <a:r>
              <a:rPr sz="1812" b="1" i="1" lang="zh-CN" dirty="0">
                <a:solidFill>
                  <a:srgbClr val="000000"/>
                </a:solidFill>
                <a:latin typeface="Times New Roman"/>
                <a:ea typeface="Times New Roman"/>
                <a:cs typeface="Times New Roman"/>
              </a:rPr>
              <a:t>τ</a:t>
            </a:r>
          </a:p>
        </p:txBody>
      </p:sp>
      <p:sp>
        <p:nvSpPr>
          <p:cNvPr id="173" name="tau2_sup" descr="Editable text; source id tau2_sup"/>
          <p:cNvSpPr txBox="1"/>
          <p:nvPr/>
        </p:nvSpPr>
        <p:spPr>
          <a:xfrm>
            <a:off x="6245618" y="5017978"/>
            <a:ext cx="375964" cy="170335"/>
          </a:xfrm>
          <a:prstGeom prst="rect">
            <a:avLst/>
          </a:prstGeom>
          <a:noFill/>
          <a:effectLst/>
        </p:spPr>
        <p:txBody>
          <a:bodyPr wrap="none" anchor="t" tIns="0" rIns="0" bIns="0" lIns="0" anchorCtr="0" vertOverflow="overflow">
            <a:noAutofit/>
          </a:bodyPr>
          <a:lstStyle/>
          <a:p>
            <a:pPr algn="l" fontAlgn="base">
              <a:lnSpc>
                <a:spcPts val="1250"/>
              </a:lnSpc>
              <a:spcBef>
                <a:spcPts val="0"/>
              </a:spcBef>
              <a:spcAft>
                <a:spcPts val="0"/>
              </a:spcAft>
              <a:defRPr sz="1087" b="0" i="1" lang="zh-CN" dirty="0">
                <a:solidFill>
                  <a:srgbClr val="000000"/>
                </a:solidFill>
                <a:latin typeface="Times New Roman"/>
                <a:ea typeface="Times New Roman"/>
                <a:cs typeface="Times New Roman"/>
              </a:defRPr>
            </a:pPr>
            <a:r>
              <a:rPr sz="1087" b="0" i="1" lang="zh-CN" dirty="0">
                <a:solidFill>
                  <a:srgbClr val="000000"/>
                </a:solidFill>
                <a:latin typeface="Times New Roman"/>
                <a:ea typeface="Times New Roman"/>
                <a:cs typeface="Times New Roman"/>
              </a:rPr>
              <a:t>2</a:t>
            </a:r>
          </a:p>
        </p:txBody>
      </p:sp>
      <p:sp>
        <p:nvSpPr>
          <p:cNvPr id="174" name="tau1" descr="Editable text; source id tau1"/>
          <p:cNvSpPr txBox="1"/>
          <p:nvPr/>
        </p:nvSpPr>
        <p:spPr>
          <a:xfrm>
            <a:off x="8524425" y="5048669"/>
            <a:ext cx="191818" cy="276218"/>
          </a:xfrm>
          <a:prstGeom prst="rect">
            <a:avLst/>
          </a:prstGeom>
          <a:noFill/>
          <a:effectLst/>
        </p:spPr>
        <p:txBody>
          <a:bodyPr wrap="none" anchor="t" tIns="0" rIns="0" bIns="0" lIns="0" anchorCtr="0" vertOverflow="overflow">
            <a:noAutofit/>
          </a:bodyPr>
          <a:lstStyle/>
          <a:p>
            <a:pPr algn="l" fontAlgn="base">
              <a:lnSpc>
                <a:spcPts val="2084"/>
              </a:lnSpc>
              <a:spcBef>
                <a:spcPts val="0"/>
              </a:spcBef>
              <a:spcAft>
                <a:spcPts val="0"/>
              </a:spcAft>
              <a:defRPr sz="1812" b="1" i="1" lang="zh-CN" dirty="0">
                <a:solidFill>
                  <a:srgbClr val="000000"/>
                </a:solidFill>
                <a:latin typeface="Times New Roman"/>
                <a:ea typeface="Times New Roman"/>
                <a:cs typeface="Times New Roman"/>
              </a:defRPr>
            </a:pPr>
            <a:r>
              <a:rPr sz="1812" b="1" i="1" lang="zh-CN" dirty="0">
                <a:solidFill>
                  <a:srgbClr val="000000"/>
                </a:solidFill>
                <a:latin typeface="Times New Roman"/>
                <a:ea typeface="Times New Roman"/>
                <a:cs typeface="Times New Roman"/>
              </a:rPr>
              <a:t>τ</a:t>
            </a:r>
          </a:p>
        </p:txBody>
      </p:sp>
      <p:sp>
        <p:nvSpPr>
          <p:cNvPr id="175" name="tau1_sup" descr="Editable text; source id tau1_sup"/>
          <p:cNvSpPr txBox="1"/>
          <p:nvPr/>
        </p:nvSpPr>
        <p:spPr>
          <a:xfrm>
            <a:off x="8631843" y="5017978"/>
            <a:ext cx="375964" cy="170335"/>
          </a:xfrm>
          <a:prstGeom prst="rect">
            <a:avLst/>
          </a:prstGeom>
          <a:noFill/>
          <a:effectLst/>
        </p:spPr>
        <p:txBody>
          <a:bodyPr wrap="none" anchor="t" tIns="0" rIns="0" bIns="0" lIns="0" anchorCtr="0" vertOverflow="overflow">
            <a:noAutofit/>
          </a:bodyPr>
          <a:lstStyle/>
          <a:p>
            <a:pPr algn="l" fontAlgn="base">
              <a:lnSpc>
                <a:spcPts val="1250"/>
              </a:lnSpc>
              <a:spcBef>
                <a:spcPts val="0"/>
              </a:spcBef>
              <a:spcAft>
                <a:spcPts val="0"/>
              </a:spcAft>
              <a:defRPr sz="1087" b="0" i="1" lang="zh-CN" dirty="0">
                <a:solidFill>
                  <a:srgbClr val="000000"/>
                </a:solidFill>
                <a:latin typeface="Times New Roman"/>
                <a:ea typeface="Times New Roman"/>
                <a:cs typeface="Times New Roman"/>
              </a:defRPr>
            </a:pPr>
            <a:r>
              <a:rPr sz="1087" b="0" i="1" lang="zh-CN" dirty="0">
                <a:solidFill>
                  <a:srgbClr val="000000"/>
                </a:solidFill>
                <a:latin typeface="Times New Roman"/>
                <a:ea typeface="Times New Roman"/>
                <a:cs typeface="Times New Roman"/>
              </a:rPr>
              <a:t>1</a:t>
            </a:r>
          </a:p>
        </p:txBody>
      </p:sp>
      <p:sp>
        <p:nvSpPr>
          <p:cNvPr id="176" name="tau0" descr="Editable text; source id tau0"/>
          <p:cNvSpPr txBox="1"/>
          <p:nvPr/>
        </p:nvSpPr>
        <p:spPr>
          <a:xfrm>
            <a:off x="11685598" y="5048669"/>
            <a:ext cx="191818" cy="276218"/>
          </a:xfrm>
          <a:prstGeom prst="rect">
            <a:avLst/>
          </a:prstGeom>
          <a:noFill/>
          <a:effectLst/>
        </p:spPr>
        <p:txBody>
          <a:bodyPr wrap="none" anchor="t" tIns="0" rIns="0" bIns="0" lIns="0" anchorCtr="0" vertOverflow="overflow">
            <a:noAutofit/>
          </a:bodyPr>
          <a:lstStyle/>
          <a:p>
            <a:pPr algn="l" fontAlgn="base">
              <a:lnSpc>
                <a:spcPts val="2084"/>
              </a:lnSpc>
              <a:spcBef>
                <a:spcPts val="0"/>
              </a:spcBef>
              <a:spcAft>
                <a:spcPts val="0"/>
              </a:spcAft>
              <a:defRPr sz="1812" b="1" i="1" lang="zh-CN" dirty="0">
                <a:solidFill>
                  <a:srgbClr val="000000"/>
                </a:solidFill>
                <a:latin typeface="Times New Roman"/>
                <a:ea typeface="Times New Roman"/>
                <a:cs typeface="Times New Roman"/>
              </a:defRPr>
            </a:pPr>
            <a:r>
              <a:rPr sz="1812" b="1" i="1" lang="zh-CN" dirty="0">
                <a:solidFill>
                  <a:srgbClr val="000000"/>
                </a:solidFill>
                <a:latin typeface="Times New Roman"/>
                <a:ea typeface="Times New Roman"/>
                <a:cs typeface="Times New Roman"/>
              </a:rPr>
              <a:t>τ</a:t>
            </a:r>
          </a:p>
        </p:txBody>
      </p:sp>
      <p:sp>
        <p:nvSpPr>
          <p:cNvPr id="177" name="tau0_sup" descr="Editable text; source id tau0_sup"/>
          <p:cNvSpPr txBox="1"/>
          <p:nvPr/>
        </p:nvSpPr>
        <p:spPr>
          <a:xfrm>
            <a:off x="11793016" y="5017978"/>
            <a:ext cx="375964" cy="170335"/>
          </a:xfrm>
          <a:prstGeom prst="rect">
            <a:avLst/>
          </a:prstGeom>
          <a:noFill/>
          <a:effectLst/>
        </p:spPr>
        <p:txBody>
          <a:bodyPr wrap="none" anchor="t" tIns="0" rIns="0" bIns="0" lIns="0" anchorCtr="0" vertOverflow="overflow">
            <a:noAutofit/>
          </a:bodyPr>
          <a:lstStyle/>
          <a:p>
            <a:pPr algn="l" fontAlgn="base">
              <a:lnSpc>
                <a:spcPts val="1250"/>
              </a:lnSpc>
              <a:spcBef>
                <a:spcPts val="0"/>
              </a:spcBef>
              <a:spcAft>
                <a:spcPts val="0"/>
              </a:spcAft>
              <a:defRPr sz="1087" b="0" i="1" lang="zh-CN" dirty="0">
                <a:solidFill>
                  <a:srgbClr val="000000"/>
                </a:solidFill>
                <a:latin typeface="Times New Roman"/>
                <a:ea typeface="Times New Roman"/>
                <a:cs typeface="Times New Roman"/>
              </a:defRPr>
            </a:pPr>
            <a:r>
              <a:rPr sz="1087" b="0" i="1" lang="zh-CN" dirty="0">
                <a:solidFill>
                  <a:srgbClr val="000000"/>
                </a:solidFill>
                <a:latin typeface="Times New Roman"/>
                <a:ea typeface="Times New Roman"/>
                <a:cs typeface="Times New Roman"/>
              </a:rPr>
              <a:t>0</a:t>
            </a:r>
          </a:p>
        </p:txBody>
      </p:sp>
      <p:sp>
        <p:nvSpPr>
          <p:cNvPr id="178" name="trajectory" descr="Editable text; source id trajectory"/>
          <p:cNvSpPr txBox="1"/>
          <p:nvPr/>
        </p:nvSpPr>
        <p:spPr>
          <a:xfrm>
            <a:off x="10166393" y="5048669"/>
            <a:ext cx="1503858" cy="253200"/>
          </a:xfrm>
          <a:prstGeom prst="rect">
            <a:avLst/>
          </a:prstGeom>
          <a:noFill/>
          <a:effectLst/>
        </p:spPr>
        <p:txBody>
          <a:bodyPr wrap="none" anchor="t" tIns="0" rIns="0" bIns="0" lIns="0" anchorCtr="0" vertOverflow="overflow">
            <a:noAutofit/>
          </a:bodyPr>
          <a:lstStyle/>
          <a:p>
            <a:pPr algn="l" fontAlgn="base">
              <a:lnSpc>
                <a:spcPts val="1459"/>
              </a:lnSpc>
              <a:spcBef>
                <a:spcPts val="0"/>
              </a:spcBef>
              <a:spcAft>
                <a:spcPts val="0"/>
              </a:spcAft>
              <a:defRPr sz="1268" b="0" i="0" lang="zh-CN" dirty="0">
                <a:solidFill>
                  <a:srgbClr val="000000"/>
                </a:solidFill>
                <a:latin typeface="Arial"/>
                <a:ea typeface="Arial"/>
                <a:cs typeface="Arial"/>
              </a:defRPr>
            </a:pPr>
            <a:r>
              <a:rPr sz="1268" b="0" i="0" lang="zh-CN" dirty="0">
                <a:solidFill>
                  <a:srgbClr val="000000"/>
                </a:solidFill>
                <a:latin typeface="Arial"/>
                <a:ea typeface="Arial"/>
                <a:cs typeface="Arial"/>
              </a:rPr>
              <a:t>Trajectory prediction</a:t>
            </a:r>
          </a:p>
        </p:txBody>
      </p:sp>
      <p:sp>
        <p:nvSpPr>
          <p:cNvPr id="179" name="denoising_dots" descr="Editable text; source id denoising_dots"/>
          <p:cNvSpPr txBox="1"/>
          <p:nvPr/>
        </p:nvSpPr>
        <p:spPr>
          <a:xfrm>
            <a:off x="4642013" y="4250703"/>
            <a:ext cx="506401" cy="406655"/>
          </a:xfrm>
          <a:prstGeom prst="rect">
            <a:avLst/>
          </a:prstGeom>
          <a:noFill/>
          <a:effectLst/>
        </p:spPr>
        <p:txBody>
          <a:bodyPr wrap="none" anchor="t" tIns="0" rIns="0" bIns="0" lIns="0" anchorCtr="0" vertOverflow="overflow">
            <a:noAutofit/>
          </a:bodyPr>
          <a:lstStyle/>
          <a:p>
            <a:pPr algn="l" fontAlgn="base">
              <a:lnSpc>
                <a:spcPts val="3057"/>
              </a:lnSpc>
              <a:spcBef>
                <a:spcPts val="0"/>
              </a:spcBef>
              <a:spcAft>
                <a:spcPts val="0"/>
              </a:spcAft>
              <a:defRPr sz="2658" b="0" i="0" lang="zh-CN" dirty="0">
                <a:solidFill>
                  <a:srgbClr val="000000"/>
                </a:solidFill>
                <a:latin typeface="Arial"/>
                <a:ea typeface="Arial"/>
                <a:cs typeface="Arial"/>
              </a:defRPr>
            </a:pPr>
            <a:r>
              <a:rPr sz="2658" b="0" i="0" lang="zh-CN" dirty="0">
                <a:solidFill>
                  <a:srgbClr val="000000"/>
                </a:solidFill>
                <a:latin typeface="Arial"/>
                <a:ea typeface="Arial"/>
                <a:cs typeface="Arial"/>
              </a:rPr>
              <a:t>...</a:t>
            </a:r>
          </a:p>
        </p:txBody>
      </p:sp>
      <p:sp>
        <p:nvSpPr>
          <p:cNvPr id="180" name="noise_box_0" descr="Editable shape; source id noise_box_0"/>
          <p:cNvSpPr/>
          <p:nvPr/>
        </p:nvSpPr>
        <p:spPr>
          <a:xfrm>
            <a:off x="1856805" y="4856850"/>
            <a:ext cx="606147" cy="268546"/>
          </a:xfrm>
          <a:prstGeom prst="rect">
            <a:avLst/>
          </a:prstGeom>
          <a:solidFill>
            <a:srgbClr val="FFFFFF"/>
          </a:solidFill>
          <a:ln w="13043">
            <a:solidFill>
              <a:srgbClr val="251C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1" name="curve_in_0" descr="Editable line; source id curve_in_0"/>
          <p:cNvCxnSpPr/>
          <p:nvPr/>
        </p:nvCxnSpPr>
        <p:spPr>
          <a:xfrm>
            <a:off x="1780077" y="4772450"/>
            <a:ext cx="30691" cy="92073"/>
          </a:xfrm>
          <a:prstGeom prst="line">
            <a:avLst/>
          </a:prstGeom>
          <a:ln w="15345">
            <a:solidFill>
              <a:srgbClr val="251CFF"/>
            </a:solidFill>
          </a:ln>
          <a:effectLst/>
        </p:spPr>
        <p:style>
          <a:lnRef idx="2">
            <a:schemeClr val="accent1"/>
          </a:lnRef>
          <a:fillRef idx="0">
            <a:schemeClr val="accent1"/>
          </a:fillRef>
          <a:effectRef idx="0">
            <a:schemeClr val="accent1"/>
          </a:effectRef>
          <a:fontRef idx="minor">
            <a:schemeClr val="tx1"/>
          </a:fontRef>
        </p:style>
      </p:cxnSp>
      <p:cxnSp>
        <p:nvCxnSpPr>
          <p:cNvPr id="182" name="curve_join_0" descr="Editable line; source id curve_join_0"/>
          <p:cNvCxnSpPr/>
          <p:nvPr/>
        </p:nvCxnSpPr>
        <p:spPr>
          <a:xfrm>
            <a:off x="1810768" y="4864523"/>
            <a:ext cx="46037" cy="38364"/>
          </a:xfrm>
          <a:prstGeom prst="line">
            <a:avLst/>
          </a:prstGeom>
          <a:ln w="15345">
            <a:solidFill>
              <a:srgbClr val="251CFF"/>
            </a:solidFill>
          </a:ln>
          <a:effectLst/>
        </p:spPr>
        <p:style>
          <a:lnRef idx="2">
            <a:schemeClr val="accent1"/>
          </a:lnRef>
          <a:fillRef idx="0">
            <a:schemeClr val="accent1"/>
          </a:fillRef>
          <a:effectRef idx="0">
            <a:schemeClr val="accent1"/>
          </a:effectRef>
          <a:fontRef idx="minor">
            <a:schemeClr val="tx1"/>
          </a:fontRef>
        </p:style>
      </p:cxnSp>
      <p:sp>
        <p:nvSpPr>
          <p:cNvPr id="183" name="curve_out_0" descr="Editable line; source id curve_out_0"/>
          <p:cNvSpPr/>
          <p:nvPr/>
        </p:nvSpPr>
        <p:spPr>
          <a:xfrm>
            <a:off x="2456960" y="4803141"/>
            <a:ext cx="128756" cy="158250"/>
          </a:xfrm>
          <a:custGeom>
            <a:avLst/>
            <a:gdLst/>
            <a:ahLst/>
            <a:cxnLst/>
            <a:rect l="l" t="t" r="r" b="b"/>
            <a:pathLst>
              <a:path w="16781" h="20625">
                <a:moveTo>
                  <a:pt x="0" y="19375"/>
                </a:moveTo>
                <a:lnTo>
                  <a:pt x="9753" y="7184"/>
                </a:lnTo>
                <a:lnTo>
                  <a:pt x="7020" y="4998"/>
                </a:lnTo>
                <a:lnTo>
                  <a:pt x="16781" y="0"/>
                </a:lnTo>
                <a:lnTo>
                  <a:pt x="14048" y="10620"/>
                </a:lnTo>
                <a:lnTo>
                  <a:pt x="11315" y="8433"/>
                </a:lnTo>
                <a:lnTo>
                  <a:pt x="1562" y="20625"/>
                </a:lnTo>
                <a:close/>
              </a:path>
            </a:pathLst>
          </a:custGeom>
          <a:solidFill>
            <a:srgbClr val="251C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4" name="noise_box_1" descr="Editable shape; source id noise_box_1"/>
          <p:cNvSpPr/>
          <p:nvPr/>
        </p:nvSpPr>
        <p:spPr>
          <a:xfrm>
            <a:off x="7097293" y="4856850"/>
            <a:ext cx="606147" cy="268546"/>
          </a:xfrm>
          <a:prstGeom prst="rect">
            <a:avLst/>
          </a:prstGeom>
          <a:solidFill>
            <a:srgbClr val="FFFFFF"/>
          </a:solidFill>
          <a:ln w="13043">
            <a:solidFill>
              <a:srgbClr val="251C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5" name="curve_in_1" descr="Editable line; source id curve_in_1"/>
          <p:cNvCxnSpPr/>
          <p:nvPr/>
        </p:nvCxnSpPr>
        <p:spPr>
          <a:xfrm>
            <a:off x="7020566" y="4772450"/>
            <a:ext cx="30691" cy="92073"/>
          </a:xfrm>
          <a:prstGeom prst="line">
            <a:avLst/>
          </a:prstGeom>
          <a:ln w="15345">
            <a:solidFill>
              <a:srgbClr val="251CFF"/>
            </a:solidFill>
          </a:ln>
          <a:effectLst/>
        </p:spPr>
        <p:style>
          <a:lnRef idx="2">
            <a:schemeClr val="accent1"/>
          </a:lnRef>
          <a:fillRef idx="0">
            <a:schemeClr val="accent1"/>
          </a:fillRef>
          <a:effectRef idx="0">
            <a:schemeClr val="accent1"/>
          </a:effectRef>
          <a:fontRef idx="minor">
            <a:schemeClr val="tx1"/>
          </a:fontRef>
        </p:style>
      </p:cxnSp>
      <p:cxnSp>
        <p:nvCxnSpPr>
          <p:cNvPr id="186" name="curve_join_1" descr="Editable line; source id curve_join_1"/>
          <p:cNvCxnSpPr/>
          <p:nvPr/>
        </p:nvCxnSpPr>
        <p:spPr>
          <a:xfrm>
            <a:off x="7051257" y="4864523"/>
            <a:ext cx="46036" cy="38364"/>
          </a:xfrm>
          <a:prstGeom prst="line">
            <a:avLst/>
          </a:prstGeom>
          <a:ln w="15345">
            <a:solidFill>
              <a:srgbClr val="251CFF"/>
            </a:solidFill>
          </a:ln>
          <a:effectLst/>
        </p:spPr>
        <p:style>
          <a:lnRef idx="2">
            <a:schemeClr val="accent1"/>
          </a:lnRef>
          <a:fillRef idx="0">
            <a:schemeClr val="accent1"/>
          </a:fillRef>
          <a:effectRef idx="0">
            <a:schemeClr val="accent1"/>
          </a:effectRef>
          <a:fontRef idx="minor">
            <a:schemeClr val="tx1"/>
          </a:fontRef>
        </p:style>
      </p:cxnSp>
      <p:sp>
        <p:nvSpPr>
          <p:cNvPr id="187" name="curve_out_1" descr="Editable line; source id curve_out_1"/>
          <p:cNvSpPr/>
          <p:nvPr/>
        </p:nvSpPr>
        <p:spPr>
          <a:xfrm>
            <a:off x="7697449" y="4803141"/>
            <a:ext cx="128756" cy="158250"/>
          </a:xfrm>
          <a:custGeom>
            <a:avLst/>
            <a:gdLst/>
            <a:ahLst/>
            <a:cxnLst/>
            <a:rect l="l" t="t" r="r" b="b"/>
            <a:pathLst>
              <a:path w="16781" h="20625">
                <a:moveTo>
                  <a:pt x="0" y="19375"/>
                </a:moveTo>
                <a:lnTo>
                  <a:pt x="9753" y="7184"/>
                </a:lnTo>
                <a:lnTo>
                  <a:pt x="7020" y="4998"/>
                </a:lnTo>
                <a:lnTo>
                  <a:pt x="16781" y="0"/>
                </a:lnTo>
                <a:lnTo>
                  <a:pt x="14048" y="10620"/>
                </a:lnTo>
                <a:lnTo>
                  <a:pt x="11315" y="8433"/>
                </a:lnTo>
                <a:lnTo>
                  <a:pt x="1562" y="20625"/>
                </a:lnTo>
                <a:close/>
              </a:path>
            </a:pathLst>
          </a:custGeom>
          <a:solidFill>
            <a:srgbClr val="251C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8" name="noise_box_2" descr="Editable shape; source id noise_box_2"/>
          <p:cNvSpPr/>
          <p:nvPr/>
        </p:nvSpPr>
        <p:spPr>
          <a:xfrm>
            <a:off x="9437482" y="4856850"/>
            <a:ext cx="606147" cy="268546"/>
          </a:xfrm>
          <a:prstGeom prst="rect">
            <a:avLst/>
          </a:prstGeom>
          <a:solidFill>
            <a:srgbClr val="FFFFFF"/>
          </a:solidFill>
          <a:ln w="13043">
            <a:solidFill>
              <a:srgbClr val="251C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9" name="curve_in_2" descr="Editable line; source id curve_in_2"/>
          <p:cNvCxnSpPr/>
          <p:nvPr/>
        </p:nvCxnSpPr>
        <p:spPr>
          <a:xfrm>
            <a:off x="9360754" y="4772450"/>
            <a:ext cx="30691" cy="92073"/>
          </a:xfrm>
          <a:prstGeom prst="line">
            <a:avLst/>
          </a:prstGeom>
          <a:ln w="15345">
            <a:solidFill>
              <a:srgbClr val="251CFF"/>
            </a:solidFill>
          </a:ln>
          <a:effectLst/>
        </p:spPr>
        <p:style>
          <a:lnRef idx="2">
            <a:schemeClr val="accent1"/>
          </a:lnRef>
          <a:fillRef idx="0">
            <a:schemeClr val="accent1"/>
          </a:fillRef>
          <a:effectRef idx="0">
            <a:schemeClr val="accent1"/>
          </a:effectRef>
          <a:fontRef idx="minor">
            <a:schemeClr val="tx1"/>
          </a:fontRef>
        </p:style>
      </p:cxnSp>
      <p:cxnSp>
        <p:nvCxnSpPr>
          <p:cNvPr id="190" name="curve_join_2" descr="Editable line; source id curve_join_2"/>
          <p:cNvCxnSpPr/>
          <p:nvPr/>
        </p:nvCxnSpPr>
        <p:spPr>
          <a:xfrm>
            <a:off x="9391445" y="4864523"/>
            <a:ext cx="46037" cy="38364"/>
          </a:xfrm>
          <a:prstGeom prst="line">
            <a:avLst/>
          </a:prstGeom>
          <a:ln w="15345">
            <a:solidFill>
              <a:srgbClr val="251CFF"/>
            </a:solidFill>
          </a:ln>
          <a:effectLst/>
        </p:spPr>
        <p:style>
          <a:lnRef idx="2">
            <a:schemeClr val="accent1"/>
          </a:lnRef>
          <a:fillRef idx="0">
            <a:schemeClr val="accent1"/>
          </a:fillRef>
          <a:effectRef idx="0">
            <a:schemeClr val="accent1"/>
          </a:effectRef>
          <a:fontRef idx="minor">
            <a:schemeClr val="tx1"/>
          </a:fontRef>
        </p:style>
      </p:cxnSp>
      <p:sp>
        <p:nvSpPr>
          <p:cNvPr id="191" name="curve_out_2" descr="Editable line; source id curve_out_2"/>
          <p:cNvSpPr/>
          <p:nvPr/>
        </p:nvSpPr>
        <p:spPr>
          <a:xfrm>
            <a:off x="10037637" y="4803141"/>
            <a:ext cx="128756" cy="158250"/>
          </a:xfrm>
          <a:custGeom>
            <a:avLst/>
            <a:gdLst/>
            <a:ahLst/>
            <a:cxnLst/>
            <a:rect l="l" t="t" r="r" b="b"/>
            <a:pathLst>
              <a:path w="16781" h="20625">
                <a:moveTo>
                  <a:pt x="0" y="19375"/>
                </a:moveTo>
                <a:lnTo>
                  <a:pt x="9753" y="7184"/>
                </a:lnTo>
                <a:lnTo>
                  <a:pt x="7020" y="4998"/>
                </a:lnTo>
                <a:lnTo>
                  <a:pt x="16781" y="0"/>
                </a:lnTo>
                <a:lnTo>
                  <a:pt x="14048" y="10620"/>
                </a:lnTo>
                <a:lnTo>
                  <a:pt x="11315" y="8433"/>
                </a:lnTo>
                <a:lnTo>
                  <a:pt x="1562" y="20625"/>
                </a:lnTo>
                <a:close/>
              </a:path>
            </a:pathLst>
          </a:custGeom>
          <a:solidFill>
            <a:srgbClr val="251C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2" name="denoising_progress" descr="Editable line; source id denoising_progress"/>
          <p:cNvSpPr/>
          <p:nvPr/>
        </p:nvSpPr>
        <p:spPr>
          <a:xfrm>
            <a:off x="2179061" y="5351743"/>
            <a:ext cx="7841550" cy="191819"/>
          </a:xfrm>
          <a:custGeom>
            <a:avLst/>
            <a:gdLst/>
            <a:ahLst/>
            <a:cxnLst/>
            <a:rect l="l" t="t" r="r" b="b"/>
            <a:pathLst>
              <a:path w="1022000" h="25000">
                <a:moveTo>
                  <a:pt x="0" y="10000"/>
                </a:moveTo>
                <a:lnTo>
                  <a:pt x="982000" y="10000"/>
                </a:lnTo>
                <a:lnTo>
                  <a:pt x="982000" y="0"/>
                </a:lnTo>
                <a:lnTo>
                  <a:pt x="1022000" y="12500"/>
                </a:lnTo>
                <a:lnTo>
                  <a:pt x="982000" y="25000"/>
                </a:lnTo>
                <a:lnTo>
                  <a:pt x="982000" y="15000"/>
                </a:lnTo>
                <a:lnTo>
                  <a:pt x="0" y="15000"/>
                </a:lnTo>
                <a:close/>
              </a:path>
            </a:pathLst>
          </a:custGeom>
          <a:solidFill>
            <a:srgbClr val="716D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3" name="panel_b" descr="Editable text; source id panel_b"/>
          <p:cNvSpPr txBox="1"/>
          <p:nvPr/>
        </p:nvSpPr>
        <p:spPr>
          <a:xfrm>
            <a:off x="5209797" y="5539725"/>
            <a:ext cx="2877281" cy="299237"/>
          </a:xfrm>
          <a:prstGeom prst="rect">
            <a:avLst/>
          </a:prstGeom>
          <a:noFill/>
          <a:effectLst/>
        </p:spPr>
        <p:txBody>
          <a:bodyPr wrap="none" anchor="t" tIns="0" rIns="0" bIns="0" lIns="0" anchorCtr="0" vertOverflow="overflow">
            <a:noAutofit/>
          </a:bodyPr>
          <a:lstStyle/>
          <a:p>
            <a:pPr algn="l" fontAlgn="base">
              <a:lnSpc>
                <a:spcPts val="1736"/>
              </a:lnSpc>
              <a:spcBef>
                <a:spcPts val="0"/>
              </a:spcBef>
              <a:spcAft>
                <a:spcPts val="0"/>
              </a:spcAft>
              <a:defRPr sz="1510" b="0" i="0" lang="zh-CN" dirty="0">
                <a:solidFill>
                  <a:srgbClr val="000000"/>
                </a:solidFill>
                <a:latin typeface="Arial"/>
                <a:ea typeface="Arial"/>
                <a:cs typeface="Arial"/>
              </a:defRPr>
            </a:pPr>
            <a:r>
              <a:rPr sz="1510" b="0" i="0" lang="zh-CN" dirty="0">
                <a:solidFill>
                  <a:srgbClr val="000000"/>
                </a:solidFill>
                <a:latin typeface="Arial"/>
                <a:ea typeface="Arial"/>
                <a:cs typeface="Arial"/>
              </a:rPr>
              <a:t>(b) Denoising process</a:t>
            </a:r>
          </a:p>
        </p:txBody>
      </p:sp>
      <p:cxnSp>
        <p:nvCxnSpPr>
          <p:cNvPr id="194" name="rule_b" descr="Editable line; source id rule_b"/>
          <p:cNvCxnSpPr/>
          <p:nvPr/>
        </p:nvCxnSpPr>
        <p:spPr>
          <a:xfrm>
            <a:off x="115091" y="5900344"/>
            <a:ext cx="12046217" cy="0"/>
          </a:xfrm>
          <a:prstGeom prst="line">
            <a:avLst/>
          </a:prstGeom>
          <a:ln w="19181">
            <a:solidFill>
              <a:srgbClr val="E6E6E6"/>
            </a:solidFill>
          </a:ln>
          <a:effectLst/>
        </p:spPr>
        <p:style>
          <a:lnRef idx="2">
            <a:schemeClr val="accent1"/>
          </a:lnRef>
          <a:fillRef idx="0">
            <a:schemeClr val="accent1"/>
          </a:fillRef>
          <a:effectRef idx="0">
            <a:schemeClr val="accent1"/>
          </a:effectRef>
          <a:fontRef idx="minor">
            <a:schemeClr val="tx1"/>
          </a:fontRef>
        </p:style>
      </p:cxnSp>
      <p:pic>
        <p:nvPicPr>
          <p:cNvPr id="195" name="blocks1" descr="Exact text-free crop from Figure 1, Ke et al. CoRL 2024 / PMLR 2025, source pixels [15, 785, 250, 177]. Photographic/pointcloud artwork retains internally fused trajectory and camera ray marks."/>
          <p:cNvPicPr>
            <a:picLocks noChangeAspect="1"/>
          </p:cNvPicPr>
          <p:nvPr/>
        </p:nvPicPr>
        <p:blipFill>
          <a:blip r:embed="rId13"/>
          <a:stretch>
            <a:fillRect/>
          </a:stretch>
        </p:blipFill>
        <p:spPr>
          <a:xfrm>
            <a:off x="115091" y="6023108"/>
            <a:ext cx="1918187" cy="1358076"/>
          </a:xfrm>
          <a:prstGeom prst="rect">
            <a:avLst/>
          </a:prstGeom>
          <a:effectLst/>
        </p:spPr>
      </p:pic>
      <p:pic>
        <p:nvPicPr>
          <p:cNvPr id="196" name="blocks2" descr="Exact text-free crop from Figure 1, Ke et al. CoRL 2024 / PMLR 2025, source pixels [270, 785, 250, 177]. Photographic/pointcloud artwork retains internally fused trajectory and camera ray marks."/>
          <p:cNvPicPr>
            <a:picLocks noChangeAspect="1"/>
          </p:cNvPicPr>
          <p:nvPr/>
        </p:nvPicPr>
        <p:blipFill>
          <a:blip r:embed="rId14"/>
          <a:stretch>
            <a:fillRect/>
          </a:stretch>
        </p:blipFill>
        <p:spPr>
          <a:xfrm>
            <a:off x="2071642" y="6023108"/>
            <a:ext cx="1918187" cy="1358076"/>
          </a:xfrm>
          <a:prstGeom prst="rect">
            <a:avLst/>
          </a:prstGeom>
          <a:effectLst/>
        </p:spPr>
      </p:pic>
      <p:pic>
        <p:nvPicPr>
          <p:cNvPr id="197" name="blocks3" descr="Exact text-free crop from Figure 1, Ke et al. CoRL 2024 / PMLR 2025, source pixels [526, 785, 250, 177]. Photographic/pointcloud artwork retains internally fused trajectory and camera ray marks."/>
          <p:cNvPicPr>
            <a:picLocks noChangeAspect="1"/>
          </p:cNvPicPr>
          <p:nvPr/>
        </p:nvPicPr>
        <p:blipFill>
          <a:blip r:embed="rId15"/>
          <a:stretch>
            <a:fillRect/>
          </a:stretch>
        </p:blipFill>
        <p:spPr>
          <a:xfrm>
            <a:off x="4035866" y="6023108"/>
            <a:ext cx="1918187" cy="1358076"/>
          </a:xfrm>
          <a:prstGeom prst="rect">
            <a:avLst/>
          </a:prstGeom>
          <a:effectLst/>
        </p:spPr>
      </p:pic>
      <p:pic>
        <p:nvPicPr>
          <p:cNvPr id="198" name="cups1" descr="Exact text-free crop from Figure 1, Ke et al. CoRL 2024 / PMLR 2025, source pixels [807, 785, 250, 177]. Photographic/pointcloud artwork retains internally fused trajectory and camera ray marks."/>
          <p:cNvPicPr>
            <a:picLocks noChangeAspect="1"/>
          </p:cNvPicPr>
          <p:nvPr/>
        </p:nvPicPr>
        <p:blipFill>
          <a:blip r:embed="rId16"/>
          <a:stretch>
            <a:fillRect/>
          </a:stretch>
        </p:blipFill>
        <p:spPr>
          <a:xfrm>
            <a:off x="6191909" y="6023108"/>
            <a:ext cx="1918187" cy="1358076"/>
          </a:xfrm>
          <a:prstGeom prst="rect">
            <a:avLst/>
          </a:prstGeom>
          <a:effectLst/>
        </p:spPr>
      </p:pic>
      <p:pic>
        <p:nvPicPr>
          <p:cNvPr id="199" name="cups2" descr="Exact text-free crop from Figure 1, Ke et al. CoRL 2024 / PMLR 2025, source pixels [1064, 785, 250, 177]. Photographic/pointcloud artwork retains internally fused trajectory and camera ray marks."/>
          <p:cNvPicPr>
            <a:picLocks noChangeAspect="1"/>
          </p:cNvPicPr>
          <p:nvPr/>
        </p:nvPicPr>
        <p:blipFill>
          <a:blip r:embed="rId17"/>
          <a:stretch>
            <a:fillRect/>
          </a:stretch>
        </p:blipFill>
        <p:spPr>
          <a:xfrm>
            <a:off x="8163805" y="6023108"/>
            <a:ext cx="1918187" cy="1358076"/>
          </a:xfrm>
          <a:prstGeom prst="rect">
            <a:avLst/>
          </a:prstGeom>
          <a:effectLst/>
        </p:spPr>
      </p:pic>
      <p:pic>
        <p:nvPicPr>
          <p:cNvPr id="200" name="cups3" descr="Exact text-free crop from Figure 1, Ke et al. CoRL 2024 / PMLR 2025, source pixels [1319, 785, 250, 177]. Photographic/pointcloud artwork retains internally fused trajectory and camera ray marks."/>
          <p:cNvPicPr>
            <a:picLocks noChangeAspect="1"/>
          </p:cNvPicPr>
          <p:nvPr/>
        </p:nvPicPr>
        <p:blipFill>
          <a:blip r:embed="rId18"/>
          <a:stretch>
            <a:fillRect/>
          </a:stretch>
        </p:blipFill>
        <p:spPr>
          <a:xfrm>
            <a:off x="10120357" y="6023108"/>
            <a:ext cx="1918187" cy="1358076"/>
          </a:xfrm>
          <a:prstGeom prst="rect">
            <a:avLst/>
          </a:prstGeom>
          <a:effectLst/>
        </p:spPr>
      </p:pic>
      <p:pic>
        <p:nvPicPr>
          <p:cNvPr id="201" name="blocks_inset" descr="Exact text-free crop from Figure 1, Ke et al. CoRL 2024 / PMLR 2025, source pixels [7, 904, 91, 64]. Photographic/pointcloud artwork retains internally fused trajectory and camera ray marks."/>
          <p:cNvPicPr>
            <a:picLocks noChangeAspect="1"/>
          </p:cNvPicPr>
          <p:nvPr/>
        </p:nvPicPr>
        <p:blipFill>
          <a:blip r:embed="rId19"/>
          <a:stretch>
            <a:fillRect/>
          </a:stretch>
        </p:blipFill>
        <p:spPr>
          <a:xfrm>
            <a:off x="53709" y="6936165"/>
            <a:ext cx="698220" cy="491055"/>
          </a:xfrm>
          <a:prstGeom prst="rect">
            <a:avLst/>
          </a:prstGeom>
          <a:effectLst/>
        </p:spPr>
      </p:pic>
      <p:pic>
        <p:nvPicPr>
          <p:cNvPr id="202" name="cups_inset" descr="Exact text-free crop from Figure 1, Ke et al. CoRL 2024 / PMLR 2025, source pixels [799, 904, 91, 64]. Photographic/pointcloud artwork retains internally fused trajectory and camera ray marks."/>
          <p:cNvPicPr>
            <a:picLocks noChangeAspect="1"/>
          </p:cNvPicPr>
          <p:nvPr/>
        </p:nvPicPr>
        <p:blipFill>
          <a:blip r:embed="rId20"/>
          <a:stretch>
            <a:fillRect/>
          </a:stretch>
        </p:blipFill>
        <p:spPr>
          <a:xfrm>
            <a:off x="6130527" y="6936165"/>
            <a:ext cx="698220" cy="491055"/>
          </a:xfrm>
          <a:prstGeom prst="rect">
            <a:avLst/>
          </a:prstGeom>
          <a:effectLst/>
        </p:spPr>
      </p:pic>
      <p:sp>
        <p:nvSpPr>
          <p:cNvPr id="203" name="blocks_prompt" descr="Editable text; source id blocks_prompt"/>
          <p:cNvSpPr txBox="1"/>
          <p:nvPr/>
        </p:nvSpPr>
        <p:spPr>
          <a:xfrm>
            <a:off x="951420" y="7450240"/>
            <a:ext cx="5033323" cy="283891"/>
          </a:xfrm>
          <a:prstGeom prst="rect">
            <a:avLst/>
          </a:prstGeom>
          <a:noFill/>
          <a:effectLst/>
        </p:spPr>
        <p:txBody>
          <a:bodyPr wrap="none" anchor="t" tIns="0" rIns="0" bIns="0" lIns="0" anchorCtr="0" vertOverflow="overflow">
            <a:noAutofit/>
          </a:bodyPr>
          <a:lstStyle/>
          <a:p>
            <a:pPr algn="l" fontAlgn="base">
              <a:lnSpc>
                <a:spcPts val="1736"/>
              </a:lnSpc>
              <a:spcBef>
                <a:spcPts val="0"/>
              </a:spcBef>
              <a:spcAft>
                <a:spcPts val="0"/>
              </a:spcAft>
              <a:defRPr sz="1510" b="0" i="1" lang="zh-CN" dirty="0">
                <a:solidFill>
                  <a:srgbClr val="000000"/>
                </a:solidFill>
                <a:latin typeface="Courier New"/>
                <a:ea typeface="Courier New"/>
                <a:cs typeface="Courier New"/>
              </a:defRPr>
            </a:pPr>
            <a:r>
              <a:rPr sz="1510" b="0" i="1" lang="zh-CN" dirty="0">
                <a:solidFill>
                  <a:srgbClr val="000000"/>
                </a:solidFill>
                <a:latin typeface="Courier New"/>
                <a:ea typeface="Courier New"/>
                <a:cs typeface="Courier New"/>
              </a:rPr>
              <a:t>“Put the blocks in a triangle on the plate”</a:t>
            </a:r>
          </a:p>
        </p:txBody>
      </p:sp>
      <p:sp>
        <p:nvSpPr>
          <p:cNvPr id="204" name="cups_prompt" descr="Editable text; source id cups_prompt"/>
          <p:cNvSpPr txBox="1"/>
          <p:nvPr/>
        </p:nvSpPr>
        <p:spPr>
          <a:xfrm>
            <a:off x="8232860" y="7450240"/>
            <a:ext cx="2148369" cy="283891"/>
          </a:xfrm>
          <a:prstGeom prst="rect">
            <a:avLst/>
          </a:prstGeom>
          <a:noFill/>
          <a:effectLst/>
        </p:spPr>
        <p:txBody>
          <a:bodyPr wrap="none" anchor="t" tIns="0" rIns="0" bIns="0" lIns="0" anchorCtr="0" vertOverflow="overflow">
            <a:noAutofit/>
          </a:bodyPr>
          <a:lstStyle/>
          <a:p>
            <a:pPr algn="l" fontAlgn="base">
              <a:lnSpc>
                <a:spcPts val="1736"/>
              </a:lnSpc>
              <a:spcBef>
                <a:spcPts val="0"/>
              </a:spcBef>
              <a:spcAft>
                <a:spcPts val="0"/>
              </a:spcAft>
              <a:defRPr sz="1510" b="0" i="1" lang="zh-CN" dirty="0">
                <a:solidFill>
                  <a:srgbClr val="000000"/>
                </a:solidFill>
                <a:latin typeface="Courier New"/>
                <a:ea typeface="Courier New"/>
                <a:cs typeface="Courier New"/>
              </a:defRPr>
            </a:pPr>
            <a:r>
              <a:rPr sz="1510" b="0" i="1" lang="zh-CN" dirty="0">
                <a:solidFill>
                  <a:srgbClr val="000000"/>
                </a:solidFill>
                <a:latin typeface="Courier New"/>
                <a:ea typeface="Courier New"/>
                <a:cs typeface="Courier New"/>
              </a:rPr>
              <a:t>“Stack the cups”</a:t>
            </a:r>
          </a:p>
        </p:txBody>
      </p:sp>
      <p:sp>
        <p:nvSpPr>
          <p:cNvPr id="205" name="panel_c" descr="Editable text; source id panel_c"/>
          <p:cNvSpPr txBox="1"/>
          <p:nvPr/>
        </p:nvSpPr>
        <p:spPr>
          <a:xfrm>
            <a:off x="4296739" y="7764822"/>
            <a:ext cx="4987287" cy="291564"/>
          </a:xfrm>
          <a:prstGeom prst="rect">
            <a:avLst/>
          </a:prstGeom>
          <a:noFill/>
          <a:effectLst/>
        </p:spPr>
        <p:txBody>
          <a:bodyPr wrap="none" anchor="t" tIns="0" rIns="0" bIns="0" lIns="0" anchorCtr="0" vertOverflow="overflow">
            <a:noAutofit/>
          </a:bodyPr>
          <a:lstStyle/>
          <a:p>
            <a:pPr algn="l" fontAlgn="base">
              <a:lnSpc>
                <a:spcPts val="1736"/>
              </a:lnSpc>
              <a:spcBef>
                <a:spcPts val="0"/>
              </a:spcBef>
              <a:spcAft>
                <a:spcPts val="0"/>
              </a:spcAft>
              <a:defRPr sz="1510" b="0" i="0" lang="zh-CN" dirty="0">
                <a:solidFill>
                  <a:srgbClr val="000000"/>
                </a:solidFill>
                <a:latin typeface="Arial"/>
                <a:ea typeface="Arial"/>
                <a:cs typeface="Arial"/>
              </a:defRPr>
            </a:pPr>
            <a:r>
              <a:rPr sz="1510" b="0" i="0" lang="zh-CN" dirty="0">
                <a:solidFill>
                  <a:srgbClr val="000000"/>
                </a:solidFill>
                <a:latin typeface="Arial"/>
                <a:ea typeface="Arial"/>
                <a:cs typeface="Arial"/>
              </a:rPr>
              <a:t>(c) Real-world multi-task manipulation tasks</a:t>
            </a:r>
          </a:p>
        </p:txBody>
      </p:sp>
      <p:sp>
        <p:nvSpPr>
          <p:cNvPr id="206" name="math_output_loc_0" descr="Editable text; source id math_output_loc_0"/>
          <p:cNvSpPr txBox="1"/>
          <p:nvPr/>
        </p:nvSpPr>
        <p:spPr>
          <a:xfrm>
            <a:off x="11071778" y="845920"/>
            <a:ext cx="67136"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ϵ</a:t>
            </a:r>
          </a:p>
        </p:txBody>
      </p:sp>
      <p:sp>
        <p:nvSpPr>
          <p:cNvPr id="207" name="math_output_loc_1" descr="Editable text; source id math_output_loc_1"/>
          <p:cNvSpPr txBox="1"/>
          <p:nvPr/>
        </p:nvSpPr>
        <p:spPr>
          <a:xfrm>
            <a:off x="11140832" y="817147"/>
            <a:ext cx="147700" cy="138569"/>
          </a:xfrm>
          <a:prstGeom prst="rect">
            <a:avLst/>
          </a:prstGeom>
          <a:noFill/>
          <a:effectLst/>
        </p:spPr>
        <p:txBody>
          <a:bodyPr wrap="none" anchor="t" tIns="3836" rIns="0" bIns="0" lIns="3836" anchorCtr="0" vertOverflow="overflow">
            <a:noAutofit/>
          </a:bodyPr>
          <a:lstStyle/>
          <a:p>
            <a:pPr algn="l" fontAlgn="base">
              <a:lnSpc>
                <a:spcPts val="1000"/>
              </a:lnSpc>
              <a:spcBef>
                <a:spcPts val="0"/>
              </a:spcBef>
              <a:spcAft>
                <a:spcPts val="0"/>
              </a:spcAft>
              <a:defRPr sz="869" b="0" i="1" lang="zh-CN" dirty="0">
                <a:solidFill>
                  <a:srgbClr val="000000"/>
                </a:solidFill>
                <a:latin typeface="Times New Roman"/>
                <a:ea typeface="Times New Roman"/>
                <a:cs typeface="Times New Roman"/>
              </a:defRPr>
            </a:pPr>
            <a:r>
              <a:rPr sz="869" b="0" i="1" lang="zh-CN" dirty="0">
                <a:solidFill>
                  <a:srgbClr val="000000"/>
                </a:solidFill>
                <a:latin typeface="Times New Roman"/>
                <a:ea typeface="Times New Roman"/>
                <a:cs typeface="Times New Roman"/>
              </a:rPr>
              <a:t>loc</a:t>
            </a:r>
          </a:p>
        </p:txBody>
      </p:sp>
      <p:sp>
        <p:nvSpPr>
          <p:cNvPr id="208" name="math_output_loc_2" descr="Editable text; source id math_output_loc_2"/>
          <p:cNvSpPr txBox="1"/>
          <p:nvPr/>
        </p:nvSpPr>
        <p:spPr>
          <a:xfrm>
            <a:off x="11133160" y="918811"/>
            <a:ext cx="65218" cy="126216"/>
          </a:xfrm>
          <a:prstGeom prst="rect">
            <a:avLst/>
          </a:prstGeom>
          <a:noFill/>
          <a:effectLst/>
        </p:spPr>
        <p:txBody>
          <a:bodyPr wrap="none" anchor="t" tIns="3836" rIns="0" bIns="0" lIns="3836" anchorCtr="0" vertOverflow="overflow">
            <a:noAutofit/>
          </a:bodyPr>
          <a:lstStyle/>
          <a:p>
            <a:pPr algn="l" fontAlgn="base">
              <a:lnSpc>
                <a:spcPts val="903"/>
              </a:lnSpc>
              <a:spcBef>
                <a:spcPts val="0"/>
              </a:spcBef>
              <a:spcAft>
                <a:spcPts val="0"/>
              </a:spcAft>
              <a:defRPr sz="785" b="1" i="1" lang="zh-CN" dirty="0">
                <a:solidFill>
                  <a:srgbClr val="000000"/>
                </a:solidFill>
                <a:latin typeface="Times New Roman"/>
                <a:ea typeface="Times New Roman"/>
                <a:cs typeface="Times New Roman"/>
              </a:defRPr>
            </a:pPr>
            <a:r>
              <a:rPr sz="785" b="1" i="1" lang="zh-CN" dirty="0">
                <a:solidFill>
                  <a:srgbClr val="000000"/>
                </a:solidFill>
                <a:latin typeface="Times New Roman"/>
                <a:ea typeface="Times New Roman"/>
                <a:cs typeface="Times New Roman"/>
              </a:rPr>
              <a:t>θ</a:t>
            </a:r>
          </a:p>
        </p:txBody>
      </p:sp>
      <p:sp>
        <p:nvSpPr>
          <p:cNvPr id="209" name="math_output_loc_3" descr="Editable text; source id math_output_loc_3"/>
          <p:cNvSpPr txBox="1"/>
          <p:nvPr/>
        </p:nvSpPr>
        <p:spPr>
          <a:xfrm>
            <a:off x="11294287" y="845920"/>
            <a:ext cx="57545"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a:t>
            </a:r>
          </a:p>
        </p:txBody>
      </p:sp>
      <p:sp>
        <p:nvSpPr>
          <p:cNvPr id="210" name="math_output_loc_4" descr="Editable text; source id math_output_loc_4"/>
          <p:cNvSpPr txBox="1"/>
          <p:nvPr/>
        </p:nvSpPr>
        <p:spPr>
          <a:xfrm>
            <a:off x="11349915" y="840166"/>
            <a:ext cx="84400" cy="179158"/>
          </a:xfrm>
          <a:prstGeom prst="rect">
            <a:avLst/>
          </a:prstGeom>
          <a:noFill/>
          <a:effectLst/>
        </p:spPr>
        <p:txBody>
          <a:bodyPr wrap="none" anchor="t" tIns="3836" rIns="0" bIns="0" lIns="3836" anchorCtr="0" vertOverflow="overflow">
            <a:noAutofit/>
          </a:bodyPr>
          <a:lstStyle/>
          <a:p>
            <a:pPr algn="l" fontAlgn="base">
              <a:lnSpc>
                <a:spcPts val="1320"/>
              </a:lnSpc>
              <a:spcBef>
                <a:spcPts val="0"/>
              </a:spcBef>
              <a:spcAft>
                <a:spcPts val="0"/>
              </a:spcAft>
              <a:defRPr sz="1147" b="1" i="1" lang="zh-CN" dirty="0">
                <a:solidFill>
                  <a:srgbClr val="000000"/>
                </a:solidFill>
                <a:latin typeface="Times New Roman"/>
                <a:ea typeface="Times New Roman"/>
                <a:cs typeface="Times New Roman"/>
              </a:defRPr>
            </a:pPr>
            <a:r>
              <a:rPr sz="1147" b="1" i="1" lang="zh-CN" dirty="0">
                <a:solidFill>
                  <a:srgbClr val="000000"/>
                </a:solidFill>
                <a:latin typeface="Times New Roman"/>
                <a:ea typeface="Times New Roman"/>
                <a:cs typeface="Times New Roman"/>
              </a:rPr>
              <a:t>o</a:t>
            </a:r>
          </a:p>
        </p:txBody>
      </p:sp>
      <p:sp>
        <p:nvSpPr>
          <p:cNvPr id="211" name="math_output_loc_5" descr="Editable text; source id math_output_loc_5"/>
          <p:cNvSpPr txBox="1"/>
          <p:nvPr/>
        </p:nvSpPr>
        <p:spPr>
          <a:xfrm>
            <a:off x="11424724" y="845920"/>
            <a:ext cx="46036"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a:t>
            </a:r>
          </a:p>
        </p:txBody>
      </p:sp>
      <p:sp>
        <p:nvSpPr>
          <p:cNvPr id="212" name="math_output_loc_6" descr="Editable text; source id math_output_loc_6"/>
          <p:cNvSpPr txBox="1"/>
          <p:nvPr/>
        </p:nvSpPr>
        <p:spPr>
          <a:xfrm>
            <a:off x="11478433" y="845920"/>
            <a:ext cx="53709"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1" lang="zh-CN" dirty="0">
                <a:solidFill>
                  <a:srgbClr val="000000"/>
                </a:solidFill>
                <a:latin typeface="Times New Roman"/>
                <a:ea typeface="Times New Roman"/>
                <a:cs typeface="Times New Roman"/>
              </a:defRPr>
            </a:pPr>
            <a:r>
              <a:rPr sz="1087" b="0" i="1" lang="zh-CN" dirty="0">
                <a:solidFill>
                  <a:srgbClr val="000000"/>
                </a:solidFill>
                <a:latin typeface="Times New Roman"/>
                <a:ea typeface="Times New Roman"/>
                <a:cs typeface="Times New Roman"/>
              </a:rPr>
              <a:t>l</a:t>
            </a:r>
          </a:p>
        </p:txBody>
      </p:sp>
      <p:sp>
        <p:nvSpPr>
          <p:cNvPr id="213" name="math_output_loc_7" descr="Editable text; source id math_output_loc_7"/>
          <p:cNvSpPr txBox="1"/>
          <p:nvPr/>
        </p:nvSpPr>
        <p:spPr>
          <a:xfrm>
            <a:off x="11516797" y="845920"/>
            <a:ext cx="46036"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a:t>
            </a:r>
          </a:p>
        </p:txBody>
      </p:sp>
      <p:sp>
        <p:nvSpPr>
          <p:cNvPr id="214" name="math_output_loc_8" descr="Editable text; source id math_output_loc_8"/>
          <p:cNvSpPr txBox="1"/>
          <p:nvPr/>
        </p:nvSpPr>
        <p:spPr>
          <a:xfrm>
            <a:off x="11570506" y="845920"/>
            <a:ext cx="72891"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1" lang="zh-CN" dirty="0">
                <a:solidFill>
                  <a:srgbClr val="000000"/>
                </a:solidFill>
                <a:latin typeface="Times New Roman"/>
                <a:ea typeface="Times New Roman"/>
                <a:cs typeface="Times New Roman"/>
              </a:defRPr>
            </a:pPr>
            <a:r>
              <a:rPr sz="1087" b="0" i="1" lang="zh-CN" dirty="0">
                <a:solidFill>
                  <a:srgbClr val="000000"/>
                </a:solidFill>
                <a:latin typeface="Times New Roman"/>
                <a:ea typeface="Times New Roman"/>
                <a:cs typeface="Times New Roman"/>
              </a:rPr>
              <a:t>c</a:t>
            </a:r>
          </a:p>
        </p:txBody>
      </p:sp>
      <p:sp>
        <p:nvSpPr>
          <p:cNvPr id="215" name="math_output_loc_9" descr="Editable text; source id math_output_loc_9"/>
          <p:cNvSpPr txBox="1"/>
          <p:nvPr/>
        </p:nvSpPr>
        <p:spPr>
          <a:xfrm>
            <a:off x="11631888" y="845920"/>
            <a:ext cx="46036"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a:t>
            </a:r>
          </a:p>
        </p:txBody>
      </p:sp>
      <p:sp>
        <p:nvSpPr>
          <p:cNvPr id="216" name="vertical_dot_0" descr="Editable shape; source id vertical_dot_0"/>
          <p:cNvSpPr/>
          <p:nvPr/>
        </p:nvSpPr>
        <p:spPr>
          <a:xfrm>
            <a:off x="9414464" y="2301824"/>
            <a:ext cx="13043" cy="13043"/>
          </a:xfrm>
          <a:prstGeom prst="ellipse">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7" name="math_output_loc_10" descr="Editable text; source id math_output_loc_10"/>
          <p:cNvSpPr txBox="1"/>
          <p:nvPr/>
        </p:nvSpPr>
        <p:spPr>
          <a:xfrm>
            <a:off x="11685598" y="840166"/>
            <a:ext cx="80563" cy="179158"/>
          </a:xfrm>
          <a:prstGeom prst="rect">
            <a:avLst/>
          </a:prstGeom>
          <a:noFill/>
          <a:effectLst/>
        </p:spPr>
        <p:txBody>
          <a:bodyPr wrap="none" anchor="t" tIns="3836" rIns="0" bIns="0" lIns="3836" anchorCtr="0" vertOverflow="overflow">
            <a:noAutofit/>
          </a:bodyPr>
          <a:lstStyle/>
          <a:p>
            <a:pPr algn="l" fontAlgn="base">
              <a:lnSpc>
                <a:spcPts val="1320"/>
              </a:lnSpc>
              <a:spcBef>
                <a:spcPts val="0"/>
              </a:spcBef>
              <a:spcAft>
                <a:spcPts val="0"/>
              </a:spcAft>
              <a:defRPr sz="1147" b="1" i="1" lang="zh-CN" dirty="0">
                <a:solidFill>
                  <a:srgbClr val="000000"/>
                </a:solidFill>
                <a:latin typeface="Times New Roman"/>
                <a:ea typeface="Times New Roman"/>
                <a:cs typeface="Times New Roman"/>
              </a:defRPr>
            </a:pPr>
            <a:r>
              <a:rPr sz="1147" b="1" i="1" lang="zh-CN" dirty="0">
                <a:solidFill>
                  <a:srgbClr val="000000"/>
                </a:solidFill>
                <a:latin typeface="Times New Roman"/>
                <a:ea typeface="Times New Roman"/>
                <a:cs typeface="Times New Roman"/>
              </a:rPr>
              <a:t>τ</a:t>
            </a:r>
          </a:p>
        </p:txBody>
      </p:sp>
      <p:sp>
        <p:nvSpPr>
          <p:cNvPr id="218" name="vertical_dot_1" descr="Editable shape; source id vertical_dot_1"/>
          <p:cNvSpPr/>
          <p:nvPr/>
        </p:nvSpPr>
        <p:spPr>
          <a:xfrm>
            <a:off x="9414464" y="2340188"/>
            <a:ext cx="13043" cy="13043"/>
          </a:xfrm>
          <a:prstGeom prst="ellipse">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9" name="math_output_loc_11" descr="Editable text; source id math_output_loc_11"/>
          <p:cNvSpPr txBox="1"/>
          <p:nvPr/>
        </p:nvSpPr>
        <p:spPr>
          <a:xfrm>
            <a:off x="11762325" y="842084"/>
            <a:ext cx="38363" cy="117393"/>
          </a:xfrm>
          <a:prstGeom prst="rect">
            <a:avLst/>
          </a:prstGeom>
          <a:noFill/>
          <a:effectLst/>
        </p:spPr>
        <p:txBody>
          <a:bodyPr wrap="none" anchor="t" tIns="3836" rIns="0" bIns="0" lIns="3836" anchorCtr="0" vertOverflow="overflow">
            <a:noAutofit/>
          </a:bodyPr>
          <a:lstStyle/>
          <a:p>
            <a:pPr algn="l" fontAlgn="base">
              <a:lnSpc>
                <a:spcPts val="833"/>
              </a:lnSpc>
              <a:spcBef>
                <a:spcPts val="0"/>
              </a:spcBef>
              <a:spcAft>
                <a:spcPts val="0"/>
              </a:spcAft>
              <a:defRPr sz="724" b="0" i="1" lang="zh-CN" dirty="0">
                <a:solidFill>
                  <a:srgbClr val="000000"/>
                </a:solidFill>
                <a:latin typeface="Times New Roman"/>
                <a:ea typeface="Times New Roman"/>
                <a:cs typeface="Times New Roman"/>
              </a:defRPr>
            </a:pPr>
            <a:r>
              <a:rPr sz="724" b="0" i="1" lang="zh-CN" dirty="0">
                <a:solidFill>
                  <a:srgbClr val="000000"/>
                </a:solidFill>
                <a:latin typeface="Times New Roman"/>
                <a:ea typeface="Times New Roman"/>
                <a:cs typeface="Times New Roman"/>
              </a:rPr>
              <a:t>i</a:t>
            </a:r>
          </a:p>
        </p:txBody>
      </p:sp>
      <p:sp>
        <p:nvSpPr>
          <p:cNvPr id="220" name="vertical_dot_2" descr="Editable shape; source id vertical_dot_2"/>
          <p:cNvSpPr/>
          <p:nvPr/>
        </p:nvSpPr>
        <p:spPr>
          <a:xfrm>
            <a:off x="9414464" y="2378552"/>
            <a:ext cx="13043" cy="13043"/>
          </a:xfrm>
          <a:prstGeom prst="ellipse">
            <a:avLst/>
          </a:prstGeom>
          <a:solidFill>
            <a:srgbClr val="0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1" name="math_output_loc_12" descr="Editable text; source id math_output_loc_12"/>
          <p:cNvSpPr txBox="1"/>
          <p:nvPr/>
        </p:nvSpPr>
        <p:spPr>
          <a:xfrm>
            <a:off x="11793016" y="845920"/>
            <a:ext cx="46036"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a:t>
            </a:r>
          </a:p>
        </p:txBody>
      </p:sp>
      <p:sp>
        <p:nvSpPr>
          <p:cNvPr id="222" name="math_output_loc_13" descr="Editable text; source id math_output_loc_13"/>
          <p:cNvSpPr txBox="1"/>
          <p:nvPr/>
        </p:nvSpPr>
        <p:spPr>
          <a:xfrm>
            <a:off x="11854398" y="845920"/>
            <a:ext cx="49872"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1" lang="zh-CN" dirty="0">
                <a:solidFill>
                  <a:srgbClr val="000000"/>
                </a:solidFill>
                <a:latin typeface="Times New Roman"/>
                <a:ea typeface="Times New Roman"/>
                <a:cs typeface="Times New Roman"/>
              </a:defRPr>
            </a:pPr>
            <a:r>
              <a:rPr sz="1087" b="0" i="1" lang="zh-CN" dirty="0">
                <a:solidFill>
                  <a:srgbClr val="000000"/>
                </a:solidFill>
                <a:latin typeface="Times New Roman"/>
                <a:ea typeface="Times New Roman"/>
                <a:cs typeface="Times New Roman"/>
              </a:rPr>
              <a:t>i</a:t>
            </a:r>
          </a:p>
        </p:txBody>
      </p:sp>
      <p:sp>
        <p:nvSpPr>
          <p:cNvPr id="223" name="math_output_loc_14" descr="Editable text; source id math_output_loc_14"/>
          <p:cNvSpPr txBox="1"/>
          <p:nvPr/>
        </p:nvSpPr>
        <p:spPr>
          <a:xfrm>
            <a:off x="11896598" y="845920"/>
            <a:ext cx="57545"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a:t>
            </a:r>
          </a:p>
        </p:txBody>
      </p:sp>
      <p:sp>
        <p:nvSpPr>
          <p:cNvPr id="224" name="math_output_rot_0" descr="Editable text; source id math_output_rot_0"/>
          <p:cNvSpPr txBox="1"/>
          <p:nvPr/>
        </p:nvSpPr>
        <p:spPr>
          <a:xfrm>
            <a:off x="11071778" y="1068430"/>
            <a:ext cx="67136"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ϵ</a:t>
            </a:r>
          </a:p>
        </p:txBody>
      </p:sp>
      <p:sp>
        <p:nvSpPr>
          <p:cNvPr id="225" name="math_output_rot_1" descr="Editable text; source id math_output_rot_1"/>
          <p:cNvSpPr txBox="1"/>
          <p:nvPr/>
        </p:nvSpPr>
        <p:spPr>
          <a:xfrm>
            <a:off x="11140832" y="1039657"/>
            <a:ext cx="145782" cy="138569"/>
          </a:xfrm>
          <a:prstGeom prst="rect">
            <a:avLst/>
          </a:prstGeom>
          <a:noFill/>
          <a:effectLst/>
        </p:spPr>
        <p:txBody>
          <a:bodyPr wrap="none" anchor="t" tIns="3836" rIns="0" bIns="0" lIns="3836" anchorCtr="0" vertOverflow="overflow">
            <a:noAutofit/>
          </a:bodyPr>
          <a:lstStyle/>
          <a:p>
            <a:pPr algn="l" fontAlgn="base">
              <a:lnSpc>
                <a:spcPts val="1000"/>
              </a:lnSpc>
              <a:spcBef>
                <a:spcPts val="0"/>
              </a:spcBef>
              <a:spcAft>
                <a:spcPts val="0"/>
              </a:spcAft>
              <a:defRPr sz="869" b="0" i="1" lang="zh-CN" dirty="0">
                <a:solidFill>
                  <a:srgbClr val="000000"/>
                </a:solidFill>
                <a:latin typeface="Times New Roman"/>
                <a:ea typeface="Times New Roman"/>
                <a:cs typeface="Times New Roman"/>
              </a:defRPr>
            </a:pPr>
            <a:r>
              <a:rPr sz="869" b="0" i="1" lang="zh-CN" dirty="0">
                <a:solidFill>
                  <a:srgbClr val="000000"/>
                </a:solidFill>
                <a:latin typeface="Times New Roman"/>
                <a:ea typeface="Times New Roman"/>
                <a:cs typeface="Times New Roman"/>
              </a:rPr>
              <a:t>rot</a:t>
            </a:r>
          </a:p>
        </p:txBody>
      </p:sp>
      <p:sp>
        <p:nvSpPr>
          <p:cNvPr id="226" name="math_output_rot_2" descr="Editable text; source id math_output_rot_2"/>
          <p:cNvSpPr txBox="1"/>
          <p:nvPr/>
        </p:nvSpPr>
        <p:spPr>
          <a:xfrm>
            <a:off x="11133160" y="1141321"/>
            <a:ext cx="65218" cy="126216"/>
          </a:xfrm>
          <a:prstGeom prst="rect">
            <a:avLst/>
          </a:prstGeom>
          <a:noFill/>
          <a:effectLst/>
        </p:spPr>
        <p:txBody>
          <a:bodyPr wrap="none" anchor="t" tIns="3836" rIns="0" bIns="0" lIns="3836" anchorCtr="0" vertOverflow="overflow">
            <a:noAutofit/>
          </a:bodyPr>
          <a:lstStyle/>
          <a:p>
            <a:pPr algn="l" fontAlgn="base">
              <a:lnSpc>
                <a:spcPts val="903"/>
              </a:lnSpc>
              <a:spcBef>
                <a:spcPts val="0"/>
              </a:spcBef>
              <a:spcAft>
                <a:spcPts val="0"/>
              </a:spcAft>
              <a:defRPr sz="785" b="1" i="1" lang="zh-CN" dirty="0">
                <a:solidFill>
                  <a:srgbClr val="000000"/>
                </a:solidFill>
                <a:latin typeface="Times New Roman"/>
                <a:ea typeface="Times New Roman"/>
                <a:cs typeface="Times New Roman"/>
              </a:defRPr>
            </a:pPr>
            <a:r>
              <a:rPr sz="785" b="1" i="1" lang="zh-CN" dirty="0">
                <a:solidFill>
                  <a:srgbClr val="000000"/>
                </a:solidFill>
                <a:latin typeface="Times New Roman"/>
                <a:ea typeface="Times New Roman"/>
                <a:cs typeface="Times New Roman"/>
              </a:rPr>
              <a:t>θ</a:t>
            </a:r>
          </a:p>
        </p:txBody>
      </p:sp>
      <p:sp>
        <p:nvSpPr>
          <p:cNvPr id="227" name="math_output_rot_3" descr="Editable text; source id math_output_rot_3"/>
          <p:cNvSpPr txBox="1"/>
          <p:nvPr/>
        </p:nvSpPr>
        <p:spPr>
          <a:xfrm>
            <a:off x="11294287" y="1068430"/>
            <a:ext cx="57545"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a:t>
            </a:r>
          </a:p>
        </p:txBody>
      </p:sp>
      <p:sp>
        <p:nvSpPr>
          <p:cNvPr id="228" name="math_output_rot_4" descr="Editable text; source id math_output_rot_4"/>
          <p:cNvSpPr txBox="1"/>
          <p:nvPr/>
        </p:nvSpPr>
        <p:spPr>
          <a:xfrm>
            <a:off x="11349915" y="1062675"/>
            <a:ext cx="84400" cy="179158"/>
          </a:xfrm>
          <a:prstGeom prst="rect">
            <a:avLst/>
          </a:prstGeom>
          <a:noFill/>
          <a:effectLst/>
        </p:spPr>
        <p:txBody>
          <a:bodyPr wrap="none" anchor="t" tIns="3836" rIns="0" bIns="0" lIns="3836" anchorCtr="0" vertOverflow="overflow">
            <a:noAutofit/>
          </a:bodyPr>
          <a:lstStyle/>
          <a:p>
            <a:pPr algn="l" fontAlgn="base">
              <a:lnSpc>
                <a:spcPts val="1320"/>
              </a:lnSpc>
              <a:spcBef>
                <a:spcPts val="0"/>
              </a:spcBef>
              <a:spcAft>
                <a:spcPts val="0"/>
              </a:spcAft>
              <a:defRPr sz="1147" b="1" i="1" lang="zh-CN" dirty="0">
                <a:solidFill>
                  <a:srgbClr val="000000"/>
                </a:solidFill>
                <a:latin typeface="Times New Roman"/>
                <a:ea typeface="Times New Roman"/>
                <a:cs typeface="Times New Roman"/>
              </a:defRPr>
            </a:pPr>
            <a:r>
              <a:rPr sz="1147" b="1" i="1" lang="zh-CN" dirty="0">
                <a:solidFill>
                  <a:srgbClr val="000000"/>
                </a:solidFill>
                <a:latin typeface="Times New Roman"/>
                <a:ea typeface="Times New Roman"/>
                <a:cs typeface="Times New Roman"/>
              </a:rPr>
              <a:t>o</a:t>
            </a:r>
          </a:p>
        </p:txBody>
      </p:sp>
      <p:sp>
        <p:nvSpPr>
          <p:cNvPr id="229" name="math_output_rot_5" descr="Editable text; source id math_output_rot_5"/>
          <p:cNvSpPr txBox="1"/>
          <p:nvPr/>
        </p:nvSpPr>
        <p:spPr>
          <a:xfrm>
            <a:off x="11424724" y="1068430"/>
            <a:ext cx="46036"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a:t>
            </a:r>
          </a:p>
        </p:txBody>
      </p:sp>
      <p:sp>
        <p:nvSpPr>
          <p:cNvPr id="230" name="math_output_rot_6" descr="Editable text; source id math_output_rot_6"/>
          <p:cNvSpPr txBox="1"/>
          <p:nvPr/>
        </p:nvSpPr>
        <p:spPr>
          <a:xfrm>
            <a:off x="11478433" y="1068430"/>
            <a:ext cx="53709"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1" lang="zh-CN" dirty="0">
                <a:solidFill>
                  <a:srgbClr val="000000"/>
                </a:solidFill>
                <a:latin typeface="Times New Roman"/>
                <a:ea typeface="Times New Roman"/>
                <a:cs typeface="Times New Roman"/>
              </a:defRPr>
            </a:pPr>
            <a:r>
              <a:rPr sz="1087" b="0" i="1" lang="zh-CN" dirty="0">
                <a:solidFill>
                  <a:srgbClr val="000000"/>
                </a:solidFill>
                <a:latin typeface="Times New Roman"/>
                <a:ea typeface="Times New Roman"/>
                <a:cs typeface="Times New Roman"/>
              </a:rPr>
              <a:t>l</a:t>
            </a:r>
          </a:p>
        </p:txBody>
      </p:sp>
      <p:sp>
        <p:nvSpPr>
          <p:cNvPr id="231" name="math_output_rot_7" descr="Editable text; source id math_output_rot_7"/>
          <p:cNvSpPr txBox="1"/>
          <p:nvPr/>
        </p:nvSpPr>
        <p:spPr>
          <a:xfrm>
            <a:off x="11516797" y="1068430"/>
            <a:ext cx="46036"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a:t>
            </a:r>
          </a:p>
        </p:txBody>
      </p:sp>
      <p:sp>
        <p:nvSpPr>
          <p:cNvPr id="232" name="math_output_rot_8" descr="Editable text; source id math_output_rot_8"/>
          <p:cNvSpPr txBox="1"/>
          <p:nvPr/>
        </p:nvSpPr>
        <p:spPr>
          <a:xfrm>
            <a:off x="11570506" y="1068430"/>
            <a:ext cx="72891"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1" lang="zh-CN" dirty="0">
                <a:solidFill>
                  <a:srgbClr val="000000"/>
                </a:solidFill>
                <a:latin typeface="Times New Roman"/>
                <a:ea typeface="Times New Roman"/>
                <a:cs typeface="Times New Roman"/>
              </a:defRPr>
            </a:pPr>
            <a:r>
              <a:rPr sz="1087" b="0" i="1" lang="zh-CN" dirty="0">
                <a:solidFill>
                  <a:srgbClr val="000000"/>
                </a:solidFill>
                <a:latin typeface="Times New Roman"/>
                <a:ea typeface="Times New Roman"/>
                <a:cs typeface="Times New Roman"/>
              </a:rPr>
              <a:t>c</a:t>
            </a:r>
          </a:p>
        </p:txBody>
      </p:sp>
      <p:sp>
        <p:nvSpPr>
          <p:cNvPr id="233" name="math_output_rot_9" descr="Editable text; source id math_output_rot_9"/>
          <p:cNvSpPr txBox="1"/>
          <p:nvPr/>
        </p:nvSpPr>
        <p:spPr>
          <a:xfrm>
            <a:off x="11631888" y="1068430"/>
            <a:ext cx="46036"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a:t>
            </a:r>
          </a:p>
        </p:txBody>
      </p:sp>
      <p:sp>
        <p:nvSpPr>
          <p:cNvPr id="234" name="math_output_rot_10" descr="Editable text; source id math_output_rot_10"/>
          <p:cNvSpPr txBox="1"/>
          <p:nvPr/>
        </p:nvSpPr>
        <p:spPr>
          <a:xfrm>
            <a:off x="11685598" y="1062675"/>
            <a:ext cx="80563" cy="179158"/>
          </a:xfrm>
          <a:prstGeom prst="rect">
            <a:avLst/>
          </a:prstGeom>
          <a:noFill/>
          <a:effectLst/>
        </p:spPr>
        <p:txBody>
          <a:bodyPr wrap="none" anchor="t" tIns="3836" rIns="0" bIns="0" lIns="3836" anchorCtr="0" vertOverflow="overflow">
            <a:noAutofit/>
          </a:bodyPr>
          <a:lstStyle/>
          <a:p>
            <a:pPr algn="l" fontAlgn="base">
              <a:lnSpc>
                <a:spcPts val="1320"/>
              </a:lnSpc>
              <a:spcBef>
                <a:spcPts val="0"/>
              </a:spcBef>
              <a:spcAft>
                <a:spcPts val="0"/>
              </a:spcAft>
              <a:defRPr sz="1147" b="1" i="1" lang="zh-CN" dirty="0">
                <a:solidFill>
                  <a:srgbClr val="000000"/>
                </a:solidFill>
                <a:latin typeface="Times New Roman"/>
                <a:ea typeface="Times New Roman"/>
                <a:cs typeface="Times New Roman"/>
              </a:defRPr>
            </a:pPr>
            <a:r>
              <a:rPr sz="1147" b="1" i="1" lang="zh-CN" dirty="0">
                <a:solidFill>
                  <a:srgbClr val="000000"/>
                </a:solidFill>
                <a:latin typeface="Times New Roman"/>
                <a:ea typeface="Times New Roman"/>
                <a:cs typeface="Times New Roman"/>
              </a:rPr>
              <a:t>τ</a:t>
            </a:r>
          </a:p>
        </p:txBody>
      </p:sp>
      <p:sp>
        <p:nvSpPr>
          <p:cNvPr id="235" name="math_output_rot_11" descr="Editable text; source id math_output_rot_11"/>
          <p:cNvSpPr txBox="1"/>
          <p:nvPr/>
        </p:nvSpPr>
        <p:spPr>
          <a:xfrm>
            <a:off x="11762325" y="1064594"/>
            <a:ext cx="38363" cy="117393"/>
          </a:xfrm>
          <a:prstGeom prst="rect">
            <a:avLst/>
          </a:prstGeom>
          <a:noFill/>
          <a:effectLst/>
        </p:spPr>
        <p:txBody>
          <a:bodyPr wrap="none" anchor="t" tIns="3836" rIns="0" bIns="0" lIns="3836" anchorCtr="0" vertOverflow="overflow">
            <a:noAutofit/>
          </a:bodyPr>
          <a:lstStyle/>
          <a:p>
            <a:pPr algn="l" fontAlgn="base">
              <a:lnSpc>
                <a:spcPts val="833"/>
              </a:lnSpc>
              <a:spcBef>
                <a:spcPts val="0"/>
              </a:spcBef>
              <a:spcAft>
                <a:spcPts val="0"/>
              </a:spcAft>
              <a:defRPr sz="724" b="0" i="1" lang="zh-CN" dirty="0">
                <a:solidFill>
                  <a:srgbClr val="000000"/>
                </a:solidFill>
                <a:latin typeface="Times New Roman"/>
                <a:ea typeface="Times New Roman"/>
                <a:cs typeface="Times New Roman"/>
              </a:defRPr>
            </a:pPr>
            <a:r>
              <a:rPr sz="724" b="0" i="1" lang="zh-CN" dirty="0">
                <a:solidFill>
                  <a:srgbClr val="000000"/>
                </a:solidFill>
                <a:latin typeface="Times New Roman"/>
                <a:ea typeface="Times New Roman"/>
                <a:cs typeface="Times New Roman"/>
              </a:rPr>
              <a:t>i</a:t>
            </a:r>
          </a:p>
        </p:txBody>
      </p:sp>
      <p:sp>
        <p:nvSpPr>
          <p:cNvPr id="236" name="math_output_rot_12" descr="Editable text; source id math_output_rot_12"/>
          <p:cNvSpPr txBox="1"/>
          <p:nvPr/>
        </p:nvSpPr>
        <p:spPr>
          <a:xfrm>
            <a:off x="11793016" y="1068430"/>
            <a:ext cx="46036"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a:t>
            </a:r>
          </a:p>
        </p:txBody>
      </p:sp>
      <p:sp>
        <p:nvSpPr>
          <p:cNvPr id="237" name="math_output_rot_13" descr="Editable text; source id math_output_rot_13"/>
          <p:cNvSpPr txBox="1"/>
          <p:nvPr/>
        </p:nvSpPr>
        <p:spPr>
          <a:xfrm>
            <a:off x="11854398" y="1068430"/>
            <a:ext cx="49872"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1" lang="zh-CN" dirty="0">
                <a:solidFill>
                  <a:srgbClr val="000000"/>
                </a:solidFill>
                <a:latin typeface="Times New Roman"/>
                <a:ea typeface="Times New Roman"/>
                <a:cs typeface="Times New Roman"/>
              </a:defRPr>
            </a:pPr>
            <a:r>
              <a:rPr sz="1087" b="0" i="1" lang="zh-CN" dirty="0">
                <a:solidFill>
                  <a:srgbClr val="000000"/>
                </a:solidFill>
                <a:latin typeface="Times New Roman"/>
                <a:ea typeface="Times New Roman"/>
                <a:cs typeface="Times New Roman"/>
              </a:rPr>
              <a:t>i</a:t>
            </a:r>
          </a:p>
        </p:txBody>
      </p:sp>
      <p:sp>
        <p:nvSpPr>
          <p:cNvPr id="238" name="math_output_rot_14" descr="Editable text; source id math_output_rot_14"/>
          <p:cNvSpPr txBox="1"/>
          <p:nvPr/>
        </p:nvSpPr>
        <p:spPr>
          <a:xfrm>
            <a:off x="11896598" y="1068430"/>
            <a:ext cx="57545"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a:t>
            </a:r>
          </a:p>
        </p:txBody>
      </p:sp>
      <p:sp>
        <p:nvSpPr>
          <p:cNvPr id="239" name="depth_label" descr="Editable text; source id depth_label"/>
          <p:cNvSpPr txBox="1"/>
          <p:nvPr/>
        </p:nvSpPr>
        <p:spPr>
          <a:xfrm>
            <a:off x="452692" y="1158585"/>
            <a:ext cx="767274" cy="222509"/>
          </a:xfrm>
          <a:prstGeom prst="rect">
            <a:avLst/>
          </a:prstGeom>
          <a:noFill/>
          <a:effectLst/>
        </p:spPr>
        <p:txBody>
          <a:bodyPr wrap="none" anchor="t" tIns="0" rIns="0" bIns="0" lIns="0" anchorCtr="0" vertOverflow="overflow">
            <a:noAutofit/>
          </a:bodyPr>
          <a:lstStyle/>
          <a:p>
            <a:pPr algn="l" fontAlgn="base">
              <a:lnSpc>
                <a:spcPts val="1250"/>
              </a:lnSpc>
              <a:spcBef>
                <a:spcPts val="0"/>
              </a:spcBef>
              <a:spcAft>
                <a:spcPts val="0"/>
              </a:spcAft>
              <a:defRPr sz="1087" b="0" i="0" lang="zh-CN" dirty="0">
                <a:solidFill>
                  <a:srgbClr val="111827"/>
                </a:solidFill>
                <a:latin typeface="Arial"/>
                <a:ea typeface="Arial"/>
                <a:cs typeface="Arial"/>
              </a:defRPr>
            </a:pPr>
            <a:r>
              <a:rPr sz="1087" b="0" i="0" lang="zh-CN" dirty="0">
                <a:solidFill>
                  <a:srgbClr val="111827"/>
                </a:solidFill>
                <a:latin typeface="Arial"/>
                <a:ea typeface="Arial"/>
                <a:cs typeface="Arial"/>
              </a:rPr>
              <a:t>Depth map</a:t>
            </a:r>
          </a:p>
        </p:txBody>
      </p:sp>
      <p:sp>
        <p:nvSpPr>
          <p:cNvPr id="240" name="image_label" descr="Editable text; source id image_label"/>
          <p:cNvSpPr txBox="1"/>
          <p:nvPr/>
        </p:nvSpPr>
        <p:spPr>
          <a:xfrm>
            <a:off x="598474" y="2439934"/>
            <a:ext cx="529419" cy="222509"/>
          </a:xfrm>
          <a:prstGeom prst="rect">
            <a:avLst/>
          </a:prstGeom>
          <a:noFill/>
          <a:effectLst/>
        </p:spPr>
        <p:txBody>
          <a:bodyPr wrap="none" anchor="t" tIns="0" rIns="0" bIns="0" lIns="0" anchorCtr="0" vertOverflow="overflow">
            <a:noAutofit/>
          </a:bodyPr>
          <a:lstStyle/>
          <a:p>
            <a:pPr algn="l" fontAlgn="base">
              <a:lnSpc>
                <a:spcPts val="1250"/>
              </a:lnSpc>
              <a:spcBef>
                <a:spcPts val="0"/>
              </a:spcBef>
              <a:spcAft>
                <a:spcPts val="0"/>
              </a:spcAft>
              <a:defRPr sz="1087" b="0" i="0" lang="zh-CN" dirty="0">
                <a:solidFill>
                  <a:srgbClr val="111827"/>
                </a:solidFill>
                <a:latin typeface="Arial"/>
                <a:ea typeface="Arial"/>
                <a:cs typeface="Arial"/>
              </a:defRPr>
            </a:pPr>
            <a:r>
              <a:rPr sz="1087" b="0" i="0" lang="zh-CN" dirty="0">
                <a:solidFill>
                  <a:srgbClr val="111827"/>
                </a:solidFill>
                <a:latin typeface="Arial"/>
                <a:ea typeface="Arial"/>
                <a:cs typeface="Arial"/>
              </a:rPr>
              <a:t>Image</a:t>
            </a:r>
          </a:p>
        </p:txBody>
      </p:sp>
      <p:sp>
        <p:nvSpPr>
          <p:cNvPr id="241" name="proprio_token_label" descr="Editable text; source id proprio_token_label"/>
          <p:cNvSpPr txBox="1"/>
          <p:nvPr/>
        </p:nvSpPr>
        <p:spPr>
          <a:xfrm>
            <a:off x="8401661" y="222509"/>
            <a:ext cx="391310" cy="191818"/>
          </a:xfrm>
          <a:prstGeom prst="rect">
            <a:avLst/>
          </a:prstGeom>
          <a:noFill/>
          <a:effectLst/>
        </p:spPr>
        <p:txBody>
          <a:bodyPr wrap="none" anchor="t" tIns="0" rIns="0" bIns="0" lIns="0" anchorCtr="0" vertOverflow="overflow">
            <a:noAutofit/>
          </a:bodyPr>
          <a:lstStyle/>
          <a:p>
            <a:pPr algn="l" fontAlgn="base">
              <a:lnSpc>
                <a:spcPts val="1250"/>
              </a:lnSpc>
              <a:spcBef>
                <a:spcPts val="0"/>
              </a:spcBef>
              <a:spcAft>
                <a:spcPts val="0"/>
              </a:spcAft>
              <a:defRPr sz="1087" b="0" i="0" lang="zh-CN" dirty="0">
                <a:solidFill>
                  <a:srgbClr val="7836A8"/>
                </a:solidFill>
                <a:latin typeface="Arial"/>
                <a:ea typeface="Arial"/>
                <a:cs typeface="Arial"/>
              </a:defRPr>
            </a:pPr>
            <a:r>
              <a:rPr sz="1087" b="0" i="0" lang="zh-CN" dirty="0">
                <a:solidFill>
                  <a:srgbClr val="7836A8"/>
                </a:solidFill>
                <a:latin typeface="Arial"/>
                <a:ea typeface="Arial"/>
                <a:cs typeface="Arial"/>
              </a:rPr>
              <a:t>token</a:t>
            </a:r>
          </a:p>
        </p:txBody>
      </p:sp>
      <p:sp>
        <p:nvSpPr>
          <p:cNvPr id="242" name="math_step_0_0" descr="Editable text; source id math_step_0_0"/>
          <p:cNvSpPr txBox="1"/>
          <p:nvPr/>
        </p:nvSpPr>
        <p:spPr>
          <a:xfrm>
            <a:off x="1922023" y="4897132"/>
            <a:ext cx="67136"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ϵ</a:t>
            </a:r>
          </a:p>
        </p:txBody>
      </p:sp>
      <p:sp>
        <p:nvSpPr>
          <p:cNvPr id="243" name="math_step_0_1" descr="Editable text; source id math_step_0_1"/>
          <p:cNvSpPr txBox="1"/>
          <p:nvPr/>
        </p:nvSpPr>
        <p:spPr>
          <a:xfrm>
            <a:off x="1983405" y="4885623"/>
            <a:ext cx="132354" cy="125863"/>
          </a:xfrm>
          <a:prstGeom prst="rect">
            <a:avLst/>
          </a:prstGeom>
          <a:noFill/>
          <a:effectLst/>
        </p:spPr>
        <p:txBody>
          <a:bodyPr wrap="none" anchor="t" tIns="3836" rIns="0" bIns="0" lIns="3836" anchorCtr="0" vertOverflow="overflow">
            <a:noAutofit/>
          </a:bodyPr>
          <a:lstStyle/>
          <a:p>
            <a:pPr algn="l" fontAlgn="base">
              <a:lnSpc>
                <a:spcPts val="900"/>
              </a:lnSpc>
              <a:spcBef>
                <a:spcPts val="0"/>
              </a:spcBef>
              <a:spcAft>
                <a:spcPts val="0"/>
              </a:spcAft>
              <a:defRPr sz="782" b="0" i="1" lang="zh-CN" dirty="0">
                <a:solidFill>
                  <a:srgbClr val="000000"/>
                </a:solidFill>
                <a:latin typeface="Times New Roman"/>
                <a:ea typeface="Times New Roman"/>
                <a:cs typeface="Times New Roman"/>
              </a:defRPr>
            </a:pPr>
            <a:r>
              <a:rPr sz="782" b="0" i="1" lang="zh-CN" dirty="0">
                <a:solidFill>
                  <a:srgbClr val="000000"/>
                </a:solidFill>
                <a:latin typeface="Times New Roman"/>
                <a:ea typeface="Times New Roman"/>
                <a:cs typeface="Times New Roman"/>
              </a:rPr>
              <a:t>loc</a:t>
            </a:r>
          </a:p>
        </p:txBody>
      </p:sp>
      <p:sp>
        <p:nvSpPr>
          <p:cNvPr id="244" name="math_step_0_2" descr="Editable text; source id math_step_0_2"/>
          <p:cNvSpPr txBox="1"/>
          <p:nvPr/>
        </p:nvSpPr>
        <p:spPr>
          <a:xfrm>
            <a:off x="1975733" y="4971941"/>
            <a:ext cx="59463" cy="114745"/>
          </a:xfrm>
          <a:prstGeom prst="rect">
            <a:avLst/>
          </a:prstGeom>
          <a:noFill/>
          <a:effectLst/>
        </p:spPr>
        <p:txBody>
          <a:bodyPr wrap="none" anchor="t" tIns="3836" rIns="0" bIns="0" lIns="3836" anchorCtr="0" vertOverflow="overflow">
            <a:noAutofit/>
          </a:bodyPr>
          <a:lstStyle/>
          <a:p>
            <a:pPr algn="l" fontAlgn="base">
              <a:lnSpc>
                <a:spcPts val="812"/>
              </a:lnSpc>
              <a:spcBef>
                <a:spcPts val="0"/>
              </a:spcBef>
              <a:spcAft>
                <a:spcPts val="0"/>
              </a:spcAft>
              <a:defRPr sz="706" b="1" i="1" lang="zh-CN" dirty="0">
                <a:solidFill>
                  <a:srgbClr val="000000"/>
                </a:solidFill>
                <a:latin typeface="Times New Roman"/>
                <a:ea typeface="Times New Roman"/>
                <a:cs typeface="Times New Roman"/>
              </a:defRPr>
            </a:pPr>
            <a:r>
              <a:rPr sz="706" b="1" i="1" lang="zh-CN" dirty="0">
                <a:solidFill>
                  <a:srgbClr val="000000"/>
                </a:solidFill>
                <a:latin typeface="Times New Roman"/>
                <a:ea typeface="Times New Roman"/>
                <a:cs typeface="Times New Roman"/>
              </a:rPr>
              <a:t>θ</a:t>
            </a:r>
          </a:p>
        </p:txBody>
      </p:sp>
      <p:sp>
        <p:nvSpPr>
          <p:cNvPr id="245" name="math_step_0_3" descr="Editable text; source id math_step_0_3"/>
          <p:cNvSpPr txBox="1"/>
          <p:nvPr/>
        </p:nvSpPr>
        <p:spPr>
          <a:xfrm>
            <a:off x="2113842" y="4889459"/>
            <a:ext cx="46036"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a:t>
            </a:r>
          </a:p>
        </p:txBody>
      </p:sp>
      <p:sp>
        <p:nvSpPr>
          <p:cNvPr id="246" name="math_step_0_4" descr="Editable text; source id math_step_0_4"/>
          <p:cNvSpPr txBox="1"/>
          <p:nvPr/>
        </p:nvSpPr>
        <p:spPr>
          <a:xfrm>
            <a:off x="2167551" y="4897132"/>
            <a:ext cx="67136"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ϵ</a:t>
            </a:r>
          </a:p>
        </p:txBody>
      </p:sp>
      <p:sp>
        <p:nvSpPr>
          <p:cNvPr id="247" name="math_step_0_5" descr="Editable text; source id math_step_0_5"/>
          <p:cNvSpPr txBox="1"/>
          <p:nvPr/>
        </p:nvSpPr>
        <p:spPr>
          <a:xfrm>
            <a:off x="2236606" y="4885623"/>
            <a:ext cx="130436" cy="125863"/>
          </a:xfrm>
          <a:prstGeom prst="rect">
            <a:avLst/>
          </a:prstGeom>
          <a:noFill/>
          <a:effectLst/>
        </p:spPr>
        <p:txBody>
          <a:bodyPr wrap="none" anchor="t" tIns="3836" rIns="0" bIns="0" lIns="3836" anchorCtr="0" vertOverflow="overflow">
            <a:noAutofit/>
          </a:bodyPr>
          <a:lstStyle/>
          <a:p>
            <a:pPr algn="l" fontAlgn="base">
              <a:lnSpc>
                <a:spcPts val="900"/>
              </a:lnSpc>
              <a:spcBef>
                <a:spcPts val="0"/>
              </a:spcBef>
              <a:spcAft>
                <a:spcPts val="0"/>
              </a:spcAft>
              <a:defRPr sz="782" b="0" i="1" lang="zh-CN" dirty="0">
                <a:solidFill>
                  <a:srgbClr val="000000"/>
                </a:solidFill>
                <a:latin typeface="Times New Roman"/>
                <a:ea typeface="Times New Roman"/>
                <a:cs typeface="Times New Roman"/>
              </a:defRPr>
            </a:pPr>
            <a:r>
              <a:rPr sz="782" b="0" i="1" lang="zh-CN" dirty="0">
                <a:solidFill>
                  <a:srgbClr val="000000"/>
                </a:solidFill>
                <a:latin typeface="Times New Roman"/>
                <a:ea typeface="Times New Roman"/>
                <a:cs typeface="Times New Roman"/>
              </a:rPr>
              <a:t>rot</a:t>
            </a:r>
          </a:p>
        </p:txBody>
      </p:sp>
      <p:sp>
        <p:nvSpPr>
          <p:cNvPr id="248" name="math_step_0_6" descr="Editable text; source id math_step_0_6"/>
          <p:cNvSpPr txBox="1"/>
          <p:nvPr/>
        </p:nvSpPr>
        <p:spPr>
          <a:xfrm>
            <a:off x="2221261" y="4971941"/>
            <a:ext cx="59463" cy="114745"/>
          </a:xfrm>
          <a:prstGeom prst="rect">
            <a:avLst/>
          </a:prstGeom>
          <a:noFill/>
          <a:effectLst/>
        </p:spPr>
        <p:txBody>
          <a:bodyPr wrap="none" anchor="t" tIns="3836" rIns="0" bIns="0" lIns="3836" anchorCtr="0" vertOverflow="overflow">
            <a:noAutofit/>
          </a:bodyPr>
          <a:lstStyle/>
          <a:p>
            <a:pPr algn="l" fontAlgn="base">
              <a:lnSpc>
                <a:spcPts val="812"/>
              </a:lnSpc>
              <a:spcBef>
                <a:spcPts val="0"/>
              </a:spcBef>
              <a:spcAft>
                <a:spcPts val="0"/>
              </a:spcAft>
              <a:defRPr sz="706" b="1" i="1" lang="zh-CN" dirty="0">
                <a:solidFill>
                  <a:srgbClr val="000000"/>
                </a:solidFill>
                <a:latin typeface="Times New Roman"/>
                <a:ea typeface="Times New Roman"/>
                <a:cs typeface="Times New Roman"/>
              </a:defRPr>
            </a:pPr>
            <a:r>
              <a:rPr sz="706" b="1" i="1" lang="zh-CN" dirty="0">
                <a:solidFill>
                  <a:srgbClr val="000000"/>
                </a:solidFill>
                <a:latin typeface="Times New Roman"/>
                <a:ea typeface="Times New Roman"/>
                <a:cs typeface="Times New Roman"/>
              </a:rPr>
              <a:t>θ</a:t>
            </a:r>
          </a:p>
        </p:txBody>
      </p:sp>
      <p:sp>
        <p:nvSpPr>
          <p:cNvPr id="249" name="math_step_1_0" descr="Editable text; source id math_step_1_0"/>
          <p:cNvSpPr txBox="1"/>
          <p:nvPr/>
        </p:nvSpPr>
        <p:spPr>
          <a:xfrm>
            <a:off x="7162512" y="4897132"/>
            <a:ext cx="67136"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ϵ</a:t>
            </a:r>
          </a:p>
        </p:txBody>
      </p:sp>
      <p:sp>
        <p:nvSpPr>
          <p:cNvPr id="250" name="math_step_1_1" descr="Editable text; source id math_step_1_1"/>
          <p:cNvSpPr txBox="1"/>
          <p:nvPr/>
        </p:nvSpPr>
        <p:spPr>
          <a:xfrm>
            <a:off x="7223894" y="4885623"/>
            <a:ext cx="132354" cy="125863"/>
          </a:xfrm>
          <a:prstGeom prst="rect">
            <a:avLst/>
          </a:prstGeom>
          <a:noFill/>
          <a:effectLst/>
        </p:spPr>
        <p:txBody>
          <a:bodyPr wrap="none" anchor="t" tIns="3836" rIns="0" bIns="0" lIns="3836" anchorCtr="0" vertOverflow="overflow">
            <a:noAutofit/>
          </a:bodyPr>
          <a:lstStyle/>
          <a:p>
            <a:pPr algn="l" fontAlgn="base">
              <a:lnSpc>
                <a:spcPts val="900"/>
              </a:lnSpc>
              <a:spcBef>
                <a:spcPts val="0"/>
              </a:spcBef>
              <a:spcAft>
                <a:spcPts val="0"/>
              </a:spcAft>
              <a:defRPr sz="782" b="0" i="1" lang="zh-CN" dirty="0">
                <a:solidFill>
                  <a:srgbClr val="000000"/>
                </a:solidFill>
                <a:latin typeface="Times New Roman"/>
                <a:ea typeface="Times New Roman"/>
                <a:cs typeface="Times New Roman"/>
              </a:defRPr>
            </a:pPr>
            <a:r>
              <a:rPr sz="782" b="0" i="1" lang="zh-CN" dirty="0">
                <a:solidFill>
                  <a:srgbClr val="000000"/>
                </a:solidFill>
                <a:latin typeface="Times New Roman"/>
                <a:ea typeface="Times New Roman"/>
                <a:cs typeface="Times New Roman"/>
              </a:rPr>
              <a:t>loc</a:t>
            </a:r>
          </a:p>
        </p:txBody>
      </p:sp>
      <p:sp>
        <p:nvSpPr>
          <p:cNvPr id="251" name="math_step_1_2" descr="Editable text; source id math_step_1_2"/>
          <p:cNvSpPr txBox="1"/>
          <p:nvPr/>
        </p:nvSpPr>
        <p:spPr>
          <a:xfrm>
            <a:off x="7216221" y="4971941"/>
            <a:ext cx="59463" cy="114745"/>
          </a:xfrm>
          <a:prstGeom prst="rect">
            <a:avLst/>
          </a:prstGeom>
          <a:noFill/>
          <a:effectLst/>
        </p:spPr>
        <p:txBody>
          <a:bodyPr wrap="none" anchor="t" tIns="3836" rIns="0" bIns="0" lIns="3836" anchorCtr="0" vertOverflow="overflow">
            <a:noAutofit/>
          </a:bodyPr>
          <a:lstStyle/>
          <a:p>
            <a:pPr algn="l" fontAlgn="base">
              <a:lnSpc>
                <a:spcPts val="812"/>
              </a:lnSpc>
              <a:spcBef>
                <a:spcPts val="0"/>
              </a:spcBef>
              <a:spcAft>
                <a:spcPts val="0"/>
              </a:spcAft>
              <a:defRPr sz="706" b="1" i="1" lang="zh-CN" dirty="0">
                <a:solidFill>
                  <a:srgbClr val="000000"/>
                </a:solidFill>
                <a:latin typeface="Times New Roman"/>
                <a:ea typeface="Times New Roman"/>
                <a:cs typeface="Times New Roman"/>
              </a:defRPr>
            </a:pPr>
            <a:r>
              <a:rPr sz="706" b="1" i="1" lang="zh-CN" dirty="0">
                <a:solidFill>
                  <a:srgbClr val="000000"/>
                </a:solidFill>
                <a:latin typeface="Times New Roman"/>
                <a:ea typeface="Times New Roman"/>
                <a:cs typeface="Times New Roman"/>
              </a:rPr>
              <a:t>θ</a:t>
            </a:r>
          </a:p>
        </p:txBody>
      </p:sp>
      <p:sp>
        <p:nvSpPr>
          <p:cNvPr id="252" name="math_step_1_3" descr="Editable text; source id math_step_1_3"/>
          <p:cNvSpPr txBox="1"/>
          <p:nvPr/>
        </p:nvSpPr>
        <p:spPr>
          <a:xfrm>
            <a:off x="7354330" y="4889459"/>
            <a:ext cx="46036"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a:t>
            </a:r>
          </a:p>
        </p:txBody>
      </p:sp>
      <p:sp>
        <p:nvSpPr>
          <p:cNvPr id="253" name="math_step_1_4" descr="Editable text; source id math_step_1_4"/>
          <p:cNvSpPr txBox="1"/>
          <p:nvPr/>
        </p:nvSpPr>
        <p:spPr>
          <a:xfrm>
            <a:off x="7408040" y="4897132"/>
            <a:ext cx="67136"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ϵ</a:t>
            </a:r>
          </a:p>
        </p:txBody>
      </p:sp>
      <p:sp>
        <p:nvSpPr>
          <p:cNvPr id="254" name="math_step_1_5" descr="Editable text; source id math_step_1_5"/>
          <p:cNvSpPr txBox="1"/>
          <p:nvPr/>
        </p:nvSpPr>
        <p:spPr>
          <a:xfrm>
            <a:off x="7477094" y="4885623"/>
            <a:ext cx="130436" cy="125863"/>
          </a:xfrm>
          <a:prstGeom prst="rect">
            <a:avLst/>
          </a:prstGeom>
          <a:noFill/>
          <a:effectLst/>
        </p:spPr>
        <p:txBody>
          <a:bodyPr wrap="none" anchor="t" tIns="3836" rIns="0" bIns="0" lIns="3836" anchorCtr="0" vertOverflow="overflow">
            <a:noAutofit/>
          </a:bodyPr>
          <a:lstStyle/>
          <a:p>
            <a:pPr algn="l" fontAlgn="base">
              <a:lnSpc>
                <a:spcPts val="900"/>
              </a:lnSpc>
              <a:spcBef>
                <a:spcPts val="0"/>
              </a:spcBef>
              <a:spcAft>
                <a:spcPts val="0"/>
              </a:spcAft>
              <a:defRPr sz="782" b="0" i="1" lang="zh-CN" dirty="0">
                <a:solidFill>
                  <a:srgbClr val="000000"/>
                </a:solidFill>
                <a:latin typeface="Times New Roman"/>
                <a:ea typeface="Times New Roman"/>
                <a:cs typeface="Times New Roman"/>
              </a:defRPr>
            </a:pPr>
            <a:r>
              <a:rPr sz="782" b="0" i="1" lang="zh-CN" dirty="0">
                <a:solidFill>
                  <a:srgbClr val="000000"/>
                </a:solidFill>
                <a:latin typeface="Times New Roman"/>
                <a:ea typeface="Times New Roman"/>
                <a:cs typeface="Times New Roman"/>
              </a:rPr>
              <a:t>rot</a:t>
            </a:r>
          </a:p>
        </p:txBody>
      </p:sp>
      <p:sp>
        <p:nvSpPr>
          <p:cNvPr id="255" name="math_step_1_6" descr="Editable text; source id math_step_1_6"/>
          <p:cNvSpPr txBox="1"/>
          <p:nvPr/>
        </p:nvSpPr>
        <p:spPr>
          <a:xfrm>
            <a:off x="7461749" y="4971941"/>
            <a:ext cx="59463" cy="114745"/>
          </a:xfrm>
          <a:prstGeom prst="rect">
            <a:avLst/>
          </a:prstGeom>
          <a:noFill/>
          <a:effectLst/>
        </p:spPr>
        <p:txBody>
          <a:bodyPr wrap="none" anchor="t" tIns="3836" rIns="0" bIns="0" lIns="3836" anchorCtr="0" vertOverflow="overflow">
            <a:noAutofit/>
          </a:bodyPr>
          <a:lstStyle/>
          <a:p>
            <a:pPr algn="l" fontAlgn="base">
              <a:lnSpc>
                <a:spcPts val="812"/>
              </a:lnSpc>
              <a:spcBef>
                <a:spcPts val="0"/>
              </a:spcBef>
              <a:spcAft>
                <a:spcPts val="0"/>
              </a:spcAft>
              <a:defRPr sz="706" b="1" i="1" lang="zh-CN" dirty="0">
                <a:solidFill>
                  <a:srgbClr val="000000"/>
                </a:solidFill>
                <a:latin typeface="Times New Roman"/>
                <a:ea typeface="Times New Roman"/>
                <a:cs typeface="Times New Roman"/>
              </a:defRPr>
            </a:pPr>
            <a:r>
              <a:rPr sz="706" b="1" i="1" lang="zh-CN" dirty="0">
                <a:solidFill>
                  <a:srgbClr val="000000"/>
                </a:solidFill>
                <a:latin typeface="Times New Roman"/>
                <a:ea typeface="Times New Roman"/>
                <a:cs typeface="Times New Roman"/>
              </a:rPr>
              <a:t>θ</a:t>
            </a:r>
          </a:p>
        </p:txBody>
      </p:sp>
      <p:sp>
        <p:nvSpPr>
          <p:cNvPr id="256" name="math_step_2_0" descr="Editable text; source id math_step_2_0"/>
          <p:cNvSpPr txBox="1"/>
          <p:nvPr/>
        </p:nvSpPr>
        <p:spPr>
          <a:xfrm>
            <a:off x="9502700" y="4897132"/>
            <a:ext cx="67136"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ϵ</a:t>
            </a:r>
          </a:p>
        </p:txBody>
      </p:sp>
      <p:sp>
        <p:nvSpPr>
          <p:cNvPr id="257" name="math_step_2_1" descr="Editable text; source id math_step_2_1"/>
          <p:cNvSpPr txBox="1"/>
          <p:nvPr/>
        </p:nvSpPr>
        <p:spPr>
          <a:xfrm>
            <a:off x="9564082" y="4885623"/>
            <a:ext cx="132354" cy="125863"/>
          </a:xfrm>
          <a:prstGeom prst="rect">
            <a:avLst/>
          </a:prstGeom>
          <a:noFill/>
          <a:effectLst/>
        </p:spPr>
        <p:txBody>
          <a:bodyPr wrap="none" anchor="t" tIns="3836" rIns="0" bIns="0" lIns="3836" anchorCtr="0" vertOverflow="overflow">
            <a:noAutofit/>
          </a:bodyPr>
          <a:lstStyle/>
          <a:p>
            <a:pPr algn="l" fontAlgn="base">
              <a:lnSpc>
                <a:spcPts val="900"/>
              </a:lnSpc>
              <a:spcBef>
                <a:spcPts val="0"/>
              </a:spcBef>
              <a:spcAft>
                <a:spcPts val="0"/>
              </a:spcAft>
              <a:defRPr sz="782" b="0" i="1" lang="zh-CN" dirty="0">
                <a:solidFill>
                  <a:srgbClr val="000000"/>
                </a:solidFill>
                <a:latin typeface="Times New Roman"/>
                <a:ea typeface="Times New Roman"/>
                <a:cs typeface="Times New Roman"/>
              </a:defRPr>
            </a:pPr>
            <a:r>
              <a:rPr sz="782" b="0" i="1" lang="zh-CN" dirty="0">
                <a:solidFill>
                  <a:srgbClr val="000000"/>
                </a:solidFill>
                <a:latin typeface="Times New Roman"/>
                <a:ea typeface="Times New Roman"/>
                <a:cs typeface="Times New Roman"/>
              </a:rPr>
              <a:t>loc</a:t>
            </a:r>
          </a:p>
        </p:txBody>
      </p:sp>
      <p:sp>
        <p:nvSpPr>
          <p:cNvPr id="258" name="math_step_2_2" descr="Editable text; source id math_step_2_2"/>
          <p:cNvSpPr txBox="1"/>
          <p:nvPr/>
        </p:nvSpPr>
        <p:spPr>
          <a:xfrm>
            <a:off x="9556410" y="4971941"/>
            <a:ext cx="59463" cy="114745"/>
          </a:xfrm>
          <a:prstGeom prst="rect">
            <a:avLst/>
          </a:prstGeom>
          <a:noFill/>
          <a:effectLst/>
        </p:spPr>
        <p:txBody>
          <a:bodyPr wrap="none" anchor="t" tIns="3836" rIns="0" bIns="0" lIns="3836" anchorCtr="0" vertOverflow="overflow">
            <a:noAutofit/>
          </a:bodyPr>
          <a:lstStyle/>
          <a:p>
            <a:pPr algn="l" fontAlgn="base">
              <a:lnSpc>
                <a:spcPts val="812"/>
              </a:lnSpc>
              <a:spcBef>
                <a:spcPts val="0"/>
              </a:spcBef>
              <a:spcAft>
                <a:spcPts val="0"/>
              </a:spcAft>
              <a:defRPr sz="706" b="1" i="1" lang="zh-CN" dirty="0">
                <a:solidFill>
                  <a:srgbClr val="000000"/>
                </a:solidFill>
                <a:latin typeface="Times New Roman"/>
                <a:ea typeface="Times New Roman"/>
                <a:cs typeface="Times New Roman"/>
              </a:defRPr>
            </a:pPr>
            <a:r>
              <a:rPr sz="706" b="1" i="1" lang="zh-CN" dirty="0">
                <a:solidFill>
                  <a:srgbClr val="000000"/>
                </a:solidFill>
                <a:latin typeface="Times New Roman"/>
                <a:ea typeface="Times New Roman"/>
                <a:cs typeface="Times New Roman"/>
              </a:rPr>
              <a:t>θ</a:t>
            </a:r>
          </a:p>
        </p:txBody>
      </p:sp>
      <p:sp>
        <p:nvSpPr>
          <p:cNvPr id="259" name="math_step_2_3" descr="Editable text; source id math_step_2_3"/>
          <p:cNvSpPr txBox="1"/>
          <p:nvPr/>
        </p:nvSpPr>
        <p:spPr>
          <a:xfrm>
            <a:off x="9694519" y="4889459"/>
            <a:ext cx="46036"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a:t>
            </a:r>
          </a:p>
        </p:txBody>
      </p:sp>
      <p:sp>
        <p:nvSpPr>
          <p:cNvPr id="260" name="math_step_2_4" descr="Editable text; source id math_step_2_4"/>
          <p:cNvSpPr txBox="1"/>
          <p:nvPr/>
        </p:nvSpPr>
        <p:spPr>
          <a:xfrm>
            <a:off x="9748228" y="4897132"/>
            <a:ext cx="67136" cy="170335"/>
          </a:xfrm>
          <a:prstGeom prst="rect">
            <a:avLst/>
          </a:prstGeom>
          <a:noFill/>
          <a:effectLst/>
        </p:spPr>
        <p:txBody>
          <a:bodyPr wrap="none" anchor="t" tIns="3836" rIns="0" bIns="0" lIns="3836" anchorCtr="0" vertOverflow="overflow">
            <a:noAutofit/>
          </a:bodyPr>
          <a:lstStyle/>
          <a:p>
            <a:pPr algn="l" fontAlgn="base">
              <a:lnSpc>
                <a:spcPts val="1250"/>
              </a:lnSpc>
              <a:spcBef>
                <a:spcPts val="0"/>
              </a:spcBef>
              <a:spcAft>
                <a:spcPts val="0"/>
              </a:spcAft>
              <a:defRPr sz="1087" b="0" i="0" lang="zh-CN" dirty="0">
                <a:solidFill>
                  <a:srgbClr val="000000"/>
                </a:solidFill>
                <a:latin typeface="Times New Roman"/>
                <a:ea typeface="Times New Roman"/>
                <a:cs typeface="Times New Roman"/>
              </a:defRPr>
            </a:pPr>
            <a:r>
              <a:rPr sz="1087" b="0" i="0" lang="zh-CN" dirty="0">
                <a:solidFill>
                  <a:srgbClr val="000000"/>
                </a:solidFill>
                <a:latin typeface="Times New Roman"/>
                <a:ea typeface="Times New Roman"/>
                <a:cs typeface="Times New Roman"/>
              </a:rPr>
              <a:t>ϵ</a:t>
            </a:r>
          </a:p>
        </p:txBody>
      </p:sp>
      <p:sp>
        <p:nvSpPr>
          <p:cNvPr id="261" name="math_step_2_5" descr="Editable text; source id math_step_2_5"/>
          <p:cNvSpPr txBox="1"/>
          <p:nvPr/>
        </p:nvSpPr>
        <p:spPr>
          <a:xfrm>
            <a:off x="9817283" y="4885623"/>
            <a:ext cx="130436" cy="125863"/>
          </a:xfrm>
          <a:prstGeom prst="rect">
            <a:avLst/>
          </a:prstGeom>
          <a:noFill/>
          <a:effectLst/>
        </p:spPr>
        <p:txBody>
          <a:bodyPr wrap="none" anchor="t" tIns="3836" rIns="0" bIns="0" lIns="3836" anchorCtr="0" vertOverflow="overflow">
            <a:noAutofit/>
          </a:bodyPr>
          <a:lstStyle/>
          <a:p>
            <a:pPr algn="l" fontAlgn="base">
              <a:lnSpc>
                <a:spcPts val="900"/>
              </a:lnSpc>
              <a:spcBef>
                <a:spcPts val="0"/>
              </a:spcBef>
              <a:spcAft>
                <a:spcPts val="0"/>
              </a:spcAft>
              <a:defRPr sz="782" b="0" i="1" lang="zh-CN" dirty="0">
                <a:solidFill>
                  <a:srgbClr val="000000"/>
                </a:solidFill>
                <a:latin typeface="Times New Roman"/>
                <a:ea typeface="Times New Roman"/>
                <a:cs typeface="Times New Roman"/>
              </a:defRPr>
            </a:pPr>
            <a:r>
              <a:rPr sz="782" b="0" i="1" lang="zh-CN" dirty="0">
                <a:solidFill>
                  <a:srgbClr val="000000"/>
                </a:solidFill>
                <a:latin typeface="Times New Roman"/>
                <a:ea typeface="Times New Roman"/>
                <a:cs typeface="Times New Roman"/>
              </a:rPr>
              <a:t>rot</a:t>
            </a:r>
          </a:p>
        </p:txBody>
      </p:sp>
      <p:sp>
        <p:nvSpPr>
          <p:cNvPr id="262" name="math_step_2_6" descr="Editable text; source id math_step_2_6"/>
          <p:cNvSpPr txBox="1"/>
          <p:nvPr/>
        </p:nvSpPr>
        <p:spPr>
          <a:xfrm>
            <a:off x="9801938" y="4971941"/>
            <a:ext cx="59463" cy="114745"/>
          </a:xfrm>
          <a:prstGeom prst="rect">
            <a:avLst/>
          </a:prstGeom>
          <a:noFill/>
          <a:effectLst/>
        </p:spPr>
        <p:txBody>
          <a:bodyPr wrap="none" anchor="t" tIns="3836" rIns="0" bIns="0" lIns="3836" anchorCtr="0" vertOverflow="overflow">
            <a:noAutofit/>
          </a:bodyPr>
          <a:lstStyle/>
          <a:p>
            <a:pPr algn="l" fontAlgn="base">
              <a:lnSpc>
                <a:spcPts val="812"/>
              </a:lnSpc>
              <a:spcBef>
                <a:spcPts val="0"/>
              </a:spcBef>
              <a:spcAft>
                <a:spcPts val="0"/>
              </a:spcAft>
              <a:defRPr sz="706" b="1" i="1" lang="zh-CN" dirty="0">
                <a:solidFill>
                  <a:srgbClr val="000000"/>
                </a:solidFill>
                <a:latin typeface="Times New Roman"/>
                <a:ea typeface="Times New Roman"/>
                <a:cs typeface="Times New Roman"/>
              </a:defRPr>
            </a:pPr>
            <a:r>
              <a:rPr sz="706" b="1" i="1" lang="zh-CN" dirty="0">
                <a:solidFill>
                  <a:srgbClr val="000000"/>
                </a:solidFill>
                <a:latin typeface="Times New Roman"/>
                <a:ea typeface="Times New Roman"/>
                <a:cs typeface="Times New Roman"/>
              </a:rPr>
              <a:t>θ</a:t>
            </a:r>
          </a:p>
        </p:txBody>
      </p:sp>
      <p:cxnSp>
        <p:nvCxnSpPr>
          <p:cNvPr id="263" name="ice_image_0" descr="Editable line; source id ice_image_0"/>
          <p:cNvCxnSpPr/>
          <p:nvPr/>
        </p:nvCxnSpPr>
        <p:spPr>
          <a:xfrm>
            <a:off x="1266003" y="1664986"/>
            <a:ext cx="61382" cy="0"/>
          </a:xfrm>
          <a:prstGeom prst="line">
            <a:avLst/>
          </a:prstGeom>
          <a:ln w="10741">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64" name="ice_image_0_0_-1" descr="Editable line; source id ice_image_0_0_-1"/>
          <p:cNvCxnSpPr/>
          <p:nvPr/>
        </p:nvCxnSpPr>
        <p:spPr>
          <a:xfrm flipV="1">
            <a:off x="1293625" y="1649703"/>
            <a:ext cx="8824"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65" name="ice_image_0_0_1" descr="Editable line; source id ice_image_0_0_1"/>
          <p:cNvCxnSpPr/>
          <p:nvPr/>
        </p:nvCxnSpPr>
        <p:spPr>
          <a:xfrm>
            <a:off x="1293625" y="1664986"/>
            <a:ext cx="8824"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66" name="ice_image_0_1_-1" descr="Editable line; source id ice_image_0_1_-1"/>
          <p:cNvCxnSpPr/>
          <p:nvPr/>
        </p:nvCxnSpPr>
        <p:spPr>
          <a:xfrm flipV="1">
            <a:off x="1310505" y="1649703"/>
            <a:ext cx="8824"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67" name="ice_image_0_1_1" descr="Editable line; source id ice_image_0_1_1"/>
          <p:cNvCxnSpPr/>
          <p:nvPr/>
        </p:nvCxnSpPr>
        <p:spPr>
          <a:xfrm>
            <a:off x="1310505" y="1664986"/>
            <a:ext cx="8824"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68" name="ice_image_1" descr="Editable line; source id ice_image_1"/>
          <p:cNvCxnSpPr/>
          <p:nvPr/>
        </p:nvCxnSpPr>
        <p:spPr>
          <a:xfrm>
            <a:off x="1266003" y="1664986"/>
            <a:ext cx="30691" cy="53159"/>
          </a:xfrm>
          <a:prstGeom prst="line">
            <a:avLst/>
          </a:prstGeom>
          <a:ln w="10741">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69" name="ice_image_1_0_-1" descr="Editable line; source id ice_image_1_0_-1"/>
          <p:cNvCxnSpPr/>
          <p:nvPr/>
        </p:nvCxnSpPr>
        <p:spPr>
          <a:xfrm>
            <a:off x="1279814" y="1688908"/>
            <a:ext cx="17648" cy="0"/>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0" name="ice_image_1_0_1" descr="Editable line; source id ice_image_1_0_1"/>
          <p:cNvCxnSpPr/>
          <p:nvPr/>
        </p:nvCxnSpPr>
        <p:spPr>
          <a:xfrm flipH="1">
            <a:off x="1270991" y="1688908"/>
            <a:ext cx="8823"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1" name="ice_image_1_1_-1" descr="Editable line; source id ice_image_1_1_-1"/>
          <p:cNvCxnSpPr/>
          <p:nvPr/>
        </p:nvCxnSpPr>
        <p:spPr>
          <a:xfrm>
            <a:off x="1288254" y="1703526"/>
            <a:ext cx="17648" cy="0"/>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2" name="ice_image_1_1_1" descr="Editable line; source id ice_image_1_1_1"/>
          <p:cNvCxnSpPr/>
          <p:nvPr/>
        </p:nvCxnSpPr>
        <p:spPr>
          <a:xfrm flipH="1">
            <a:off x="1279431" y="1703526"/>
            <a:ext cx="8823"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3" name="ice_image_2" descr="Editable line; source id ice_image_2"/>
          <p:cNvCxnSpPr/>
          <p:nvPr/>
        </p:nvCxnSpPr>
        <p:spPr>
          <a:xfrm flipH="1">
            <a:off x="1235312" y="1664986"/>
            <a:ext cx="30691" cy="53159"/>
          </a:xfrm>
          <a:prstGeom prst="line">
            <a:avLst/>
          </a:prstGeom>
          <a:ln w="10741">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4" name="ice_image_2_0_-1" descr="Editable line; source id ice_image_2_0_-1"/>
          <p:cNvCxnSpPr/>
          <p:nvPr/>
        </p:nvCxnSpPr>
        <p:spPr>
          <a:xfrm>
            <a:off x="1252192" y="1688908"/>
            <a:ext cx="8824"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5" name="ice_image_2_0_1" descr="Editable line; source id ice_image_2_0_1"/>
          <p:cNvCxnSpPr/>
          <p:nvPr/>
        </p:nvCxnSpPr>
        <p:spPr>
          <a:xfrm flipH="1">
            <a:off x="1234545" y="1688908"/>
            <a:ext cx="17647" cy="0"/>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6" name="ice_image_2_1_-1" descr="Editable line; source id ice_image_2_1_-1"/>
          <p:cNvCxnSpPr/>
          <p:nvPr/>
        </p:nvCxnSpPr>
        <p:spPr>
          <a:xfrm>
            <a:off x="1243752" y="1703526"/>
            <a:ext cx="8824"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7" name="ice_image_2_1_1" descr="Editable line; source id ice_image_2_1_1"/>
          <p:cNvCxnSpPr/>
          <p:nvPr/>
        </p:nvCxnSpPr>
        <p:spPr>
          <a:xfrm flipH="1">
            <a:off x="1226105" y="1703526"/>
            <a:ext cx="17647" cy="0"/>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8" name="ice_image_3" descr="Editable line; source id ice_image_3"/>
          <p:cNvCxnSpPr/>
          <p:nvPr/>
        </p:nvCxnSpPr>
        <p:spPr>
          <a:xfrm flipH="1">
            <a:off x="1204621" y="1664986"/>
            <a:ext cx="61382" cy="0"/>
          </a:xfrm>
          <a:prstGeom prst="line">
            <a:avLst/>
          </a:prstGeom>
          <a:ln w="10741">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79" name="ice_image_3_0_-1" descr="Editable line; source id ice_image_3_0_-1"/>
          <p:cNvCxnSpPr/>
          <p:nvPr/>
        </p:nvCxnSpPr>
        <p:spPr>
          <a:xfrm flipH="1">
            <a:off x="1229558" y="1664986"/>
            <a:ext cx="8823"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0" name="ice_image_3_0_1" descr="Editable line; source id ice_image_3_0_1"/>
          <p:cNvCxnSpPr/>
          <p:nvPr/>
        </p:nvCxnSpPr>
        <p:spPr>
          <a:xfrm flipH="1" flipV="1">
            <a:off x="1229558" y="1649703"/>
            <a:ext cx="8823"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1" name="ice_image_3_1_-1" descr="Editable line; source id ice_image_3_1_-1"/>
          <p:cNvCxnSpPr/>
          <p:nvPr/>
        </p:nvCxnSpPr>
        <p:spPr>
          <a:xfrm flipH="1">
            <a:off x="1212678" y="1664986"/>
            <a:ext cx="8823"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2" name="ice_image_3_1_1" descr="Editable line; source id ice_image_3_1_1"/>
          <p:cNvCxnSpPr/>
          <p:nvPr/>
        </p:nvCxnSpPr>
        <p:spPr>
          <a:xfrm flipH="1" flipV="1">
            <a:off x="1212678" y="1649703"/>
            <a:ext cx="8823"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3" name="ice_image_4" descr="Editable line; source id ice_image_4"/>
          <p:cNvCxnSpPr/>
          <p:nvPr/>
        </p:nvCxnSpPr>
        <p:spPr>
          <a:xfrm flipH="1" flipV="1">
            <a:off x="1235312" y="1611828"/>
            <a:ext cx="30691" cy="53158"/>
          </a:xfrm>
          <a:prstGeom prst="line">
            <a:avLst/>
          </a:prstGeom>
          <a:ln w="10741">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4" name="ice_image_4_0_-1" descr="Editable line; source id ice_image_4_0_-1"/>
          <p:cNvCxnSpPr/>
          <p:nvPr/>
        </p:nvCxnSpPr>
        <p:spPr>
          <a:xfrm flipH="1">
            <a:off x="1234545" y="1641065"/>
            <a:ext cx="17647" cy="0"/>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5" name="ice_image_4_0_1" descr="Editable line; source id ice_image_4_0_1"/>
          <p:cNvCxnSpPr/>
          <p:nvPr/>
        </p:nvCxnSpPr>
        <p:spPr>
          <a:xfrm flipV="1">
            <a:off x="1252192" y="1625782"/>
            <a:ext cx="8824"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6" name="ice_image_4_1_-1" descr="Editable line; source id ice_image_4_1_-1"/>
          <p:cNvCxnSpPr/>
          <p:nvPr/>
        </p:nvCxnSpPr>
        <p:spPr>
          <a:xfrm flipH="1">
            <a:off x="1226105" y="1626446"/>
            <a:ext cx="17647" cy="0"/>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7" name="ice_image_4_1_1" descr="Editable line; source id ice_image_4_1_1"/>
          <p:cNvCxnSpPr/>
          <p:nvPr/>
        </p:nvCxnSpPr>
        <p:spPr>
          <a:xfrm flipV="1">
            <a:off x="1243752" y="1611163"/>
            <a:ext cx="8824"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8" name="ice_image_5" descr="Editable line; source id ice_image_5"/>
          <p:cNvCxnSpPr/>
          <p:nvPr/>
        </p:nvCxnSpPr>
        <p:spPr>
          <a:xfrm flipV="1">
            <a:off x="1266003" y="1611828"/>
            <a:ext cx="30691" cy="53158"/>
          </a:xfrm>
          <a:prstGeom prst="line">
            <a:avLst/>
          </a:prstGeom>
          <a:ln w="10741">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89" name="ice_image_5_0_-1" descr="Editable line; source id ice_image_5_0_-1"/>
          <p:cNvCxnSpPr/>
          <p:nvPr/>
        </p:nvCxnSpPr>
        <p:spPr>
          <a:xfrm flipH="1" flipV="1">
            <a:off x="1270991" y="1625782"/>
            <a:ext cx="8823"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0" name="ice_image_5_0_1" descr="Editable line; source id ice_image_5_0_1"/>
          <p:cNvCxnSpPr/>
          <p:nvPr/>
        </p:nvCxnSpPr>
        <p:spPr>
          <a:xfrm>
            <a:off x="1279814" y="1641065"/>
            <a:ext cx="17648" cy="0"/>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1" name="ice_image_5_1_-1" descr="Editable line; source id ice_image_5_1_-1"/>
          <p:cNvCxnSpPr/>
          <p:nvPr/>
        </p:nvCxnSpPr>
        <p:spPr>
          <a:xfrm flipH="1" flipV="1">
            <a:off x="1279431" y="1611163"/>
            <a:ext cx="8823"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2" name="ice_image_5_1_1" descr="Editable line; source id ice_image_5_1_1"/>
          <p:cNvCxnSpPr/>
          <p:nvPr/>
        </p:nvCxnSpPr>
        <p:spPr>
          <a:xfrm>
            <a:off x="1288254" y="1626446"/>
            <a:ext cx="17648" cy="0"/>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3" name="ice_language_0" descr="Editable line; source id ice_language_0"/>
          <p:cNvCxnSpPr/>
          <p:nvPr/>
        </p:nvCxnSpPr>
        <p:spPr>
          <a:xfrm>
            <a:off x="9936211" y="2685462"/>
            <a:ext cx="61382" cy="0"/>
          </a:xfrm>
          <a:prstGeom prst="line">
            <a:avLst/>
          </a:prstGeom>
          <a:ln w="10741">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4" name="ice_language_0_0_-1" descr="Editable line; source id ice_language_0_0_-1"/>
          <p:cNvCxnSpPr/>
          <p:nvPr/>
        </p:nvCxnSpPr>
        <p:spPr>
          <a:xfrm flipV="1">
            <a:off x="9963833" y="2670179"/>
            <a:ext cx="8823"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5" name="ice_language_0_0_1" descr="Editable line; source id ice_language_0_0_1"/>
          <p:cNvCxnSpPr/>
          <p:nvPr/>
        </p:nvCxnSpPr>
        <p:spPr>
          <a:xfrm>
            <a:off x="9963833" y="2685462"/>
            <a:ext cx="8823"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6" name="ice_language_0_1_-1" descr="Editable line; source id ice_language_0_1_-1"/>
          <p:cNvCxnSpPr/>
          <p:nvPr/>
        </p:nvCxnSpPr>
        <p:spPr>
          <a:xfrm flipV="1">
            <a:off x="9980713" y="2670179"/>
            <a:ext cx="8823"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7" name="ice_language_0_1_1" descr="Editable line; source id ice_language_0_1_1"/>
          <p:cNvCxnSpPr/>
          <p:nvPr/>
        </p:nvCxnSpPr>
        <p:spPr>
          <a:xfrm>
            <a:off x="9980713" y="2685462"/>
            <a:ext cx="8823"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8" name="ice_language_1" descr="Editable line; source id ice_language_1"/>
          <p:cNvCxnSpPr/>
          <p:nvPr/>
        </p:nvCxnSpPr>
        <p:spPr>
          <a:xfrm>
            <a:off x="9936211" y="2685462"/>
            <a:ext cx="30691" cy="53158"/>
          </a:xfrm>
          <a:prstGeom prst="line">
            <a:avLst/>
          </a:prstGeom>
          <a:ln w="10741">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99" name="ice_language_1_0_-1" descr="Editable line; source id ice_language_1_0_-1"/>
          <p:cNvCxnSpPr/>
          <p:nvPr/>
        </p:nvCxnSpPr>
        <p:spPr>
          <a:xfrm>
            <a:off x="9950022" y="2709383"/>
            <a:ext cx="17647" cy="0"/>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0" name="ice_language_1_0_1" descr="Editable line; source id ice_language_1_0_1"/>
          <p:cNvCxnSpPr/>
          <p:nvPr/>
        </p:nvCxnSpPr>
        <p:spPr>
          <a:xfrm flipH="1">
            <a:off x="9941198" y="2709383"/>
            <a:ext cx="8824"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1" name="ice_language_1_1_-1" descr="Editable line; source id ice_language_1_1_-1"/>
          <p:cNvCxnSpPr/>
          <p:nvPr/>
        </p:nvCxnSpPr>
        <p:spPr>
          <a:xfrm>
            <a:off x="9958462" y="2724002"/>
            <a:ext cx="17647" cy="0"/>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2" name="ice_language_1_1_1" descr="Editable line; source id ice_language_1_1_1"/>
          <p:cNvCxnSpPr/>
          <p:nvPr/>
        </p:nvCxnSpPr>
        <p:spPr>
          <a:xfrm flipH="1">
            <a:off x="9949638" y="2724002"/>
            <a:ext cx="8824"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3" name="ice_language_2" descr="Editable line; source id ice_language_2"/>
          <p:cNvCxnSpPr/>
          <p:nvPr/>
        </p:nvCxnSpPr>
        <p:spPr>
          <a:xfrm flipH="1">
            <a:off x="9905520" y="2685462"/>
            <a:ext cx="30691" cy="53158"/>
          </a:xfrm>
          <a:prstGeom prst="line">
            <a:avLst/>
          </a:prstGeom>
          <a:ln w="10741">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4" name="ice_language_2_0_-1" descr="Editable line; source id ice_language_2_0_-1"/>
          <p:cNvCxnSpPr/>
          <p:nvPr/>
        </p:nvCxnSpPr>
        <p:spPr>
          <a:xfrm>
            <a:off x="9922400" y="2709383"/>
            <a:ext cx="8823"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5" name="ice_language_2_0_1" descr="Editable line; source id ice_language_2_0_1"/>
          <p:cNvCxnSpPr/>
          <p:nvPr/>
        </p:nvCxnSpPr>
        <p:spPr>
          <a:xfrm flipH="1">
            <a:off x="9904752" y="2709383"/>
            <a:ext cx="17648" cy="0"/>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6" name="ice_language_2_1_-1" descr="Editable line; source id ice_language_2_1_-1"/>
          <p:cNvCxnSpPr/>
          <p:nvPr/>
        </p:nvCxnSpPr>
        <p:spPr>
          <a:xfrm>
            <a:off x="9913960" y="2724002"/>
            <a:ext cx="8823"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7" name="ice_language_2_1_1" descr="Editable line; source id ice_language_2_1_1"/>
          <p:cNvCxnSpPr/>
          <p:nvPr/>
        </p:nvCxnSpPr>
        <p:spPr>
          <a:xfrm flipH="1">
            <a:off x="9896312" y="2724002"/>
            <a:ext cx="17648" cy="0"/>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8" name="ice_language_3" descr="Editable line; source id ice_language_3"/>
          <p:cNvCxnSpPr/>
          <p:nvPr/>
        </p:nvCxnSpPr>
        <p:spPr>
          <a:xfrm flipH="1">
            <a:off x="9874829" y="2685462"/>
            <a:ext cx="61382" cy="0"/>
          </a:xfrm>
          <a:prstGeom prst="line">
            <a:avLst/>
          </a:prstGeom>
          <a:ln w="10741">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09" name="ice_language_3_0_-1" descr="Editable line; source id ice_language_3_0_-1"/>
          <p:cNvCxnSpPr/>
          <p:nvPr/>
        </p:nvCxnSpPr>
        <p:spPr>
          <a:xfrm flipH="1">
            <a:off x="9899765" y="2685462"/>
            <a:ext cx="8824"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0" name="ice_language_3_0_1" descr="Editable line; source id ice_language_3_0_1"/>
          <p:cNvCxnSpPr/>
          <p:nvPr/>
        </p:nvCxnSpPr>
        <p:spPr>
          <a:xfrm flipH="1" flipV="1">
            <a:off x="9899765" y="2670179"/>
            <a:ext cx="8824"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1" name="ice_language_3_1_-1" descr="Editable line; source id ice_language_3_1_-1"/>
          <p:cNvCxnSpPr/>
          <p:nvPr/>
        </p:nvCxnSpPr>
        <p:spPr>
          <a:xfrm flipH="1">
            <a:off x="9882885" y="2685462"/>
            <a:ext cx="8824"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2" name="ice_language_3_1_1" descr="Editable line; source id ice_language_3_1_1"/>
          <p:cNvCxnSpPr/>
          <p:nvPr/>
        </p:nvCxnSpPr>
        <p:spPr>
          <a:xfrm flipH="1" flipV="1">
            <a:off x="9882885" y="2670179"/>
            <a:ext cx="8824"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3" name="ice_language_4" descr="Editable line; source id ice_language_4"/>
          <p:cNvCxnSpPr/>
          <p:nvPr/>
        </p:nvCxnSpPr>
        <p:spPr>
          <a:xfrm flipH="1" flipV="1">
            <a:off x="9905520" y="2632304"/>
            <a:ext cx="30691" cy="53158"/>
          </a:xfrm>
          <a:prstGeom prst="line">
            <a:avLst/>
          </a:prstGeom>
          <a:ln w="10741">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4" name="ice_language_4_0_-1" descr="Editable line; source id ice_language_4_0_-1"/>
          <p:cNvCxnSpPr/>
          <p:nvPr/>
        </p:nvCxnSpPr>
        <p:spPr>
          <a:xfrm flipH="1">
            <a:off x="9904752" y="2661541"/>
            <a:ext cx="17648" cy="0"/>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5" name="ice_language_4_0_1" descr="Editable line; source id ice_language_4_0_1"/>
          <p:cNvCxnSpPr/>
          <p:nvPr/>
        </p:nvCxnSpPr>
        <p:spPr>
          <a:xfrm flipV="1">
            <a:off x="9922400" y="2646258"/>
            <a:ext cx="8823"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6" name="ice_language_4_1_-1" descr="Editable line; source id ice_language_4_1_-1"/>
          <p:cNvCxnSpPr/>
          <p:nvPr/>
        </p:nvCxnSpPr>
        <p:spPr>
          <a:xfrm flipH="1">
            <a:off x="9896312" y="2646922"/>
            <a:ext cx="17648" cy="0"/>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7" name="ice_language_4_1_1" descr="Editable line; source id ice_language_4_1_1"/>
          <p:cNvCxnSpPr/>
          <p:nvPr/>
        </p:nvCxnSpPr>
        <p:spPr>
          <a:xfrm flipV="1">
            <a:off x="9913960" y="2631639"/>
            <a:ext cx="8823"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8" name="ice_language_5" descr="Editable line; source id ice_language_5"/>
          <p:cNvCxnSpPr/>
          <p:nvPr/>
        </p:nvCxnSpPr>
        <p:spPr>
          <a:xfrm flipV="1">
            <a:off x="9936211" y="2632304"/>
            <a:ext cx="30691" cy="53158"/>
          </a:xfrm>
          <a:prstGeom prst="line">
            <a:avLst/>
          </a:prstGeom>
          <a:ln w="10741">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19" name="ice_language_5_0_-1" descr="Editable line; source id ice_language_5_0_-1"/>
          <p:cNvCxnSpPr/>
          <p:nvPr/>
        </p:nvCxnSpPr>
        <p:spPr>
          <a:xfrm flipH="1" flipV="1">
            <a:off x="9941198" y="2646258"/>
            <a:ext cx="8824"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20" name="ice_language_5_0_1" descr="Editable line; source id ice_language_5_0_1"/>
          <p:cNvCxnSpPr/>
          <p:nvPr/>
        </p:nvCxnSpPr>
        <p:spPr>
          <a:xfrm>
            <a:off x="9950022" y="2661541"/>
            <a:ext cx="17647" cy="0"/>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21" name="ice_language_5_1_-1" descr="Editable line; source id ice_language_5_1_-1"/>
          <p:cNvCxnSpPr/>
          <p:nvPr/>
        </p:nvCxnSpPr>
        <p:spPr>
          <a:xfrm flipH="1" flipV="1">
            <a:off x="9949638" y="2631639"/>
            <a:ext cx="8824" cy="15283"/>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22" name="ice_language_5_1_1" descr="Editable line; source id ice_language_5_1_1"/>
          <p:cNvCxnSpPr/>
          <p:nvPr/>
        </p:nvCxnSpPr>
        <p:spPr>
          <a:xfrm>
            <a:off x="9958462" y="2646922"/>
            <a:ext cx="17647" cy="0"/>
          </a:xfrm>
          <a:prstGeom prst="line">
            <a:avLst/>
          </a:prstGeom>
          <a:ln w="8440">
            <a:solidFill>
              <a:srgbClr val="000000"/>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Editable reconstruction</dc:title>
  <dc:subject>Reconstructed from source images; see validation and font manifest</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