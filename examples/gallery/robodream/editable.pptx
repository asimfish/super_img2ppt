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77783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Junjie Ye et al., RoboDream: Compositional World Models for Scalable Robot Data Synthesis, arXiv:2606.02577v1, Figure 2 (2026-06-01). CC BY 4.0 https://creativecommons.org/licenses/by/4.0/. Changes: editable reconstruction from raster pixels/local OCR; Arial and Courier New approximate source typography; five independent artwork crops remain raster, token gradients approximate diagonal source blends.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iews_rear" descr="Editable shape; source id views_rear"/>
          <p:cNvSpPr/>
          <p:nvPr/>
        </p:nvSpPr>
        <p:spPr>
          <a:xfrm>
            <a:off x="458154" y="1107206"/>
            <a:ext cx="6153269" cy="3404342"/>
          </a:xfrm>
          <a:prstGeom prst="roundRect">
            <a:avLst>
              <a:gd name="adj" fmla="val 3364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iews_front" descr="Editable shape; source id views_front"/>
          <p:cNvSpPr/>
          <p:nvPr/>
        </p:nvSpPr>
        <p:spPr>
          <a:xfrm>
            <a:off x="305436" y="1240835"/>
            <a:ext cx="6172358" cy="3404342"/>
          </a:xfrm>
          <a:prstGeom prst="roundRect">
            <a:avLst>
              <a:gd name="adj" fmla="val 3364"/>
            </a:avLst>
          </a:prstGeom>
          <a:solidFill>
            <a:srgbClr val="F2F2F2"/>
          </a:solidFill>
          <a:ln w="19089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utput_rear" descr="Editable shape; source id output_rear"/>
          <p:cNvSpPr/>
          <p:nvPr/>
        </p:nvSpPr>
        <p:spPr>
          <a:xfrm>
            <a:off x="8323139" y="1107206"/>
            <a:ext cx="381795" cy="3130722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utput_front" descr="Editable shape; source id output_front"/>
          <p:cNvSpPr/>
          <p:nvPr/>
        </p:nvSpPr>
        <p:spPr>
          <a:xfrm>
            <a:off x="8176784" y="1240835"/>
            <a:ext cx="388158" cy="3137085"/>
          </a:xfrm>
          <a:prstGeom prst="roundRect">
            <a:avLst>
              <a:gd name="adj" fmla="val 24590"/>
            </a:avLst>
          </a:prstGeom>
          <a:solidFill>
            <a:srgbClr val="F2F2F2"/>
          </a:solidFill>
          <a:ln w="19089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4" name="group_encoder_group" descr="Keep the module background and its complete label together when moving/resizing."/>
          <p:cNvGrpSpPr/>
          <p:nvPr/>
        </p:nvGrpSpPr>
        <p:grpSpPr>
          <a:xfrm>
            <a:off x="2284409" y="1336283"/>
            <a:ext cx="935398" cy="4136116"/>
            <a:chOff x="2284409" y="1336283"/>
            <a:chExt cx="935398" cy="4136116"/>
          </a:xfrm>
        </p:grpSpPr>
        <p:sp>
          <p:nvSpPr>
            <p:cNvPr id="6" name="encoder" descr="Editable shape; source id encoder"/>
            <p:cNvSpPr/>
            <p:nvPr/>
          </p:nvSpPr>
          <p:spPr>
            <a:xfrm>
              <a:off x="2284409" y="1336283"/>
              <a:ext cx="935398" cy="4136116"/>
            </a:xfrm>
            <a:prstGeom prst="roundRect">
              <a:avLst>
                <a:gd name="adj" fmla="val 9523"/>
              </a:avLst>
            </a:prstGeom>
            <a:solidFill>
              <a:srgbClr val="40AF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encoder_label" descr="Editable text; source id encoder_label"/>
            <p:cNvSpPr txBox="1"/>
            <p:nvPr/>
          </p:nvSpPr>
          <p:spPr>
            <a:xfrm>
              <a:off x="2322588" y="3296803"/>
              <a:ext cx="859039" cy="25325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235" name="group_trajectory_projector_group" descr="Keep the module background and its complete label together when moving/resizing."/>
          <p:cNvGrpSpPr/>
          <p:nvPr/>
        </p:nvGrpSpPr>
        <p:grpSpPr>
          <a:xfrm>
            <a:off x="4766079" y="197260"/>
            <a:ext cx="1094480" cy="545967"/>
            <a:chOff x="4766079" y="197260"/>
            <a:chExt cx="1094480" cy="545967"/>
          </a:xfrm>
        </p:grpSpPr>
        <p:sp>
          <p:nvSpPr>
            <p:cNvPr id="8" name="trajectory_projector" descr="Editable shape; source id trajectory_projector"/>
            <p:cNvSpPr/>
            <p:nvPr/>
          </p:nvSpPr>
          <p:spPr>
            <a:xfrm>
              <a:off x="4766079" y="197260"/>
              <a:ext cx="1094480" cy="521787"/>
            </a:xfrm>
            <a:prstGeom prst="roundRect">
              <a:avLst>
                <a:gd name="adj" fmla="val 17073"/>
              </a:avLst>
            </a:prstGeom>
            <a:solidFill>
              <a:srgbClr val="DCDB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rajectory_projector_label" descr="Editable text; source id trajectory_projector_label"/>
            <p:cNvSpPr txBox="1"/>
            <p:nvPr/>
          </p:nvSpPr>
          <p:spPr>
            <a:xfrm>
              <a:off x="4804258" y="223986"/>
              <a:ext cx="1018121" cy="51924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Trajectory</a:t>
              </a:r>
            </a:p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projector</a:t>
              </a:r>
            </a:p>
          </p:txBody>
        </p:sp>
      </p:grpSp>
      <p:grpSp>
        <p:nvGrpSpPr>
          <p:cNvPr id="236" name="group_text_encoder_group" descr="Keep the module background and its complete label together when moving/resizing."/>
          <p:cNvGrpSpPr/>
          <p:nvPr/>
        </p:nvGrpSpPr>
        <p:grpSpPr>
          <a:xfrm>
            <a:off x="8959465" y="197260"/>
            <a:ext cx="1030847" cy="545967"/>
            <a:chOff x="8959465" y="197260"/>
            <a:chExt cx="1030847" cy="545967"/>
          </a:xfrm>
        </p:grpSpPr>
        <p:sp>
          <p:nvSpPr>
            <p:cNvPr id="10" name="text_encoder" descr="Editable shape; source id text_encoder"/>
            <p:cNvSpPr/>
            <p:nvPr/>
          </p:nvSpPr>
          <p:spPr>
            <a:xfrm>
              <a:off x="8959465" y="197260"/>
              <a:ext cx="1030847" cy="521787"/>
            </a:xfrm>
            <a:prstGeom prst="roundRect">
              <a:avLst>
                <a:gd name="adj" fmla="val 17073"/>
              </a:avLst>
            </a:prstGeom>
            <a:solidFill>
              <a:srgbClr val="DCDB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_encoder_label" descr="Editable text; source id text_encoder_label"/>
            <p:cNvSpPr txBox="1"/>
            <p:nvPr/>
          </p:nvSpPr>
          <p:spPr>
            <a:xfrm>
              <a:off x="8997644" y="223986"/>
              <a:ext cx="954488" cy="51924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Text</a:t>
              </a:r>
            </a:p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237" name="group_concat_group" descr="Keep the module background and its complete label together when moving/resizing."/>
          <p:cNvGrpSpPr/>
          <p:nvPr/>
        </p:nvGrpSpPr>
        <p:grpSpPr>
          <a:xfrm>
            <a:off x="4766079" y="2578391"/>
            <a:ext cx="1094480" cy="519241"/>
            <a:chOff x="4766079" y="2578391"/>
            <a:chExt cx="1094480" cy="519241"/>
          </a:xfrm>
        </p:grpSpPr>
        <p:sp>
          <p:nvSpPr>
            <p:cNvPr id="12" name="concat" descr="Editable shape; source id concat"/>
            <p:cNvSpPr/>
            <p:nvPr/>
          </p:nvSpPr>
          <p:spPr>
            <a:xfrm>
              <a:off x="4766079" y="2583482"/>
              <a:ext cx="1094480" cy="458154"/>
            </a:xfrm>
            <a:prstGeom prst="roundRect">
              <a:avLst>
                <a:gd name="adj" fmla="val 19444"/>
              </a:avLst>
            </a:prstGeom>
            <a:solidFill>
              <a:srgbClr val="DCDB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oncat_label" descr="Editable text; source id concat_label"/>
            <p:cNvSpPr txBox="1"/>
            <p:nvPr/>
          </p:nvSpPr>
          <p:spPr>
            <a:xfrm>
              <a:off x="4804258" y="2578391"/>
              <a:ext cx="1018121" cy="51924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Concat &amp;</a:t>
              </a:r>
            </a:p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MLP</a:t>
              </a:r>
            </a:p>
          </p:txBody>
        </p:sp>
      </p:grpSp>
      <p:grpSp>
        <p:nvGrpSpPr>
          <p:cNvPr id="238" name="group_mlp_group" descr="Keep the module background and its complete label together when moving/resizing."/>
          <p:cNvGrpSpPr/>
          <p:nvPr/>
        </p:nvGrpSpPr>
        <p:grpSpPr>
          <a:xfrm>
            <a:off x="4766079" y="4874254"/>
            <a:ext cx="1094480" cy="458154"/>
            <a:chOff x="4766079" y="4874254"/>
            <a:chExt cx="1094480" cy="458154"/>
          </a:xfrm>
        </p:grpSpPr>
        <p:sp>
          <p:nvSpPr>
            <p:cNvPr id="14" name="mlp" descr="Editable shape; source id mlp"/>
            <p:cNvSpPr/>
            <p:nvPr/>
          </p:nvSpPr>
          <p:spPr>
            <a:xfrm>
              <a:off x="4766079" y="4874254"/>
              <a:ext cx="1094480" cy="458154"/>
            </a:xfrm>
            <a:prstGeom prst="roundRect">
              <a:avLst>
                <a:gd name="adj" fmla="val 19444"/>
              </a:avLst>
            </a:prstGeom>
            <a:solidFill>
              <a:srgbClr val="DCDB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mlp_label" descr="Editable text; source id mlp_label"/>
            <p:cNvSpPr txBox="1"/>
            <p:nvPr/>
          </p:nvSpPr>
          <p:spPr>
            <a:xfrm>
              <a:off x="4804258" y="4995792"/>
              <a:ext cx="1018121" cy="25325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MLP</a:t>
              </a:r>
            </a:p>
          </p:txBody>
        </p:sp>
      </p:grpSp>
      <p:grpSp>
        <p:nvGrpSpPr>
          <p:cNvPr id="239" name="group_dit_group" descr="Keep the module background and its complete label together when moving/resizing."/>
          <p:cNvGrpSpPr/>
          <p:nvPr/>
        </p:nvGrpSpPr>
        <p:grpSpPr>
          <a:xfrm>
            <a:off x="6815047" y="1126296"/>
            <a:ext cx="1215382" cy="4346104"/>
            <a:chOff x="6815047" y="1126296"/>
            <a:chExt cx="1215382" cy="4346104"/>
          </a:xfrm>
        </p:grpSpPr>
        <p:sp>
          <p:nvSpPr>
            <p:cNvPr id="16" name="dit" descr="Editable shape; source id dit"/>
            <p:cNvSpPr/>
            <p:nvPr/>
          </p:nvSpPr>
          <p:spPr>
            <a:xfrm>
              <a:off x="6815047" y="1126296"/>
              <a:ext cx="1215382" cy="4346104"/>
            </a:xfrm>
            <a:prstGeom prst="roundRect">
              <a:avLst>
                <a:gd name="adj" fmla="val 7329"/>
              </a:avLst>
            </a:prstGeom>
            <a:solidFill>
              <a:srgbClr val="5D8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it_label" descr="Editable text; source id dit_label"/>
            <p:cNvSpPr txBox="1"/>
            <p:nvPr/>
          </p:nvSpPr>
          <p:spPr>
            <a:xfrm>
              <a:off x="6853227" y="3065180"/>
              <a:ext cx="1139022" cy="51924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Diffusion</a:t>
              </a:r>
            </a:p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Transformer</a:t>
              </a:r>
            </a:p>
          </p:txBody>
        </p:sp>
      </p:grpSp>
      <p:grpSp>
        <p:nvGrpSpPr>
          <p:cNvPr id="240" name="group_decoder_group" descr="Keep the module background and its complete label together when moving/resizing."/>
          <p:cNvGrpSpPr/>
          <p:nvPr/>
        </p:nvGrpSpPr>
        <p:grpSpPr>
          <a:xfrm>
            <a:off x="9004008" y="1126296"/>
            <a:ext cx="948125" cy="3264350"/>
            <a:chOff x="9004008" y="1126296"/>
            <a:chExt cx="948125" cy="3264350"/>
          </a:xfrm>
        </p:grpSpPr>
        <p:sp>
          <p:nvSpPr>
            <p:cNvPr id="18" name="decoder" descr="Editable shape; source id decoder"/>
            <p:cNvSpPr/>
            <p:nvPr/>
          </p:nvSpPr>
          <p:spPr>
            <a:xfrm>
              <a:off x="9004008" y="1126296"/>
              <a:ext cx="948125" cy="3264350"/>
            </a:xfrm>
            <a:prstGeom prst="roundRect">
              <a:avLst>
                <a:gd name="adj" fmla="val 9395"/>
              </a:avLst>
            </a:prstGeom>
            <a:solidFill>
              <a:srgbClr val="40AF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ecoder_label" descr="Editable text; source id decoder_label"/>
            <p:cNvSpPr txBox="1"/>
            <p:nvPr/>
          </p:nvSpPr>
          <p:spPr>
            <a:xfrm>
              <a:off x="9042187" y="2650932"/>
              <a:ext cx="871766" cy="25325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</p:grpSp>
      <p:grpSp>
        <p:nvGrpSpPr>
          <p:cNvPr id="241" name="group_noise_input" descr="Photo/illustration and complete readable label form one input/output unit."/>
          <p:cNvGrpSpPr/>
          <p:nvPr/>
        </p:nvGrpSpPr>
        <p:grpSpPr>
          <a:xfrm>
            <a:off x="553603" y="1342647"/>
            <a:ext cx="1368100" cy="1062663"/>
            <a:chOff x="553603" y="1342647"/>
            <a:chExt cx="1368100" cy="1062663"/>
          </a:xfrm>
        </p:grpSpPr>
        <p:pic>
          <p:nvPicPr>
            <p:cNvPr id="20" name="noise" descr="Exact crop of official RoboDream Figure 2, Ye et al. 2026, arXiv:2606.02577v1, CC BY 4.0.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3603" y="1342647"/>
              <a:ext cx="1355373" cy="750864"/>
            </a:xfrm>
            <a:prstGeom prst="rect">
              <a:avLst/>
            </a:prstGeom>
            <a:effectLst/>
          </p:spPr>
        </p:pic>
        <p:sp>
          <p:nvSpPr>
            <p:cNvPr id="21" name="noise_label" descr="Editable text; source id noise_label"/>
            <p:cNvSpPr txBox="1"/>
            <p:nvPr/>
          </p:nvSpPr>
          <p:spPr>
            <a:xfrm>
              <a:off x="598146" y="2163507"/>
              <a:ext cx="1323557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Noisy frames</a:t>
              </a:r>
            </a:p>
          </p:txBody>
        </p:sp>
      </p:grpSp>
      <p:grpSp>
        <p:nvGrpSpPr>
          <p:cNvPr id="242" name="group_motion_input" descr="Photo/illustration and complete readable label form one input/output unit."/>
          <p:cNvGrpSpPr/>
          <p:nvPr/>
        </p:nvGrpSpPr>
        <p:grpSpPr>
          <a:xfrm>
            <a:off x="540876" y="2430764"/>
            <a:ext cx="1489002" cy="1088116"/>
            <a:chOff x="540876" y="2430764"/>
            <a:chExt cx="1489002" cy="1088116"/>
          </a:xfrm>
        </p:grpSpPr>
        <p:pic>
          <p:nvPicPr>
            <p:cNvPr id="22" name="motion" descr="Exact crop of official RoboDream Figure 2, Ye et al. 2026, arXiv:2606.02577v1, CC BY 4.0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876" y="2430764"/>
              <a:ext cx="1368100" cy="763590"/>
            </a:xfrm>
            <a:prstGeom prst="rect">
              <a:avLst/>
            </a:prstGeom>
            <a:effectLst/>
          </p:spPr>
        </p:pic>
        <p:sp>
          <p:nvSpPr>
            <p:cNvPr id="23" name="motion_label" descr="Editable text; source id motion_label"/>
            <p:cNvSpPr txBox="1"/>
            <p:nvPr/>
          </p:nvSpPr>
          <p:spPr>
            <a:xfrm>
              <a:off x="604509" y="3277077"/>
              <a:ext cx="1425369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Rendered motion</a:t>
              </a:r>
            </a:p>
          </p:txBody>
        </p:sp>
      </p:grpSp>
      <p:grpSp>
        <p:nvGrpSpPr>
          <p:cNvPr id="243" name="group_scene_input" descr="Photo/illustration and complete readable label form one input/output unit."/>
          <p:cNvGrpSpPr/>
          <p:nvPr/>
        </p:nvGrpSpPr>
        <p:grpSpPr>
          <a:xfrm>
            <a:off x="540876" y="3576150"/>
            <a:ext cx="1368100" cy="1081753"/>
            <a:chOff x="540876" y="3576150"/>
            <a:chExt cx="1368100" cy="1081753"/>
          </a:xfrm>
        </p:grpSpPr>
        <p:pic>
          <p:nvPicPr>
            <p:cNvPr id="24" name="scene" descr="Exact crop of official RoboDream Figure 2, Ye et al. 2026, arXiv:2606.02577v1, CC BY 4.0.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0876" y="3576150"/>
              <a:ext cx="1368100" cy="763590"/>
            </a:xfrm>
            <a:prstGeom prst="rect">
              <a:avLst/>
            </a:prstGeom>
            <a:effectLst/>
          </p:spPr>
        </p:pic>
        <p:sp>
          <p:nvSpPr>
            <p:cNvPr id="25" name="scene_label" descr="Editable text; source id scene_label"/>
            <p:cNvSpPr txBox="1"/>
            <p:nvPr/>
          </p:nvSpPr>
          <p:spPr>
            <a:xfrm>
              <a:off x="801770" y="4416100"/>
              <a:ext cx="999031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Scene prior</a:t>
              </a:r>
            </a:p>
          </p:txBody>
        </p:sp>
      </p:grpSp>
      <p:grpSp>
        <p:nvGrpSpPr>
          <p:cNvPr id="244" name="group_object_input" descr="Photo/illustration and complete readable label form one input/output unit."/>
          <p:cNvGrpSpPr/>
          <p:nvPr/>
        </p:nvGrpSpPr>
        <p:grpSpPr>
          <a:xfrm>
            <a:off x="540876" y="4715173"/>
            <a:ext cx="1368100" cy="1062663"/>
            <a:chOff x="540876" y="4715173"/>
            <a:chExt cx="1368100" cy="1062663"/>
          </a:xfrm>
        </p:grpSpPr>
        <p:pic>
          <p:nvPicPr>
            <p:cNvPr id="26" name="object" descr="Exact crop of official RoboDream Figure 2, Ye et al. 2026, arXiv:2606.02577v1, CC BY 4.0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0876" y="4715173"/>
              <a:ext cx="1368100" cy="757227"/>
            </a:xfrm>
            <a:prstGeom prst="rect">
              <a:avLst/>
            </a:prstGeom>
            <a:effectLst/>
          </p:spPr>
        </p:pic>
        <p:sp>
          <p:nvSpPr>
            <p:cNvPr id="27" name="object_label" descr="Editable text; source id object_label"/>
            <p:cNvSpPr txBox="1"/>
            <p:nvPr/>
          </p:nvSpPr>
          <p:spPr>
            <a:xfrm>
              <a:off x="769954" y="5542396"/>
              <a:ext cx="1113569" cy="23544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Object prior</a:t>
              </a:r>
            </a:p>
          </p:txBody>
        </p:sp>
      </p:grpSp>
      <p:grpSp>
        <p:nvGrpSpPr>
          <p:cNvPr id="245" name="group_generated_input" descr="Photo/illustration and complete readable label form one input/output unit."/>
          <p:cNvGrpSpPr/>
          <p:nvPr/>
        </p:nvGrpSpPr>
        <p:grpSpPr>
          <a:xfrm>
            <a:off x="10206663" y="1221745"/>
            <a:ext cx="1966246" cy="2182596"/>
            <a:chOff x="10206663" y="1221745"/>
            <a:chExt cx="1966246" cy="2182596"/>
          </a:xfrm>
        </p:grpSpPr>
        <p:pic>
          <p:nvPicPr>
            <p:cNvPr id="28" name="generated" descr="Exact crop of official RoboDream Figure 2, Ye et al. 2026, arXiv:2606.02577v1, CC BY 4.0.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21202" y="1221745"/>
              <a:ext cx="1667173" cy="1864434"/>
            </a:xfrm>
            <a:prstGeom prst="rect">
              <a:avLst/>
            </a:prstGeom>
            <a:effectLst/>
          </p:spPr>
        </p:pic>
        <p:sp>
          <p:nvSpPr>
            <p:cNvPr id="29" name="generated_label" descr="Editable text; source id generated_label"/>
            <p:cNvSpPr txBox="1"/>
            <p:nvPr/>
          </p:nvSpPr>
          <p:spPr>
            <a:xfrm>
              <a:off x="10206663" y="3162538"/>
              <a:ext cx="1966246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Generated demonstration</a:t>
              </a:r>
            </a:p>
          </p:txBody>
        </p:sp>
      </p:grpSp>
      <p:grpSp>
        <p:nvGrpSpPr>
          <p:cNvPr id="257" name="group_trajectory_input" descr="Robot trajectory icon combines frame, curve and label; use parent group with nested curve group when supported."/>
          <p:cNvGrpSpPr/>
          <p:nvPr/>
        </p:nvGrpSpPr>
        <p:grpSpPr>
          <a:xfrm>
            <a:off x="553603" y="82722"/>
            <a:ext cx="1552634" cy="1049936"/>
            <a:chOff x="553603" y="82722"/>
            <a:chExt cx="1552634" cy="1049936"/>
          </a:xfrm>
        </p:grpSpPr>
        <p:sp>
          <p:nvSpPr>
            <p:cNvPr id="30" name="trajectory_frame" descr="Editable shape; source id trajectory_frame"/>
            <p:cNvSpPr/>
            <p:nvPr/>
          </p:nvSpPr>
          <p:spPr>
            <a:xfrm>
              <a:off x="553603" y="82722"/>
              <a:ext cx="1361736" cy="750864"/>
            </a:xfrm>
            <a:prstGeom prst="rect">
              <a:avLst/>
            </a:prstGeom>
            <a:solidFill>
              <a:srgbClr val="FFFFFF"/>
            </a:solidFill>
            <a:ln w="7635">
              <a:solidFill>
                <a:srgbClr val="3553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rajectory_label" descr="Editable text; source id trajectory_label"/>
            <p:cNvSpPr txBox="1"/>
            <p:nvPr/>
          </p:nvSpPr>
          <p:spPr>
            <a:xfrm>
              <a:off x="629962" y="890855"/>
              <a:ext cx="1476275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Robot trajectory</a:t>
              </a:r>
            </a:p>
          </p:txBody>
        </p:sp>
        <p:grpSp>
          <p:nvGrpSpPr>
            <p:cNvPr id="256" name="group_trajectory_curve" descr="Traced single continuous curve is fragmented into native line segments; group is essential for practical editing."/>
            <p:cNvGrpSpPr/>
            <p:nvPr/>
          </p:nvGrpSpPr>
          <p:grpSpPr>
            <a:xfrm>
              <a:off x="798588" y="223509"/>
              <a:ext cx="855858" cy="469290"/>
              <a:chOff x="798588" y="223509"/>
              <a:chExt cx="855858" cy="469290"/>
            </a:xfrm>
          </p:grpSpPr>
          <p:cxnSp>
            <p:nvCxnSpPr>
              <p:cNvPr id="32" name="trajectory_curve_0" descr="Editable line; source id trajectory_curve_0"/>
              <p:cNvCxnSpPr/>
              <p:nvPr/>
            </p:nvCxnSpPr>
            <p:spPr>
              <a:xfrm flipV="1">
                <a:off x="798588" y="374636"/>
                <a:ext cx="12727" cy="6098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trajectory_curve_1" descr="Editable line; source id trajectory_curve_1"/>
              <p:cNvCxnSpPr/>
              <p:nvPr/>
            </p:nvCxnSpPr>
            <p:spPr>
              <a:xfrm flipV="1">
                <a:off x="811315" y="368273"/>
                <a:ext cx="6363" cy="6363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trajectory_curve_2" descr="Editable line; source id trajectory_curve_2"/>
              <p:cNvCxnSpPr/>
              <p:nvPr/>
            </p:nvCxnSpPr>
            <p:spPr>
              <a:xfrm flipV="1">
                <a:off x="817678" y="306231"/>
                <a:ext cx="44543" cy="62042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trajectory_curve_3" descr="Editable line; source id trajectory_curve_3"/>
              <p:cNvCxnSpPr/>
              <p:nvPr/>
            </p:nvCxnSpPr>
            <p:spPr>
              <a:xfrm flipV="1">
                <a:off x="862221" y="286346"/>
                <a:ext cx="19090" cy="19885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trajectory_curve_4" descr="Editable line; source id trajectory_curve_4"/>
              <p:cNvCxnSpPr/>
              <p:nvPr/>
            </p:nvCxnSpPr>
            <p:spPr>
              <a:xfrm flipV="1">
                <a:off x="881311" y="271233"/>
                <a:ext cx="19089" cy="15113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trajectory_curve_5" descr="Editable line; source id trajectory_curve_5"/>
              <p:cNvCxnSpPr/>
              <p:nvPr/>
            </p:nvCxnSpPr>
            <p:spPr>
              <a:xfrm flipV="1">
                <a:off x="900400" y="264075"/>
                <a:ext cx="12727" cy="7158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trajectory_curve_6" descr="Editable line; source id trajectory_curve_6"/>
              <p:cNvCxnSpPr/>
              <p:nvPr/>
            </p:nvCxnSpPr>
            <p:spPr>
              <a:xfrm flipV="1">
                <a:off x="913127" y="260893"/>
                <a:ext cx="12726" cy="3182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trajectory_curve_7" descr="Editable line; source id trajectory_curve_7"/>
              <p:cNvCxnSpPr/>
              <p:nvPr/>
            </p:nvCxnSpPr>
            <p:spPr>
              <a:xfrm>
                <a:off x="925853" y="260893"/>
                <a:ext cx="25453" cy="0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trajectory_curve_8" descr="Editable line; source id trajectory_curve_8"/>
              <p:cNvCxnSpPr/>
              <p:nvPr/>
            </p:nvCxnSpPr>
            <p:spPr>
              <a:xfrm>
                <a:off x="951306" y="260893"/>
                <a:ext cx="12727" cy="3977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trajectory_curve_9" descr="Editable line; source id trajectory_curve_9"/>
              <p:cNvCxnSpPr/>
              <p:nvPr/>
            </p:nvCxnSpPr>
            <p:spPr>
              <a:xfrm>
                <a:off x="964033" y="264870"/>
                <a:ext cx="31816" cy="28635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trajectory_curve_10" descr="Editable line; source id trajectory_curve_10"/>
              <p:cNvCxnSpPr/>
              <p:nvPr/>
            </p:nvCxnSpPr>
            <p:spPr>
              <a:xfrm>
                <a:off x="995849" y="293505"/>
                <a:ext cx="25453" cy="38179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trajectory_curve_11" descr="Editable line; source id trajectory_curve_11"/>
              <p:cNvCxnSpPr/>
              <p:nvPr/>
            </p:nvCxnSpPr>
            <p:spPr>
              <a:xfrm>
                <a:off x="1021302" y="331684"/>
                <a:ext cx="120902" cy="237827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trajectory_curve_12" descr="Editable line; source id trajectory_curve_12"/>
              <p:cNvCxnSpPr/>
              <p:nvPr/>
            </p:nvCxnSpPr>
            <p:spPr>
              <a:xfrm>
                <a:off x="1142204" y="569511"/>
                <a:ext cx="31816" cy="54088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trajectory_curve_13" descr="Editable line; source id trajectory_curve_13"/>
              <p:cNvCxnSpPr/>
              <p:nvPr/>
            </p:nvCxnSpPr>
            <p:spPr>
              <a:xfrm>
                <a:off x="1174020" y="623599"/>
                <a:ext cx="25453" cy="31816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trajectory_curve_14" descr="Editable line; source id trajectory_curve_14"/>
              <p:cNvCxnSpPr/>
              <p:nvPr/>
            </p:nvCxnSpPr>
            <p:spPr>
              <a:xfrm>
                <a:off x="1199473" y="655415"/>
                <a:ext cx="25453" cy="24658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trajectory_curve_15" descr="Editable line; source id trajectory_curve_15"/>
              <p:cNvCxnSpPr/>
              <p:nvPr/>
            </p:nvCxnSpPr>
            <p:spPr>
              <a:xfrm>
                <a:off x="1224926" y="680073"/>
                <a:ext cx="19090" cy="12726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trajectory_curve_16" descr="Editable line; source id trajectory_curve_16"/>
              <p:cNvCxnSpPr/>
              <p:nvPr/>
            </p:nvCxnSpPr>
            <p:spPr>
              <a:xfrm>
                <a:off x="1244016" y="692799"/>
                <a:ext cx="12727" cy="0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trajectory_curve_17" descr="Editable line; source id trajectory_curve_17"/>
              <p:cNvCxnSpPr/>
              <p:nvPr/>
            </p:nvCxnSpPr>
            <p:spPr>
              <a:xfrm flipV="1">
                <a:off x="1256743" y="673709"/>
                <a:ext cx="25453" cy="19090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trajectory_curve_18" descr="Editable line; source id trajectory_curve_18"/>
              <p:cNvCxnSpPr/>
              <p:nvPr/>
            </p:nvCxnSpPr>
            <p:spPr>
              <a:xfrm flipV="1">
                <a:off x="1282196" y="648256"/>
                <a:ext cx="19089" cy="25453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trajectory_curve_19" descr="Editable line; source id trajectory_curve_19"/>
              <p:cNvCxnSpPr/>
              <p:nvPr/>
            </p:nvCxnSpPr>
            <p:spPr>
              <a:xfrm flipV="1">
                <a:off x="1301285" y="625189"/>
                <a:ext cx="12727" cy="23067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trajectory_curve_20" descr="Editable line; source id trajectory_curve_20"/>
              <p:cNvCxnSpPr/>
              <p:nvPr/>
            </p:nvCxnSpPr>
            <p:spPr>
              <a:xfrm flipV="1">
                <a:off x="1314012" y="532922"/>
                <a:ext cx="38180" cy="92267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trajectory_curve_21" descr="Editable line; source id trajectory_curve_21"/>
              <p:cNvCxnSpPr/>
              <p:nvPr/>
            </p:nvCxnSpPr>
            <p:spPr>
              <a:xfrm flipV="1">
                <a:off x="1352192" y="388954"/>
                <a:ext cx="50906" cy="143968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trajectory_curve_22" descr="Editable line; source id trajectory_curve_22"/>
              <p:cNvCxnSpPr/>
              <p:nvPr/>
            </p:nvCxnSpPr>
            <p:spPr>
              <a:xfrm flipV="1">
                <a:off x="1403098" y="325321"/>
                <a:ext cx="25453" cy="63633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trajectory_curve_23" descr="Editable line; source id trajectory_curve_23"/>
              <p:cNvCxnSpPr/>
              <p:nvPr/>
            </p:nvCxnSpPr>
            <p:spPr>
              <a:xfrm flipV="1">
                <a:off x="1428551" y="276801"/>
                <a:ext cx="25453" cy="48520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trajectory_curve_24" descr="Editable line; source id trajectory_curve_24"/>
              <p:cNvCxnSpPr/>
              <p:nvPr/>
            </p:nvCxnSpPr>
            <p:spPr>
              <a:xfrm flipV="1">
                <a:off x="1454004" y="249757"/>
                <a:ext cx="19089" cy="27044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trajectory_curve_25" descr="Editable line; source id trajectory_curve_25"/>
              <p:cNvCxnSpPr/>
              <p:nvPr/>
            </p:nvCxnSpPr>
            <p:spPr>
              <a:xfrm flipV="1">
                <a:off x="1473093" y="232258"/>
                <a:ext cx="25453" cy="17499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trajectory_curve_26" descr="Editable line; source id trajectory_curve_26"/>
              <p:cNvCxnSpPr/>
              <p:nvPr/>
            </p:nvCxnSpPr>
            <p:spPr>
              <a:xfrm flipV="1">
                <a:off x="1498546" y="223509"/>
                <a:ext cx="25453" cy="8749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trajectory_curve_27" descr="Editable line; source id trajectory_curve_27"/>
              <p:cNvCxnSpPr/>
              <p:nvPr/>
            </p:nvCxnSpPr>
            <p:spPr>
              <a:xfrm>
                <a:off x="1523999" y="223509"/>
                <a:ext cx="38180" cy="10870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rajectory_head" descr="Editable line; source id trajectory_head"/>
              <p:cNvSpPr/>
              <p:nvPr/>
            </p:nvSpPr>
            <p:spPr>
              <a:xfrm>
                <a:off x="1553996" y="224629"/>
                <a:ext cx="100450" cy="87170"/>
              </a:xfrm>
              <a:custGeom>
                <a:avLst/>
                <a:gdLst/>
                <a:ahLst/>
                <a:cxnLst/>
                <a:rect l="l" t="t" r="r" b="b"/>
                <a:pathLst>
                  <a:path w="15786" h="13699">
                    <a:moveTo>
                      <a:pt x="2572" y="0"/>
                    </a:moveTo>
                    <a:lnTo>
                      <a:pt x="7879" y="4454"/>
                    </a:lnTo>
                    <a:lnTo>
                      <a:pt x="10450" y="1389"/>
                    </a:lnTo>
                    <a:lnTo>
                      <a:pt x="15786" y="13699"/>
                    </a:lnTo>
                    <a:lnTo>
                      <a:pt x="2737" y="10582"/>
                    </a:lnTo>
                    <a:lnTo>
                      <a:pt x="5308" y="7518"/>
                    </a:lnTo>
                    <a:lnTo>
                      <a:pt x="0" y="3064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61" name="rendering_label" descr="Editable text; source id rendering_label"/>
          <p:cNvSpPr txBox="1"/>
          <p:nvPr/>
        </p:nvSpPr>
        <p:spPr>
          <a:xfrm rot="16200000">
            <a:off x="-260893" y="1520818"/>
            <a:ext cx="782680" cy="21635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2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Rendering</a:t>
            </a:r>
          </a:p>
        </p:txBody>
      </p:sp>
      <p:grpSp>
        <p:nvGrpSpPr>
          <p:cNvPr id="258" name="group_trajectory_condition" descr="Trajectory conditioning token row."/>
          <p:cNvGrpSpPr/>
          <p:nvPr/>
        </p:nvGrpSpPr>
        <p:grpSpPr>
          <a:xfrm>
            <a:off x="6675056" y="279983"/>
            <a:ext cx="699958" cy="349979"/>
            <a:chOff x="6675056" y="279983"/>
            <a:chExt cx="699958" cy="349979"/>
          </a:xfrm>
        </p:grpSpPr>
        <p:sp>
          <p:nvSpPr>
            <p:cNvPr id="62" name="trajectory_token_bg" descr="Editable shape; source id trajectory_token_bg"/>
            <p:cNvSpPr/>
            <p:nvPr/>
          </p:nvSpPr>
          <p:spPr>
            <a:xfrm>
              <a:off x="6675056" y="279983"/>
              <a:ext cx="699958" cy="349979"/>
            </a:xfrm>
            <a:prstGeom prst="roundRect">
              <a:avLst>
                <a:gd name="adj" fmla="val 21818"/>
              </a:avLst>
            </a:prstGeom>
            <a:solidFill>
              <a:srgbClr val="EFF3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rajectory_token1" descr="Editable shape; source id trajectory_token1"/>
            <p:cNvSpPr/>
            <p:nvPr/>
          </p:nvSpPr>
          <p:spPr>
            <a:xfrm>
              <a:off x="6745052" y="330889"/>
              <a:ext cx="248167" cy="248167"/>
            </a:xfrm>
            <a:prstGeom prst="roundRect">
              <a:avLst>
                <a:gd name="adj" fmla="val 23076"/>
              </a:avLst>
            </a:prstGeom>
            <a:solidFill>
              <a:srgbClr val="B5CD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rajectory_token2" descr="Editable shape; source id trajectory_token2"/>
            <p:cNvSpPr/>
            <p:nvPr/>
          </p:nvSpPr>
          <p:spPr>
            <a:xfrm>
              <a:off x="7056851" y="330889"/>
              <a:ext cx="248167" cy="248167"/>
            </a:xfrm>
            <a:prstGeom prst="roundRect">
              <a:avLst>
                <a:gd name="adj" fmla="val 23076"/>
              </a:avLst>
            </a:prstGeom>
            <a:solidFill>
              <a:srgbClr val="B5CD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9" name="group_text_condition" descr="Text conditioning token row."/>
          <p:cNvGrpSpPr/>
          <p:nvPr/>
        </p:nvGrpSpPr>
        <p:grpSpPr>
          <a:xfrm>
            <a:off x="7470463" y="279983"/>
            <a:ext cx="687231" cy="349979"/>
            <a:chOff x="7470463" y="279983"/>
            <a:chExt cx="687231" cy="349979"/>
          </a:xfrm>
        </p:grpSpPr>
        <p:sp>
          <p:nvSpPr>
            <p:cNvPr id="65" name="text_token_bg" descr="Editable shape; source id text_token_bg"/>
            <p:cNvSpPr/>
            <p:nvPr/>
          </p:nvSpPr>
          <p:spPr>
            <a:xfrm>
              <a:off x="7470463" y="279983"/>
              <a:ext cx="687231" cy="349979"/>
            </a:xfrm>
            <a:prstGeom prst="roundRect">
              <a:avLst>
                <a:gd name="adj" fmla="val 21818"/>
              </a:avLst>
            </a:prstGeom>
            <a:solidFill>
              <a:srgbClr val="F9F2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_token1" descr="Editable shape; source id text_token1"/>
            <p:cNvSpPr/>
            <p:nvPr/>
          </p:nvSpPr>
          <p:spPr>
            <a:xfrm>
              <a:off x="7527732" y="330889"/>
              <a:ext cx="248167" cy="248167"/>
            </a:xfrm>
            <a:prstGeom prst="roundRect">
              <a:avLst>
                <a:gd name="adj" fmla="val 23076"/>
              </a:avLst>
            </a:prstGeom>
            <a:solidFill>
              <a:srgbClr val="EBC8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_token2" descr="Editable shape; source id text_token2"/>
            <p:cNvSpPr/>
            <p:nvPr/>
          </p:nvSpPr>
          <p:spPr>
            <a:xfrm>
              <a:off x="7839532" y="330889"/>
              <a:ext cx="248167" cy="248167"/>
            </a:xfrm>
            <a:prstGeom prst="roundRect">
              <a:avLst>
                <a:gd name="adj" fmla="val 23076"/>
              </a:avLst>
            </a:prstGeom>
            <a:solidFill>
              <a:srgbClr val="EBC8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5" name="group_instruction_unit" descr="Move task prompt and caption as one unit; prompt remains two semantic lines in one textbox."/>
          <p:cNvGrpSpPr/>
          <p:nvPr/>
        </p:nvGrpSpPr>
        <p:grpSpPr>
          <a:xfrm>
            <a:off x="10270296" y="184534"/>
            <a:ext cx="1768985" cy="948124"/>
            <a:chOff x="10270296" y="184534"/>
            <a:chExt cx="1768985" cy="948124"/>
          </a:xfrm>
        </p:grpSpPr>
        <p:sp>
          <p:nvSpPr>
            <p:cNvPr id="68" name="instruction_bg" descr="Editable shape; source id instruction_bg"/>
            <p:cNvSpPr/>
            <p:nvPr/>
          </p:nvSpPr>
          <p:spPr>
            <a:xfrm>
              <a:off x="10270296" y="184534"/>
              <a:ext cx="1768985" cy="54724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instruction" descr="Editable text; source id instruction"/>
            <p:cNvSpPr txBox="1"/>
            <p:nvPr/>
          </p:nvSpPr>
          <p:spPr>
            <a:xfrm>
              <a:off x="10321202" y="197260"/>
              <a:ext cx="1667173" cy="50906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99"/>
                </a:lnSpc>
                <a:spcBef>
                  <a:spcPts val="0"/>
                </a:spcBef>
                <a:spcAft>
                  <a:spcPts val="0"/>
                </a:spcAft>
                <a:defRPr sz="1463" b="0" i="0" lang="zh-CN" dirty="0">
                  <a:solidFill>
                    <a:srgbClr val="111827"/>
                  </a:solidFill>
                  <a:latin typeface="Courier New"/>
                  <a:ea typeface="Courier New"/>
                  <a:cs typeface="Courier New"/>
                </a:defRPr>
              </a:pPr>
              <a:r>
                <a:rPr sz="1463" b="0" i="0" lang="zh-CN" dirty="0">
                  <a:solidFill>
                    <a:srgbClr val="111827"/>
                  </a:solidFill>
                  <a:latin typeface="Courier New"/>
                  <a:ea typeface="Courier New"/>
                  <a:cs typeface="Courier New"/>
                </a:rPr>
                <a:t>Put the marker</a:t>
              </a:r>
            </a:p>
            <a:p>
              <a:pPr algn="ctr" fontAlgn="base">
                <a:lnSpc>
                  <a:spcPts val="1799"/>
                </a:lnSpc>
                <a:spcBef>
                  <a:spcPts val="0"/>
                </a:spcBef>
                <a:spcAft>
                  <a:spcPts val="0"/>
                </a:spcAft>
                <a:defRPr sz="1463" b="0" i="0" lang="zh-CN" dirty="0">
                  <a:solidFill>
                    <a:srgbClr val="111827"/>
                  </a:solidFill>
                  <a:latin typeface="Courier New"/>
                  <a:ea typeface="Courier New"/>
                  <a:cs typeface="Courier New"/>
                </a:defRPr>
              </a:pPr>
              <a:r>
                <a:rPr sz="1463" b="0" i="0" lang="zh-CN" dirty="0">
                  <a:solidFill>
                    <a:srgbClr val="111827"/>
                  </a:solidFill>
                  <a:latin typeface="Courier New"/>
                  <a:ea typeface="Courier New"/>
                  <a:cs typeface="Courier New"/>
                </a:rPr>
                <a:t>in the bowl</a:t>
              </a:r>
            </a:p>
          </p:txBody>
        </p:sp>
        <p:sp>
          <p:nvSpPr>
            <p:cNvPr id="70" name="instruction_label" descr="Editable text; source id instruction_label"/>
            <p:cNvSpPr txBox="1"/>
            <p:nvPr/>
          </p:nvSpPr>
          <p:spPr>
            <a:xfrm>
              <a:off x="10543916" y="890855"/>
              <a:ext cx="1406279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Task instruction</a:t>
              </a:r>
            </a:p>
          </p:txBody>
        </p:sp>
      </p:grpSp>
      <p:sp>
        <p:nvSpPr>
          <p:cNvPr id="71" name="cross_attention_label" descr="Editable text; source id cross_attention_label"/>
          <p:cNvSpPr txBox="1"/>
          <p:nvPr/>
        </p:nvSpPr>
        <p:spPr>
          <a:xfrm>
            <a:off x="7572275" y="871766"/>
            <a:ext cx="1336283" cy="24180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Cross attention</a:t>
            </a:r>
          </a:p>
        </p:txBody>
      </p:sp>
      <p:grpSp>
        <p:nvGrpSpPr>
          <p:cNvPr id="246" name="group_noise_tokens" descr="One 3×3 token grid: move/recolor as a semantic tensor while retaining editable cells."/>
          <p:cNvGrpSpPr/>
          <p:nvPr/>
        </p:nvGrpSpPr>
        <p:grpSpPr>
          <a:xfrm>
            <a:off x="3563423" y="1342647"/>
            <a:ext cx="750864" cy="750864"/>
            <a:chOff x="3563423" y="1342647"/>
            <a:chExt cx="750864" cy="750864"/>
          </a:xfrm>
        </p:grpSpPr>
        <p:sp>
          <p:nvSpPr>
            <p:cNvPr id="72" name="noise_tokens_0" descr="Editable shape; source id noise_tokens_0"/>
            <p:cNvSpPr/>
            <p:nvPr/>
          </p:nvSpPr>
          <p:spPr>
            <a:xfrm>
              <a:off x="3563423" y="13426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oise_tokens_1" descr="Editable shape; source id noise_tokens_1"/>
            <p:cNvSpPr/>
            <p:nvPr/>
          </p:nvSpPr>
          <p:spPr>
            <a:xfrm>
              <a:off x="3837043" y="13426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oise_tokens_2" descr="Editable shape; source id noise_tokens_2"/>
            <p:cNvSpPr/>
            <p:nvPr/>
          </p:nvSpPr>
          <p:spPr>
            <a:xfrm>
              <a:off x="4110663" y="13426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oise_tokens_3" descr="Editable shape; source id noise_tokens_3"/>
            <p:cNvSpPr/>
            <p:nvPr/>
          </p:nvSpPr>
          <p:spPr>
            <a:xfrm>
              <a:off x="3563423" y="16162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noise_tokens_4" descr="Editable shape; source id noise_tokens_4"/>
            <p:cNvSpPr/>
            <p:nvPr/>
          </p:nvSpPr>
          <p:spPr>
            <a:xfrm>
              <a:off x="3837043" y="16162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oise_tokens_5" descr="Editable shape; source id noise_tokens_5"/>
            <p:cNvSpPr/>
            <p:nvPr/>
          </p:nvSpPr>
          <p:spPr>
            <a:xfrm>
              <a:off x="4110663" y="16162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noise_tokens_6" descr="Editable shape; source id noise_tokens_6"/>
            <p:cNvSpPr/>
            <p:nvPr/>
          </p:nvSpPr>
          <p:spPr>
            <a:xfrm>
              <a:off x="3563423" y="188988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noise_tokens_7" descr="Editable shape; source id noise_tokens_7"/>
            <p:cNvSpPr/>
            <p:nvPr/>
          </p:nvSpPr>
          <p:spPr>
            <a:xfrm>
              <a:off x="3837043" y="188988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noise_tokens_8" descr="Editable shape; source id noise_tokens_8"/>
            <p:cNvSpPr/>
            <p:nvPr/>
          </p:nvSpPr>
          <p:spPr>
            <a:xfrm>
              <a:off x="4110663" y="188988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7" name="group_motion_tokens" descr="One 3×3 token grid: move/recolor as a semantic tensor while retaining editable cells."/>
          <p:cNvGrpSpPr/>
          <p:nvPr/>
        </p:nvGrpSpPr>
        <p:grpSpPr>
          <a:xfrm>
            <a:off x="3563423" y="2437127"/>
            <a:ext cx="750864" cy="750864"/>
            <a:chOff x="3563423" y="2437127"/>
            <a:chExt cx="750864" cy="750864"/>
          </a:xfrm>
        </p:grpSpPr>
        <p:sp>
          <p:nvSpPr>
            <p:cNvPr id="81" name="motion_tokens_0" descr="Editable shape; source id motion_tokens_0"/>
            <p:cNvSpPr/>
            <p:nvPr/>
          </p:nvSpPr>
          <p:spPr>
            <a:xfrm>
              <a:off x="3563423" y="243712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motion_tokens_1" descr="Editable shape; source id motion_tokens_1"/>
            <p:cNvSpPr/>
            <p:nvPr/>
          </p:nvSpPr>
          <p:spPr>
            <a:xfrm>
              <a:off x="3837043" y="243712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motion_tokens_2" descr="Editable shape; source id motion_tokens_2"/>
            <p:cNvSpPr/>
            <p:nvPr/>
          </p:nvSpPr>
          <p:spPr>
            <a:xfrm>
              <a:off x="4110663" y="243712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motion_tokens_3" descr="Editable shape; source id motion_tokens_3"/>
            <p:cNvSpPr/>
            <p:nvPr/>
          </p:nvSpPr>
          <p:spPr>
            <a:xfrm>
              <a:off x="3563423" y="27107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motion_tokens_4" descr="Editable shape; source id motion_tokens_4"/>
            <p:cNvSpPr/>
            <p:nvPr/>
          </p:nvSpPr>
          <p:spPr>
            <a:xfrm>
              <a:off x="3837043" y="27107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motion_tokens_5" descr="Editable shape; source id motion_tokens_5"/>
            <p:cNvSpPr/>
            <p:nvPr/>
          </p:nvSpPr>
          <p:spPr>
            <a:xfrm>
              <a:off x="4110663" y="27107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motion_tokens_6" descr="Editable shape; source id motion_tokens_6"/>
            <p:cNvSpPr/>
            <p:nvPr/>
          </p:nvSpPr>
          <p:spPr>
            <a:xfrm>
              <a:off x="3563423" y="29843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motion_tokens_7" descr="Editable shape; source id motion_tokens_7"/>
            <p:cNvSpPr/>
            <p:nvPr/>
          </p:nvSpPr>
          <p:spPr>
            <a:xfrm>
              <a:off x="3837043" y="29843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motion_tokens_8" descr="Editable shape; source id motion_tokens_8"/>
            <p:cNvSpPr/>
            <p:nvPr/>
          </p:nvSpPr>
          <p:spPr>
            <a:xfrm>
              <a:off x="4110663" y="29843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8" name="group_scene_tokens" descr="One 3×3 token grid: move/recolor as a semantic tensor while retaining editable cells."/>
          <p:cNvGrpSpPr/>
          <p:nvPr/>
        </p:nvGrpSpPr>
        <p:grpSpPr>
          <a:xfrm>
            <a:off x="3563423" y="3588876"/>
            <a:ext cx="750864" cy="750864"/>
            <a:chOff x="3563423" y="3588876"/>
            <a:chExt cx="750864" cy="750864"/>
          </a:xfrm>
        </p:grpSpPr>
        <p:sp>
          <p:nvSpPr>
            <p:cNvPr id="90" name="scene_tokens_0" descr="Editable shape; source id scene_tokens_0"/>
            <p:cNvSpPr/>
            <p:nvPr/>
          </p:nvSpPr>
          <p:spPr>
            <a:xfrm>
              <a:off x="3563423" y="358887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scene_tokens_1" descr="Editable shape; source id scene_tokens_1"/>
            <p:cNvSpPr/>
            <p:nvPr/>
          </p:nvSpPr>
          <p:spPr>
            <a:xfrm>
              <a:off x="3837043" y="358887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scene_tokens_2" descr="Editable shape; source id scene_tokens_2"/>
            <p:cNvSpPr/>
            <p:nvPr/>
          </p:nvSpPr>
          <p:spPr>
            <a:xfrm>
              <a:off x="4110663" y="358887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scene_tokens_3" descr="Editable shape; source id scene_tokens_3"/>
            <p:cNvSpPr/>
            <p:nvPr/>
          </p:nvSpPr>
          <p:spPr>
            <a:xfrm>
              <a:off x="3563423" y="386249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scene_tokens_4" descr="Editable shape; source id scene_tokens_4"/>
            <p:cNvSpPr/>
            <p:nvPr/>
          </p:nvSpPr>
          <p:spPr>
            <a:xfrm>
              <a:off x="3837043" y="386249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cene_tokens_5" descr="Editable shape; source id scene_tokens_5"/>
            <p:cNvSpPr/>
            <p:nvPr/>
          </p:nvSpPr>
          <p:spPr>
            <a:xfrm>
              <a:off x="4110663" y="386249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cene_tokens_6" descr="Editable shape; source id scene_tokens_6"/>
            <p:cNvSpPr/>
            <p:nvPr/>
          </p:nvSpPr>
          <p:spPr>
            <a:xfrm>
              <a:off x="3563423" y="413611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scene_tokens_7" descr="Editable shape; source id scene_tokens_7"/>
            <p:cNvSpPr/>
            <p:nvPr/>
          </p:nvSpPr>
          <p:spPr>
            <a:xfrm>
              <a:off x="3837043" y="413611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scene_tokens_8" descr="Editable shape; source id scene_tokens_8"/>
            <p:cNvSpPr/>
            <p:nvPr/>
          </p:nvSpPr>
          <p:spPr>
            <a:xfrm>
              <a:off x="4110663" y="413611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9" name="group_object_tokens" descr="One 3×3 token grid: move/recolor as a semantic tensor while retaining editable cells."/>
          <p:cNvGrpSpPr/>
          <p:nvPr/>
        </p:nvGrpSpPr>
        <p:grpSpPr>
          <a:xfrm>
            <a:off x="3563423" y="4727899"/>
            <a:ext cx="750864" cy="750864"/>
            <a:chOff x="3563423" y="4727899"/>
            <a:chExt cx="750864" cy="750864"/>
          </a:xfrm>
        </p:grpSpPr>
        <p:sp>
          <p:nvSpPr>
            <p:cNvPr id="99" name="object_tokens_0" descr="Editable shape; source id object_tokens_0"/>
            <p:cNvSpPr/>
            <p:nvPr/>
          </p:nvSpPr>
          <p:spPr>
            <a:xfrm>
              <a:off x="3563423" y="472789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bject_tokens_1" descr="Editable shape; source id object_tokens_1"/>
            <p:cNvSpPr/>
            <p:nvPr/>
          </p:nvSpPr>
          <p:spPr>
            <a:xfrm>
              <a:off x="3837043" y="472789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bject_tokens_2" descr="Editable shape; source id object_tokens_2"/>
            <p:cNvSpPr/>
            <p:nvPr/>
          </p:nvSpPr>
          <p:spPr>
            <a:xfrm>
              <a:off x="4110663" y="472789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bject_tokens_3" descr="Editable shape; source id object_tokens_3"/>
            <p:cNvSpPr/>
            <p:nvPr/>
          </p:nvSpPr>
          <p:spPr>
            <a:xfrm>
              <a:off x="3563423" y="500151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bject_tokens_4" descr="Editable shape; source id object_tokens_4"/>
            <p:cNvSpPr/>
            <p:nvPr/>
          </p:nvSpPr>
          <p:spPr>
            <a:xfrm>
              <a:off x="3837043" y="500151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bject_tokens_5" descr="Editable shape; source id object_tokens_5"/>
            <p:cNvSpPr/>
            <p:nvPr/>
          </p:nvSpPr>
          <p:spPr>
            <a:xfrm>
              <a:off x="4110663" y="500151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bject_tokens_6" descr="Editable shape; source id object_tokens_6"/>
            <p:cNvSpPr/>
            <p:nvPr/>
          </p:nvSpPr>
          <p:spPr>
            <a:xfrm>
              <a:off x="3563423" y="527513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bject_tokens_7" descr="Editable shape; source id object_tokens_7"/>
            <p:cNvSpPr/>
            <p:nvPr/>
          </p:nvSpPr>
          <p:spPr>
            <a:xfrm>
              <a:off x="3837043" y="527513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bject_tokens_8" descr="Editable shape; source id object_tokens_8"/>
            <p:cNvSpPr/>
            <p:nvPr/>
          </p:nvSpPr>
          <p:spPr>
            <a:xfrm>
              <a:off x="4110663" y="527513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0" name="group_encoded_tokens" descr="Whole token column should be moved together; each gradient token remains individually editable."/>
          <p:cNvGrpSpPr/>
          <p:nvPr/>
        </p:nvGrpSpPr>
        <p:grpSpPr>
          <a:xfrm>
            <a:off x="6172358" y="1349010"/>
            <a:ext cx="209987" cy="2933461"/>
            <a:chOff x="6172358" y="1349010"/>
            <a:chExt cx="209987" cy="2933461"/>
          </a:xfrm>
        </p:grpSpPr>
        <p:sp>
          <p:nvSpPr>
            <p:cNvPr id="108" name="encoded_token_0" descr="Editable shape; source id encoded_token_0"/>
            <p:cNvSpPr/>
            <p:nvPr/>
          </p:nvSpPr>
          <p:spPr>
            <a:xfrm>
              <a:off x="6172358" y="1349010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encoded_token_1" descr="Editable shape; source id encoded_token_1"/>
            <p:cNvSpPr/>
            <p:nvPr/>
          </p:nvSpPr>
          <p:spPr>
            <a:xfrm>
              <a:off x="6172358" y="1689444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encoded_token_2" descr="Editable shape; source id encoded_token_2"/>
            <p:cNvSpPr/>
            <p:nvPr/>
          </p:nvSpPr>
          <p:spPr>
            <a:xfrm>
              <a:off x="6172358" y="2029878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encoded_token_3" descr="Editable shape; source id encoded_token_3"/>
            <p:cNvSpPr/>
            <p:nvPr/>
          </p:nvSpPr>
          <p:spPr>
            <a:xfrm>
              <a:off x="6172358" y="2370313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encoded_token_4" descr="Editable shape; source id encoded_token_4"/>
            <p:cNvSpPr/>
            <p:nvPr/>
          </p:nvSpPr>
          <p:spPr>
            <a:xfrm>
              <a:off x="6172358" y="2710747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encoded_token_5" descr="Editable shape; source id encoded_token_5"/>
            <p:cNvSpPr/>
            <p:nvPr/>
          </p:nvSpPr>
          <p:spPr>
            <a:xfrm>
              <a:off x="6172358" y="3051181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encoded_token_6" descr="Editable shape; source id encoded_token_6"/>
            <p:cNvSpPr/>
            <p:nvPr/>
          </p:nvSpPr>
          <p:spPr>
            <a:xfrm>
              <a:off x="6172358" y="3391615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encoded_token_7" descr="Editable shape; source id encoded_token_7"/>
            <p:cNvSpPr/>
            <p:nvPr/>
          </p:nvSpPr>
          <p:spPr>
            <a:xfrm>
              <a:off x="6172358" y="3732050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encoded_token_8" descr="Editable shape; source id encoded_token_8"/>
            <p:cNvSpPr/>
            <p:nvPr/>
          </p:nvSpPr>
          <p:spPr>
            <a:xfrm>
              <a:off x="6172358" y="4072484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1" name="group_decoded_tokens" descr="Whole token column should be moved together; each gradient token remains individually editable."/>
          <p:cNvGrpSpPr/>
          <p:nvPr/>
        </p:nvGrpSpPr>
        <p:grpSpPr>
          <a:xfrm>
            <a:off x="8265870" y="1349010"/>
            <a:ext cx="209987" cy="2933461"/>
            <a:chOff x="8265870" y="1349010"/>
            <a:chExt cx="209987" cy="2933461"/>
          </a:xfrm>
        </p:grpSpPr>
        <p:sp>
          <p:nvSpPr>
            <p:cNvPr id="117" name="decoded_token_0" descr="Editable shape; source id decoded_token_0"/>
            <p:cNvSpPr/>
            <p:nvPr/>
          </p:nvSpPr>
          <p:spPr>
            <a:xfrm>
              <a:off x="8265870" y="1349010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decoded_token_1" descr="Editable shape; source id decoded_token_1"/>
            <p:cNvSpPr/>
            <p:nvPr/>
          </p:nvSpPr>
          <p:spPr>
            <a:xfrm>
              <a:off x="8265870" y="1689444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decoded_token_2" descr="Editable shape; source id decoded_token_2"/>
            <p:cNvSpPr/>
            <p:nvPr/>
          </p:nvSpPr>
          <p:spPr>
            <a:xfrm>
              <a:off x="8265870" y="2029878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decoded_token_3" descr="Editable shape; source id decoded_token_3"/>
            <p:cNvSpPr/>
            <p:nvPr/>
          </p:nvSpPr>
          <p:spPr>
            <a:xfrm>
              <a:off x="8265870" y="2370313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ecoded_token_4" descr="Editable shape; source id decoded_token_4"/>
            <p:cNvSpPr/>
            <p:nvPr/>
          </p:nvSpPr>
          <p:spPr>
            <a:xfrm>
              <a:off x="8265870" y="2710747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decoded_token_5" descr="Editable shape; source id decoded_token_5"/>
            <p:cNvSpPr/>
            <p:nvPr/>
          </p:nvSpPr>
          <p:spPr>
            <a:xfrm>
              <a:off x="8265870" y="3051181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ecoded_token_6" descr="Editable shape; source id decoded_token_6"/>
            <p:cNvSpPr/>
            <p:nvPr/>
          </p:nvSpPr>
          <p:spPr>
            <a:xfrm>
              <a:off x="8265870" y="3391615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decoded_token_7" descr="Editable shape; source id decoded_token_7"/>
            <p:cNvSpPr/>
            <p:nvPr/>
          </p:nvSpPr>
          <p:spPr>
            <a:xfrm>
              <a:off x="8265870" y="3732050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decoded_token_8" descr="Editable shape; source id decoded_token_8"/>
            <p:cNvSpPr/>
            <p:nvPr/>
          </p:nvSpPr>
          <p:spPr>
            <a:xfrm>
              <a:off x="8265870" y="4072484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0" name="group_object_encoded" descr="Object conditioning token pair."/>
          <p:cNvGrpSpPr/>
          <p:nvPr/>
        </p:nvGrpSpPr>
        <p:grpSpPr>
          <a:xfrm>
            <a:off x="6153269" y="4816985"/>
            <a:ext cx="248167" cy="559966"/>
            <a:chOff x="6153269" y="4816985"/>
            <a:chExt cx="248167" cy="559966"/>
          </a:xfrm>
        </p:grpSpPr>
        <p:sp>
          <p:nvSpPr>
            <p:cNvPr id="126" name="object_encoded_0" descr="Editable shape; source id object_encoded_0"/>
            <p:cNvSpPr/>
            <p:nvPr/>
          </p:nvSpPr>
          <p:spPr>
            <a:xfrm>
              <a:off x="6153269" y="4816985"/>
              <a:ext cx="248167" cy="248167"/>
            </a:xfrm>
            <a:prstGeom prst="roundRect">
              <a:avLst>
                <a:gd name="adj" fmla="val 20512"/>
              </a:avLst>
            </a:prstGeom>
            <a:solidFill>
              <a:srgbClr val="FFD0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bject_encoded_1" descr="Editable shape; source id object_encoded_1"/>
            <p:cNvSpPr/>
            <p:nvPr/>
          </p:nvSpPr>
          <p:spPr>
            <a:xfrm>
              <a:off x="6153269" y="5128784"/>
              <a:ext cx="248167" cy="248167"/>
            </a:xfrm>
            <a:prstGeom prst="roundRect">
              <a:avLst>
                <a:gd name="adj" fmla="val 20512"/>
              </a:avLst>
            </a:prstGeom>
            <a:solidFill>
              <a:srgbClr val="FFD0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8" name="views_label" descr="Editable text; source id views_label"/>
          <p:cNvSpPr txBox="1"/>
          <p:nvPr/>
        </p:nvSpPr>
        <p:spPr>
          <a:xfrm>
            <a:off x="5866922" y="4454279"/>
            <a:ext cx="598146" cy="2036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defRPr sz="115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5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 views</a:t>
            </a:r>
          </a:p>
        </p:txBody>
      </p:sp>
      <p:sp>
        <p:nvSpPr>
          <p:cNvPr id="129" name="views_dots_0" descr="Editable shape; source id views_dots_0"/>
          <p:cNvSpPr/>
          <p:nvPr/>
        </p:nvSpPr>
        <p:spPr>
          <a:xfrm>
            <a:off x="6522338" y="4594271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views_dots_1" descr="Editable shape; source id views_dots_1"/>
          <p:cNvSpPr/>
          <p:nvPr/>
        </p:nvSpPr>
        <p:spPr>
          <a:xfrm>
            <a:off x="6560517" y="4562455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views_dots_2" descr="Editable shape; source id views_dots_2"/>
          <p:cNvSpPr/>
          <p:nvPr/>
        </p:nvSpPr>
        <p:spPr>
          <a:xfrm>
            <a:off x="6598697" y="4530638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decoded_dots_0" descr="Editable shape; source id decoded_dots_0"/>
          <p:cNvSpPr/>
          <p:nvPr/>
        </p:nvSpPr>
        <p:spPr>
          <a:xfrm>
            <a:off x="8622212" y="4314287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ecoded_dots_1" descr="Editable shape; source id decoded_dots_1"/>
          <p:cNvSpPr/>
          <p:nvPr/>
        </p:nvSpPr>
        <p:spPr>
          <a:xfrm>
            <a:off x="8660392" y="4282471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decoded_dots_2" descr="Editable shape; source id decoded_dots_2"/>
          <p:cNvSpPr/>
          <p:nvPr/>
        </p:nvSpPr>
        <p:spPr>
          <a:xfrm>
            <a:off x="8698571" y="4250655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rajectory_to_projector" descr="Editable line; source id trajectory_to_projector"/>
          <p:cNvSpPr/>
          <p:nvPr/>
        </p:nvSpPr>
        <p:spPr>
          <a:xfrm>
            <a:off x="1915340" y="413612"/>
            <a:ext cx="2850739" cy="76359"/>
          </a:xfrm>
          <a:custGeom>
            <a:avLst/>
            <a:gdLst/>
            <a:ahLst/>
            <a:cxnLst/>
            <a:rect l="l" t="t" r="r" b="b"/>
            <a:pathLst>
              <a:path w="448000" h="12000">
                <a:moveTo>
                  <a:pt x="0" y="4500"/>
                </a:moveTo>
                <a:lnTo>
                  <a:pt x="436000" y="4500"/>
                </a:lnTo>
                <a:lnTo>
                  <a:pt x="436000" y="0"/>
                </a:lnTo>
                <a:lnTo>
                  <a:pt x="448000" y="6000"/>
                </a:lnTo>
                <a:lnTo>
                  <a:pt x="436000" y="12000"/>
                </a:lnTo>
                <a:lnTo>
                  <a:pt x="43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projector_to_tokens" descr="Editable line; source id projector_to_tokens"/>
          <p:cNvSpPr/>
          <p:nvPr/>
        </p:nvSpPr>
        <p:spPr>
          <a:xfrm>
            <a:off x="5860559" y="413612"/>
            <a:ext cx="814497" cy="76359"/>
          </a:xfrm>
          <a:custGeom>
            <a:avLst/>
            <a:gdLst/>
            <a:ahLst/>
            <a:cxnLst/>
            <a:rect l="l" t="t" r="r" b="b"/>
            <a:pathLst>
              <a:path w="128000" h="12000">
                <a:moveTo>
                  <a:pt x="0" y="4500"/>
                </a:moveTo>
                <a:lnTo>
                  <a:pt x="116000" y="4500"/>
                </a:lnTo>
                <a:lnTo>
                  <a:pt x="116000" y="0"/>
                </a:lnTo>
                <a:lnTo>
                  <a:pt x="128000" y="6000"/>
                </a:lnTo>
                <a:lnTo>
                  <a:pt x="116000" y="12000"/>
                </a:lnTo>
                <a:lnTo>
                  <a:pt x="11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instruction_to_encoder" descr="Editable line; source id instruction_to_encoder"/>
          <p:cNvSpPr/>
          <p:nvPr/>
        </p:nvSpPr>
        <p:spPr>
          <a:xfrm>
            <a:off x="9990313" y="413612"/>
            <a:ext cx="279983" cy="76359"/>
          </a:xfrm>
          <a:custGeom>
            <a:avLst/>
            <a:gdLst/>
            <a:ahLst/>
            <a:cxnLst/>
            <a:rect l="l" t="t" r="r" b="b"/>
            <a:pathLst>
              <a:path w="44000" h="12000">
                <a:moveTo>
                  <a:pt x="44000" y="7500"/>
                </a:moveTo>
                <a:lnTo>
                  <a:pt x="12000" y="7500"/>
                </a:lnTo>
                <a:lnTo>
                  <a:pt x="12000" y="12000"/>
                </a:lnTo>
                <a:lnTo>
                  <a:pt x="0" y="6000"/>
                </a:lnTo>
                <a:lnTo>
                  <a:pt x="12000" y="0"/>
                </a:lnTo>
                <a:lnTo>
                  <a:pt x="12000" y="4500"/>
                </a:lnTo>
                <a:lnTo>
                  <a:pt x="44000" y="4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_encoder_to_tokens" descr="Editable line; source id text_encoder_to_tokens"/>
          <p:cNvSpPr/>
          <p:nvPr/>
        </p:nvSpPr>
        <p:spPr>
          <a:xfrm>
            <a:off x="8157695" y="413612"/>
            <a:ext cx="801770" cy="76359"/>
          </a:xfrm>
          <a:custGeom>
            <a:avLst/>
            <a:gdLst/>
            <a:ahLst/>
            <a:cxnLst/>
            <a:rect l="l" t="t" r="r" b="b"/>
            <a:pathLst>
              <a:path w="126000" h="12000">
                <a:moveTo>
                  <a:pt x="126000" y="7500"/>
                </a:moveTo>
                <a:lnTo>
                  <a:pt x="12000" y="7500"/>
                </a:lnTo>
                <a:lnTo>
                  <a:pt x="12000" y="12000"/>
                </a:lnTo>
                <a:lnTo>
                  <a:pt x="0" y="6000"/>
                </a:lnTo>
                <a:lnTo>
                  <a:pt x="12000" y="0"/>
                </a:lnTo>
                <a:lnTo>
                  <a:pt x="12000" y="4500"/>
                </a:lnTo>
                <a:lnTo>
                  <a:pt x="126000" y="4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conditioning_to_dit" descr="Editable line; source id conditioning_to_dit"/>
          <p:cNvSpPr/>
          <p:nvPr/>
        </p:nvSpPr>
        <p:spPr>
          <a:xfrm>
            <a:off x="7381378" y="649052"/>
            <a:ext cx="76359" cy="477244"/>
          </a:xfrm>
          <a:custGeom>
            <a:avLst/>
            <a:gdLst/>
            <a:ahLst/>
            <a:cxnLst/>
            <a:rect l="l" t="t" r="r" b="b"/>
            <a:pathLst>
              <a:path w="12000" h="75000">
                <a:moveTo>
                  <a:pt x="7500" y="0"/>
                </a:moveTo>
                <a:lnTo>
                  <a:pt x="7500" y="63000"/>
                </a:lnTo>
                <a:lnTo>
                  <a:pt x="12000" y="63000"/>
                </a:lnTo>
                <a:lnTo>
                  <a:pt x="6000" y="75000"/>
                </a:lnTo>
                <a:lnTo>
                  <a:pt x="0" y="63000"/>
                </a:lnTo>
                <a:lnTo>
                  <a:pt x="4500" y="63000"/>
                </a:lnTo>
                <a:lnTo>
                  <a:pt x="4500" y="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motion_to_concat" descr="Editable line; source id motion_to_concat"/>
          <p:cNvSpPr/>
          <p:nvPr/>
        </p:nvSpPr>
        <p:spPr>
          <a:xfrm>
            <a:off x="4320651" y="2774380"/>
            <a:ext cx="445428" cy="76359"/>
          </a:xfrm>
          <a:custGeom>
            <a:avLst/>
            <a:gdLst/>
            <a:ahLst/>
            <a:cxnLst/>
            <a:rect l="l" t="t" r="r" b="b"/>
            <a:pathLst>
              <a:path w="70000" h="12000">
                <a:moveTo>
                  <a:pt x="0" y="4500"/>
                </a:moveTo>
                <a:lnTo>
                  <a:pt x="58000" y="4500"/>
                </a:lnTo>
                <a:lnTo>
                  <a:pt x="58000" y="0"/>
                </a:lnTo>
                <a:lnTo>
                  <a:pt x="70000" y="6000"/>
                </a:lnTo>
                <a:lnTo>
                  <a:pt x="58000" y="12000"/>
                </a:lnTo>
                <a:lnTo>
                  <a:pt x="58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oncat_to_encoded" descr="Editable line; source id concat_to_encoded"/>
          <p:cNvSpPr/>
          <p:nvPr/>
        </p:nvSpPr>
        <p:spPr>
          <a:xfrm>
            <a:off x="5860559" y="2774380"/>
            <a:ext cx="254530" cy="76359"/>
          </a:xfrm>
          <a:custGeom>
            <a:avLst/>
            <a:gdLst/>
            <a:ahLst/>
            <a:cxnLst/>
            <a:rect l="l" t="t" r="r" b="b"/>
            <a:pathLst>
              <a:path w="40000" h="12000">
                <a:moveTo>
                  <a:pt x="0" y="4500"/>
                </a:moveTo>
                <a:lnTo>
                  <a:pt x="28000" y="4500"/>
                </a:lnTo>
                <a:lnTo>
                  <a:pt x="28000" y="0"/>
                </a:lnTo>
                <a:lnTo>
                  <a:pt x="40000" y="6000"/>
                </a:lnTo>
                <a:lnTo>
                  <a:pt x="28000" y="12000"/>
                </a:lnTo>
                <a:lnTo>
                  <a:pt x="28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bject_to_mlp" descr="Editable line; source id object_to_mlp"/>
          <p:cNvSpPr/>
          <p:nvPr/>
        </p:nvSpPr>
        <p:spPr>
          <a:xfrm>
            <a:off x="4314288" y="5058789"/>
            <a:ext cx="451791" cy="76359"/>
          </a:xfrm>
          <a:custGeom>
            <a:avLst/>
            <a:gdLst/>
            <a:ahLst/>
            <a:cxnLst/>
            <a:rect l="l" t="t" r="r" b="b"/>
            <a:pathLst>
              <a:path w="71000" h="12000">
                <a:moveTo>
                  <a:pt x="0" y="4500"/>
                </a:moveTo>
                <a:lnTo>
                  <a:pt x="59000" y="4500"/>
                </a:lnTo>
                <a:lnTo>
                  <a:pt x="59000" y="0"/>
                </a:lnTo>
                <a:lnTo>
                  <a:pt x="71000" y="6000"/>
                </a:lnTo>
                <a:lnTo>
                  <a:pt x="59000" y="12000"/>
                </a:lnTo>
                <a:lnTo>
                  <a:pt x="59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mlp_to_object" descr="Editable line; source id mlp_to_object"/>
          <p:cNvSpPr/>
          <p:nvPr/>
        </p:nvSpPr>
        <p:spPr>
          <a:xfrm>
            <a:off x="5860559" y="5058789"/>
            <a:ext cx="254530" cy="76359"/>
          </a:xfrm>
          <a:custGeom>
            <a:avLst/>
            <a:gdLst/>
            <a:ahLst/>
            <a:cxnLst/>
            <a:rect l="l" t="t" r="r" b="b"/>
            <a:pathLst>
              <a:path w="40000" h="12000">
                <a:moveTo>
                  <a:pt x="0" y="4500"/>
                </a:moveTo>
                <a:lnTo>
                  <a:pt x="28000" y="4500"/>
                </a:lnTo>
                <a:lnTo>
                  <a:pt x="28000" y="0"/>
                </a:lnTo>
                <a:lnTo>
                  <a:pt x="40000" y="6000"/>
                </a:lnTo>
                <a:lnTo>
                  <a:pt x="28000" y="12000"/>
                </a:lnTo>
                <a:lnTo>
                  <a:pt x="28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52" name="group_render_curve" descr="Traced single continuous curve is fragmented into native line segments; group is essential for practical editing."/>
          <p:cNvGrpSpPr/>
          <p:nvPr/>
        </p:nvGrpSpPr>
        <p:grpSpPr>
          <a:xfrm>
            <a:off x="248962" y="451791"/>
            <a:ext cx="295096" cy="2348042"/>
            <a:chOff x="248962" y="451791"/>
            <a:chExt cx="295096" cy="2348042"/>
          </a:xfrm>
        </p:grpSpPr>
        <p:cxnSp>
          <p:nvCxnSpPr>
            <p:cNvPr id="144" name="render_start_0" descr="Editable line; source id render_start_0"/>
            <p:cNvCxnSpPr/>
            <p:nvPr/>
          </p:nvCxnSpPr>
          <p:spPr>
            <a:xfrm flipV="1">
              <a:off x="499515" y="458154"/>
              <a:ext cx="19090" cy="1378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render_start_1" descr="Editable line; source id render_start_1"/>
            <p:cNvCxnSpPr/>
            <p:nvPr/>
          </p:nvCxnSpPr>
          <p:spPr>
            <a:xfrm flipV="1">
              <a:off x="518605" y="451791"/>
              <a:ext cx="25453" cy="636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render_curve_0" descr="Editable line; source id render_curve_0"/>
            <p:cNvCxnSpPr/>
            <p:nvPr/>
          </p:nvCxnSpPr>
          <p:spPr>
            <a:xfrm flipH="1">
              <a:off x="468494" y="474062"/>
              <a:ext cx="28900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render_curve_1" descr="Editable line; source id render_curve_1"/>
            <p:cNvCxnSpPr/>
            <p:nvPr/>
          </p:nvCxnSpPr>
          <p:spPr>
            <a:xfrm flipH="1">
              <a:off x="451791" y="505878"/>
              <a:ext cx="16703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render_curve_2" descr="Editable line; source id render_curve_2"/>
            <p:cNvCxnSpPr/>
            <p:nvPr/>
          </p:nvCxnSpPr>
          <p:spPr>
            <a:xfrm flipH="1">
              <a:off x="407248" y="531331"/>
              <a:ext cx="44543" cy="8908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render_curve_3" descr="Editable line; source id render_curve_3"/>
            <p:cNvCxnSpPr/>
            <p:nvPr/>
          </p:nvCxnSpPr>
          <p:spPr>
            <a:xfrm flipH="1">
              <a:off x="363501" y="620417"/>
              <a:ext cx="43747" cy="12726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render_curve_4" descr="Editable line; source id render_curve_4"/>
            <p:cNvCxnSpPr/>
            <p:nvPr/>
          </p:nvCxnSpPr>
          <p:spPr>
            <a:xfrm flipH="1">
              <a:off x="325321" y="747682"/>
              <a:ext cx="38180" cy="14635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render_curve_5" descr="Editable line; source id render_curve_5"/>
            <p:cNvCxnSpPr/>
            <p:nvPr/>
          </p:nvCxnSpPr>
          <p:spPr>
            <a:xfrm flipH="1">
              <a:off x="323730" y="894037"/>
              <a:ext cx="1591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render_curve_6" descr="Editable line; source id render_curve_6"/>
            <p:cNvCxnSpPr/>
            <p:nvPr/>
          </p:nvCxnSpPr>
          <p:spPr>
            <a:xfrm flipH="1">
              <a:off x="318958" y="913127"/>
              <a:ext cx="4772" cy="1272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render_curve_7" descr="Editable line; source id render_curve_7"/>
            <p:cNvCxnSpPr/>
            <p:nvPr/>
          </p:nvCxnSpPr>
          <p:spPr>
            <a:xfrm flipH="1">
              <a:off x="311004" y="925853"/>
              <a:ext cx="7954" cy="5090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render_curve_8" descr="Editable line; source id render_curve_8"/>
            <p:cNvCxnSpPr/>
            <p:nvPr/>
          </p:nvCxnSpPr>
          <p:spPr>
            <a:xfrm flipH="1">
              <a:off x="306231" y="976759"/>
              <a:ext cx="4773" cy="1272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render_curve_9" descr="Editable line; source id render_curve_9"/>
            <p:cNvCxnSpPr/>
            <p:nvPr/>
          </p:nvCxnSpPr>
          <p:spPr>
            <a:xfrm flipH="1">
              <a:off x="293505" y="989486"/>
              <a:ext cx="12726" cy="7635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render_curve_10" descr="Editable line; source id render_curve_10"/>
            <p:cNvCxnSpPr/>
            <p:nvPr/>
          </p:nvCxnSpPr>
          <p:spPr>
            <a:xfrm flipH="1">
              <a:off x="291914" y="1065845"/>
              <a:ext cx="1591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render_curve_11" descr="Editable line; source id render_curve_11"/>
            <p:cNvCxnSpPr/>
            <p:nvPr/>
          </p:nvCxnSpPr>
          <p:spPr>
            <a:xfrm flipH="1">
              <a:off x="280778" y="1091298"/>
              <a:ext cx="11136" cy="6363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render_curve_12" descr="Editable line; source id render_curve_12"/>
            <p:cNvCxnSpPr/>
            <p:nvPr/>
          </p:nvCxnSpPr>
          <p:spPr>
            <a:xfrm flipH="1">
              <a:off x="279983" y="1154931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render_curve_13" descr="Editable line; source id render_curve_13"/>
            <p:cNvCxnSpPr/>
            <p:nvPr/>
          </p:nvCxnSpPr>
          <p:spPr>
            <a:xfrm flipH="1">
              <a:off x="274415" y="1180384"/>
              <a:ext cx="5568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render_curve_14" descr="Editable line; source id render_curve_14"/>
            <p:cNvCxnSpPr/>
            <p:nvPr/>
          </p:nvCxnSpPr>
          <p:spPr>
            <a:xfrm flipH="1">
              <a:off x="273620" y="1205837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render_curve_15" descr="Editable line; source id render_curve_15"/>
            <p:cNvCxnSpPr/>
            <p:nvPr/>
          </p:nvCxnSpPr>
          <p:spPr>
            <a:xfrm flipH="1">
              <a:off x="267256" y="1231290"/>
              <a:ext cx="6364" cy="3817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render_curve_16" descr="Editable line; source id render_curve_16"/>
            <p:cNvCxnSpPr/>
            <p:nvPr/>
          </p:nvCxnSpPr>
          <p:spPr>
            <a:xfrm>
              <a:off x="267256" y="1269469"/>
              <a:ext cx="0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render_curve_17" descr="Editable line; source id render_curve_17"/>
            <p:cNvCxnSpPr/>
            <p:nvPr/>
          </p:nvCxnSpPr>
          <p:spPr>
            <a:xfrm flipH="1">
              <a:off x="260893" y="1301285"/>
              <a:ext cx="6363" cy="3818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render_curve_18" descr="Editable line; source id render_curve_18"/>
            <p:cNvCxnSpPr/>
            <p:nvPr/>
          </p:nvCxnSpPr>
          <p:spPr>
            <a:xfrm>
              <a:off x="260893" y="1339465"/>
              <a:ext cx="0" cy="4454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render_curve_19" descr="Editable line; source id render_curve_19"/>
            <p:cNvCxnSpPr/>
            <p:nvPr/>
          </p:nvCxnSpPr>
          <p:spPr>
            <a:xfrm flipH="1">
              <a:off x="254530" y="1384008"/>
              <a:ext cx="6363" cy="4454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render_curve_20" descr="Editable line; source id render_curve_20"/>
            <p:cNvCxnSpPr/>
            <p:nvPr/>
          </p:nvCxnSpPr>
          <p:spPr>
            <a:xfrm>
              <a:off x="254530" y="1428551"/>
              <a:ext cx="0" cy="8908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render_curve_21" descr="Editable line; source id render_curve_21"/>
            <p:cNvCxnSpPr/>
            <p:nvPr/>
          </p:nvCxnSpPr>
          <p:spPr>
            <a:xfrm flipH="1">
              <a:off x="251348" y="1517636"/>
              <a:ext cx="3182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render_curve_22" descr="Editable line; source id render_curve_22"/>
            <p:cNvCxnSpPr/>
            <p:nvPr/>
          </p:nvCxnSpPr>
          <p:spPr>
            <a:xfrm>
              <a:off x="251348" y="1536726"/>
              <a:ext cx="0" cy="7635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render_curve_23" descr="Editable line; source id render_curve_23"/>
            <p:cNvCxnSpPr/>
            <p:nvPr/>
          </p:nvCxnSpPr>
          <p:spPr>
            <a:xfrm flipH="1">
              <a:off x="248962" y="1613085"/>
              <a:ext cx="2386" cy="1272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render_curve_24" descr="Editable line; source id render_curve_24"/>
            <p:cNvCxnSpPr/>
            <p:nvPr/>
          </p:nvCxnSpPr>
          <p:spPr>
            <a:xfrm>
              <a:off x="248962" y="1625812"/>
              <a:ext cx="2386" cy="1908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render_curve_25" descr="Editable line; source id render_curve_25"/>
            <p:cNvCxnSpPr/>
            <p:nvPr/>
          </p:nvCxnSpPr>
          <p:spPr>
            <a:xfrm>
              <a:off x="251348" y="1644901"/>
              <a:ext cx="0" cy="6363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render_curve_26" descr="Editable line; source id render_curve_26"/>
            <p:cNvCxnSpPr/>
            <p:nvPr/>
          </p:nvCxnSpPr>
          <p:spPr>
            <a:xfrm>
              <a:off x="251348" y="1708534"/>
              <a:ext cx="3182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render_curve_27" descr="Editable line; source id render_curve_27"/>
            <p:cNvCxnSpPr/>
            <p:nvPr/>
          </p:nvCxnSpPr>
          <p:spPr>
            <a:xfrm>
              <a:off x="254530" y="1727624"/>
              <a:ext cx="0" cy="10181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render_curve_28" descr="Editable line; source id render_curve_28"/>
            <p:cNvCxnSpPr/>
            <p:nvPr/>
          </p:nvCxnSpPr>
          <p:spPr>
            <a:xfrm>
              <a:off x="254530" y="1829436"/>
              <a:ext cx="6363" cy="4454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render_curve_29" descr="Editable line; source id render_curve_29"/>
            <p:cNvCxnSpPr/>
            <p:nvPr/>
          </p:nvCxnSpPr>
          <p:spPr>
            <a:xfrm>
              <a:off x="260893" y="1873979"/>
              <a:ext cx="0" cy="4454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render_curve_30" descr="Editable line; source id render_curve_30"/>
            <p:cNvCxnSpPr/>
            <p:nvPr/>
          </p:nvCxnSpPr>
          <p:spPr>
            <a:xfrm>
              <a:off x="260893" y="1918521"/>
              <a:ext cx="6363" cy="3818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render_curve_31" descr="Editable line; source id render_curve_31"/>
            <p:cNvCxnSpPr/>
            <p:nvPr/>
          </p:nvCxnSpPr>
          <p:spPr>
            <a:xfrm>
              <a:off x="267256" y="1956701"/>
              <a:ext cx="0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render_curve_32" descr="Editable line; source id render_curve_32"/>
            <p:cNvCxnSpPr/>
            <p:nvPr/>
          </p:nvCxnSpPr>
          <p:spPr>
            <a:xfrm>
              <a:off x="267256" y="1988517"/>
              <a:ext cx="6364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render_curve_33" descr="Editable line; source id render_curve_33"/>
            <p:cNvCxnSpPr/>
            <p:nvPr/>
          </p:nvCxnSpPr>
          <p:spPr>
            <a:xfrm>
              <a:off x="273620" y="2020333"/>
              <a:ext cx="0" cy="25454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render_curve_34" descr="Editable line; source id render_curve_34"/>
            <p:cNvCxnSpPr/>
            <p:nvPr/>
          </p:nvCxnSpPr>
          <p:spPr>
            <a:xfrm>
              <a:off x="273620" y="2045787"/>
              <a:ext cx="5567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render_curve_35" descr="Editable line; source id render_curve_35"/>
            <p:cNvCxnSpPr/>
            <p:nvPr/>
          </p:nvCxnSpPr>
          <p:spPr>
            <a:xfrm>
              <a:off x="279187" y="2071240"/>
              <a:ext cx="1591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render_curve_36" descr="Editable line; source id render_curve_36"/>
            <p:cNvCxnSpPr/>
            <p:nvPr/>
          </p:nvCxnSpPr>
          <p:spPr>
            <a:xfrm>
              <a:off x="280778" y="2103056"/>
              <a:ext cx="4773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render_curve_37" descr="Editable line; source id render_curve_37"/>
            <p:cNvCxnSpPr/>
            <p:nvPr/>
          </p:nvCxnSpPr>
          <p:spPr>
            <a:xfrm>
              <a:off x="285551" y="2122146"/>
              <a:ext cx="1590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render_curve_38" descr="Editable line; source id render_curve_38"/>
            <p:cNvCxnSpPr/>
            <p:nvPr/>
          </p:nvCxnSpPr>
          <p:spPr>
            <a:xfrm>
              <a:off x="287141" y="2147599"/>
              <a:ext cx="4773" cy="1908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render_curve_39" descr="Editable line; source id render_curve_39"/>
            <p:cNvCxnSpPr/>
            <p:nvPr/>
          </p:nvCxnSpPr>
          <p:spPr>
            <a:xfrm>
              <a:off x="291914" y="2166688"/>
              <a:ext cx="7954" cy="6363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render_curve_40" descr="Editable line; source id render_curve_40"/>
            <p:cNvCxnSpPr/>
            <p:nvPr/>
          </p:nvCxnSpPr>
          <p:spPr>
            <a:xfrm>
              <a:off x="299868" y="2230321"/>
              <a:ext cx="4772" cy="1272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render_curve_41" descr="Editable line; source id render_curve_41"/>
            <p:cNvCxnSpPr/>
            <p:nvPr/>
          </p:nvCxnSpPr>
          <p:spPr>
            <a:xfrm>
              <a:off x="304640" y="2243047"/>
              <a:ext cx="7954" cy="5727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render_curve_42" descr="Editable line; source id render_curve_42"/>
            <p:cNvCxnSpPr/>
            <p:nvPr/>
          </p:nvCxnSpPr>
          <p:spPr>
            <a:xfrm>
              <a:off x="312594" y="2300317"/>
              <a:ext cx="4773" cy="1272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render_curve_43" descr="Editable line; source id render_curve_43"/>
            <p:cNvCxnSpPr/>
            <p:nvPr/>
          </p:nvCxnSpPr>
          <p:spPr>
            <a:xfrm>
              <a:off x="317367" y="2313043"/>
              <a:ext cx="1591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render_curve_44" descr="Editable line; source id render_curve_44"/>
            <p:cNvCxnSpPr/>
            <p:nvPr/>
          </p:nvCxnSpPr>
          <p:spPr>
            <a:xfrm>
              <a:off x="318958" y="2332133"/>
              <a:ext cx="4772" cy="1272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render_curve_45" descr="Editable line; source id render_curve_45"/>
            <p:cNvCxnSpPr/>
            <p:nvPr/>
          </p:nvCxnSpPr>
          <p:spPr>
            <a:xfrm>
              <a:off x="323730" y="2344860"/>
              <a:ext cx="7954" cy="4454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render_curve_46" descr="Editable line; source id render_curve_46"/>
            <p:cNvCxnSpPr/>
            <p:nvPr/>
          </p:nvCxnSpPr>
          <p:spPr>
            <a:xfrm>
              <a:off x="331684" y="2389402"/>
              <a:ext cx="31817" cy="12090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render_curve_47" descr="Editable line; source id render_curve_47"/>
            <p:cNvCxnSpPr/>
            <p:nvPr/>
          </p:nvCxnSpPr>
          <p:spPr>
            <a:xfrm>
              <a:off x="363501" y="2510304"/>
              <a:ext cx="31816" cy="9544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render_curve_48" descr="Editable line; source id render_curve_48"/>
            <p:cNvCxnSpPr/>
            <p:nvPr/>
          </p:nvCxnSpPr>
          <p:spPr>
            <a:xfrm>
              <a:off x="395317" y="2605753"/>
              <a:ext cx="15113" cy="3818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render_curve_49" descr="Editable line; source id render_curve_49"/>
            <p:cNvCxnSpPr/>
            <p:nvPr/>
          </p:nvCxnSpPr>
          <p:spPr>
            <a:xfrm>
              <a:off x="410430" y="2643933"/>
              <a:ext cx="37118" cy="7635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render_head" descr="Editable line; source id render_head"/>
            <p:cNvSpPr/>
            <p:nvPr/>
          </p:nvSpPr>
          <p:spPr>
            <a:xfrm>
              <a:off x="441355" y="2713025"/>
              <a:ext cx="99521" cy="86808"/>
            </a:xfrm>
            <a:custGeom>
              <a:avLst/>
              <a:gdLst/>
              <a:ahLst/>
              <a:cxnLst/>
              <a:rect l="l" t="t" r="r" b="b"/>
              <a:pathLst>
                <a:path w="15640" h="13642">
                  <a:moveTo>
                    <a:pt x="1946" y="0"/>
                  </a:moveTo>
                  <a:lnTo>
                    <a:pt x="7480" y="4717"/>
                  </a:lnTo>
                  <a:lnTo>
                    <a:pt x="10399" y="1292"/>
                  </a:lnTo>
                  <a:lnTo>
                    <a:pt x="15640" y="13642"/>
                  </a:lnTo>
                  <a:lnTo>
                    <a:pt x="2615" y="10425"/>
                  </a:lnTo>
                  <a:lnTo>
                    <a:pt x="5534" y="7000"/>
                  </a:lnTo>
                  <a:lnTo>
                    <a:pt x="0" y="2284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3" name="group_merge_top_curve" descr="Traced single continuous curve is fragmented into native line segments; group is essential for practical editing."/>
          <p:cNvGrpSpPr/>
          <p:nvPr/>
        </p:nvGrpSpPr>
        <p:grpSpPr>
          <a:xfrm>
            <a:off x="4324893" y="1708534"/>
            <a:ext cx="441186" cy="938580"/>
            <a:chOff x="4324893" y="1708534"/>
            <a:chExt cx="441186" cy="938580"/>
          </a:xfrm>
        </p:grpSpPr>
        <p:cxnSp>
          <p:nvCxnSpPr>
            <p:cNvPr id="197" name="merge_top_0" descr="Editable line; source id merge_top_0"/>
            <p:cNvCxnSpPr/>
            <p:nvPr/>
          </p:nvCxnSpPr>
          <p:spPr>
            <a:xfrm>
              <a:off x="4324893" y="1708534"/>
              <a:ext cx="6893" cy="636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merge_top_1" descr="Editable line; source id merge_top_1"/>
            <p:cNvCxnSpPr/>
            <p:nvPr/>
          </p:nvCxnSpPr>
          <p:spPr>
            <a:xfrm>
              <a:off x="4331786" y="1714897"/>
              <a:ext cx="50907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merge_top_2" descr="Editable line; source id merge_top_2"/>
            <p:cNvCxnSpPr/>
            <p:nvPr/>
          </p:nvCxnSpPr>
          <p:spPr>
            <a:xfrm>
              <a:off x="4382693" y="1740350"/>
              <a:ext cx="20680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merge_top_3" descr="Editable line; source id merge_top_3"/>
            <p:cNvCxnSpPr/>
            <p:nvPr/>
          </p:nvCxnSpPr>
          <p:spPr>
            <a:xfrm>
              <a:off x="4403373" y="1759440"/>
              <a:ext cx="27839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merge_top_4" descr="Editable line; source id merge_top_4"/>
            <p:cNvCxnSpPr/>
            <p:nvPr/>
          </p:nvCxnSpPr>
          <p:spPr>
            <a:xfrm>
              <a:off x="4431212" y="1791256"/>
              <a:ext cx="35794" cy="5727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merge_top_5" descr="Editable line; source id merge_top_5"/>
            <p:cNvCxnSpPr/>
            <p:nvPr/>
          </p:nvCxnSpPr>
          <p:spPr>
            <a:xfrm>
              <a:off x="4467006" y="1848526"/>
              <a:ext cx="28634" cy="6363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merge_top_6" descr="Editable line; source id merge_top_6"/>
            <p:cNvCxnSpPr/>
            <p:nvPr/>
          </p:nvCxnSpPr>
          <p:spPr>
            <a:xfrm>
              <a:off x="4495640" y="1912158"/>
              <a:ext cx="15113" cy="4454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merge_top_7" descr="Editable line; source id merge_top_7"/>
            <p:cNvCxnSpPr/>
            <p:nvPr/>
          </p:nvCxnSpPr>
          <p:spPr>
            <a:xfrm>
              <a:off x="4510753" y="1956701"/>
              <a:ext cx="25453" cy="10817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merge_top_8" descr="Editable line; source id merge_top_8"/>
            <p:cNvCxnSpPr/>
            <p:nvPr/>
          </p:nvCxnSpPr>
          <p:spPr>
            <a:xfrm>
              <a:off x="4536206" y="2064876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merge_top_9" descr="Editable line; source id merge_top_9"/>
            <p:cNvCxnSpPr/>
            <p:nvPr/>
          </p:nvCxnSpPr>
          <p:spPr>
            <a:xfrm>
              <a:off x="4537001" y="2090329"/>
              <a:ext cx="6364" cy="3181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merge_top_10" descr="Editable line; source id merge_top_10"/>
            <p:cNvCxnSpPr/>
            <p:nvPr/>
          </p:nvCxnSpPr>
          <p:spPr>
            <a:xfrm>
              <a:off x="4543365" y="2122146"/>
              <a:ext cx="0" cy="95448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merge_top_11" descr="Editable line; source id merge_top_11"/>
            <p:cNvCxnSpPr/>
            <p:nvPr/>
          </p:nvCxnSpPr>
          <p:spPr>
            <a:xfrm>
              <a:off x="4543365" y="2217594"/>
              <a:ext cx="6363" cy="4454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merge_top_12" descr="Editable line; source id merge_top_12"/>
            <p:cNvCxnSpPr/>
            <p:nvPr/>
          </p:nvCxnSpPr>
          <p:spPr>
            <a:xfrm>
              <a:off x="4549728" y="2262137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merge_top_13" descr="Editable line; source id merge_top_13"/>
            <p:cNvCxnSpPr/>
            <p:nvPr/>
          </p:nvCxnSpPr>
          <p:spPr>
            <a:xfrm>
              <a:off x="4550523" y="2287590"/>
              <a:ext cx="12727" cy="6363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merge_top_14" descr="Editable line; source id merge_top_14"/>
            <p:cNvCxnSpPr/>
            <p:nvPr/>
          </p:nvCxnSpPr>
          <p:spPr>
            <a:xfrm>
              <a:off x="4563250" y="2351223"/>
              <a:ext cx="31021" cy="10181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merge_top_15" descr="Editable line; source id merge_top_15"/>
            <p:cNvCxnSpPr/>
            <p:nvPr/>
          </p:nvCxnSpPr>
          <p:spPr>
            <a:xfrm>
              <a:off x="4594271" y="2453035"/>
              <a:ext cx="25453" cy="5726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merge_top_16" descr="Editable line; source id merge_top_16"/>
            <p:cNvCxnSpPr/>
            <p:nvPr/>
          </p:nvCxnSpPr>
          <p:spPr>
            <a:xfrm>
              <a:off x="4619724" y="2510304"/>
              <a:ext cx="33937" cy="5727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merge_top_head" descr="Editable line; source id merge_top_head"/>
            <p:cNvSpPr/>
            <p:nvPr/>
          </p:nvSpPr>
          <p:spPr>
            <a:xfrm>
              <a:off x="4648149" y="2559785"/>
              <a:ext cx="117930" cy="87329"/>
            </a:xfrm>
            <a:custGeom>
              <a:avLst/>
              <a:gdLst/>
              <a:ahLst/>
              <a:cxnLst/>
              <a:rect l="l" t="t" r="r" b="b"/>
              <a:pathLst>
                <a:path w="18533" h="13724">
                  <a:moveTo>
                    <a:pt x="1733" y="0"/>
                  </a:moveTo>
                  <a:lnTo>
                    <a:pt x="9603" y="5568"/>
                  </a:lnTo>
                  <a:lnTo>
                    <a:pt x="12203" y="1895"/>
                  </a:lnTo>
                  <a:lnTo>
                    <a:pt x="18533" y="13724"/>
                  </a:lnTo>
                  <a:lnTo>
                    <a:pt x="5272" y="11691"/>
                  </a:lnTo>
                  <a:lnTo>
                    <a:pt x="7871" y="8017"/>
                  </a:lnTo>
                  <a:lnTo>
                    <a:pt x="0" y="2448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4" name="group_merge_bottom_curve" descr="Traced single continuous curve is fragmented into native line segments; group is essential for practical editing."/>
          <p:cNvGrpSpPr/>
          <p:nvPr/>
        </p:nvGrpSpPr>
        <p:grpSpPr>
          <a:xfrm>
            <a:off x="4318530" y="2978004"/>
            <a:ext cx="447549" cy="989486"/>
            <a:chOff x="4318530" y="2978004"/>
            <a:chExt cx="447549" cy="989486"/>
          </a:xfrm>
        </p:grpSpPr>
        <p:cxnSp>
          <p:nvCxnSpPr>
            <p:cNvPr id="215" name="merge_bottom_0" descr="Editable line; source id merge_bottom_0"/>
            <p:cNvCxnSpPr/>
            <p:nvPr/>
          </p:nvCxnSpPr>
          <p:spPr>
            <a:xfrm flipH="1">
              <a:off x="4624496" y="3076634"/>
              <a:ext cx="15378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merge_bottom_1" descr="Editable line; source id merge_bottom_1"/>
            <p:cNvCxnSpPr/>
            <p:nvPr/>
          </p:nvCxnSpPr>
          <p:spPr>
            <a:xfrm flipH="1">
              <a:off x="4594271" y="3102087"/>
              <a:ext cx="30225" cy="6363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merge_bottom_2" descr="Editable line; source id merge_bottom_2"/>
            <p:cNvCxnSpPr/>
            <p:nvPr/>
          </p:nvCxnSpPr>
          <p:spPr>
            <a:xfrm flipH="1">
              <a:off x="4575976" y="3165720"/>
              <a:ext cx="18295" cy="5090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merge_bottom_3" descr="Editable line; source id merge_bottom_3"/>
            <p:cNvCxnSpPr/>
            <p:nvPr/>
          </p:nvCxnSpPr>
          <p:spPr>
            <a:xfrm flipH="1">
              <a:off x="4556887" y="3216626"/>
              <a:ext cx="19089" cy="6999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merge_bottom_4" descr="Editable line; source id merge_bottom_4"/>
            <p:cNvCxnSpPr/>
            <p:nvPr/>
          </p:nvCxnSpPr>
          <p:spPr>
            <a:xfrm flipH="1">
              <a:off x="4544160" y="3286622"/>
              <a:ext cx="12727" cy="6999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merge_bottom_5" descr="Editable line; source id merge_bottom_5"/>
            <p:cNvCxnSpPr/>
            <p:nvPr/>
          </p:nvCxnSpPr>
          <p:spPr>
            <a:xfrm flipH="1">
              <a:off x="4543365" y="3356617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merge_bottom_6" descr="Editable line; source id merge_bottom_6"/>
            <p:cNvCxnSpPr/>
            <p:nvPr/>
          </p:nvCxnSpPr>
          <p:spPr>
            <a:xfrm flipH="1">
              <a:off x="4537001" y="3382070"/>
              <a:ext cx="6364" cy="3818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merge_bottom_7" descr="Editable line; source id merge_bottom_7"/>
            <p:cNvCxnSpPr/>
            <p:nvPr/>
          </p:nvCxnSpPr>
          <p:spPr>
            <a:xfrm>
              <a:off x="4537001" y="3420250"/>
              <a:ext cx="0" cy="10181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merge_bottom_8" descr="Editable line; source id merge_bottom_8"/>
            <p:cNvCxnSpPr/>
            <p:nvPr/>
          </p:nvCxnSpPr>
          <p:spPr>
            <a:xfrm flipH="1">
              <a:off x="4530638" y="3522062"/>
              <a:ext cx="6363" cy="3818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merge_bottom_9" descr="Editable line; source id merge_bottom_9"/>
            <p:cNvCxnSpPr/>
            <p:nvPr/>
          </p:nvCxnSpPr>
          <p:spPr>
            <a:xfrm flipH="1">
              <a:off x="4529843" y="3560242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merge_bottom_10" descr="Editable line; source id merge_bottom_10"/>
            <p:cNvCxnSpPr/>
            <p:nvPr/>
          </p:nvCxnSpPr>
          <p:spPr>
            <a:xfrm flipH="1">
              <a:off x="4510753" y="3585695"/>
              <a:ext cx="19090" cy="95448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merge_bottom_11" descr="Editable line; source id merge_bottom_11"/>
            <p:cNvCxnSpPr/>
            <p:nvPr/>
          </p:nvCxnSpPr>
          <p:spPr>
            <a:xfrm flipH="1">
              <a:off x="4488482" y="3681143"/>
              <a:ext cx="22271" cy="6999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merge_bottom_12" descr="Editable line; source id merge_bottom_12"/>
            <p:cNvCxnSpPr/>
            <p:nvPr/>
          </p:nvCxnSpPr>
          <p:spPr>
            <a:xfrm flipH="1">
              <a:off x="4476551" y="3751139"/>
              <a:ext cx="11931" cy="3181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merge_bottom_13" descr="Editable line; source id merge_bottom_13"/>
            <p:cNvCxnSpPr/>
            <p:nvPr/>
          </p:nvCxnSpPr>
          <p:spPr>
            <a:xfrm flipH="1">
              <a:off x="4441553" y="3782956"/>
              <a:ext cx="34998" cy="6999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merge_bottom_14" descr="Editable line; source id merge_bottom_14"/>
            <p:cNvCxnSpPr/>
            <p:nvPr/>
          </p:nvCxnSpPr>
          <p:spPr>
            <a:xfrm flipH="1">
              <a:off x="4406555" y="3852951"/>
              <a:ext cx="34998" cy="5090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merge_bottom_15" descr="Editable line; source id merge_bottom_15"/>
            <p:cNvCxnSpPr/>
            <p:nvPr/>
          </p:nvCxnSpPr>
          <p:spPr>
            <a:xfrm flipH="1">
              <a:off x="4370761" y="3903857"/>
              <a:ext cx="35794" cy="3181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merge_bottom_16" descr="Editable line; source id merge_bottom_16"/>
            <p:cNvCxnSpPr/>
            <p:nvPr/>
          </p:nvCxnSpPr>
          <p:spPr>
            <a:xfrm flipH="1">
              <a:off x="4335763" y="3935674"/>
              <a:ext cx="34998" cy="1908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merge_bottom_17" descr="Editable line; source id merge_bottom_17"/>
            <p:cNvCxnSpPr/>
            <p:nvPr/>
          </p:nvCxnSpPr>
          <p:spPr>
            <a:xfrm flipH="1">
              <a:off x="4318530" y="3954763"/>
              <a:ext cx="17233" cy="1272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merge_bottom_head" descr="Editable line; source id merge_bottom_head"/>
            <p:cNvSpPr/>
            <p:nvPr/>
          </p:nvSpPr>
          <p:spPr>
            <a:xfrm>
              <a:off x="4633997" y="2978004"/>
              <a:ext cx="132082" cy="106152"/>
            </a:xfrm>
            <a:custGeom>
              <a:avLst/>
              <a:gdLst/>
              <a:ahLst/>
              <a:cxnLst/>
              <a:rect l="l" t="t" r="r" b="b"/>
              <a:pathLst>
                <a:path w="20757" h="16682">
                  <a:moveTo>
                    <a:pt x="0" y="14318"/>
                  </a:moveTo>
                  <a:lnTo>
                    <a:pt x="10378" y="6207"/>
                  </a:lnTo>
                  <a:lnTo>
                    <a:pt x="7607" y="2662"/>
                  </a:lnTo>
                  <a:lnTo>
                    <a:pt x="20757" y="0"/>
                  </a:lnTo>
                  <a:lnTo>
                    <a:pt x="14997" y="12117"/>
                  </a:lnTo>
                  <a:lnTo>
                    <a:pt x="12226" y="8571"/>
                  </a:lnTo>
                  <a:lnTo>
                    <a:pt x="1847" y="16682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