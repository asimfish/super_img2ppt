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7981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pixels of official CoRL 2025 Figure 2; all panels retained. Robot/observation artwork crops remain movable raster assets. See REPORT.md for typography and geometry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in_title" descr="Editable text; source id main_title"/>
          <p:cNvSpPr txBox="1"/>
          <p:nvPr/>
        </p:nvSpPr>
        <p:spPr>
          <a:xfrm>
            <a:off x="2309263" y="334235"/>
            <a:ext cx="5925083" cy="3038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defRPr sz="170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4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 &amp; Embodied Curriculum Learning</a:t>
            </a:r>
          </a:p>
        </p:txBody>
      </p:sp>
      <p:sp>
        <p:nvSpPr>
          <p:cNvPr id="3" name="right_title" descr="Editable text; source id right_title"/>
          <p:cNvSpPr txBox="1"/>
          <p:nvPr/>
        </p:nvSpPr>
        <p:spPr>
          <a:xfrm>
            <a:off x="9510519" y="303850"/>
            <a:ext cx="1914257" cy="3038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4"/>
              </a:lnSpc>
              <a:spcBef>
                <a:spcPts val="0"/>
              </a:spcBef>
              <a:spcAft>
                <a:spcPts val="0"/>
              </a:spcAft>
              <a:defRPr sz="17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Diffusion Expert</a:t>
            </a:r>
          </a:p>
        </p:txBody>
      </p:sp>
      <p:sp>
        <p:nvSpPr>
          <p:cNvPr id="4" name="stage1_discard" descr="Editable shape; source id stage1_discard"/>
          <p:cNvSpPr/>
          <p:nvPr/>
        </p:nvSpPr>
        <p:spPr>
          <a:xfrm>
            <a:off x="2263685" y="683663"/>
            <a:ext cx="2111760" cy="1222998"/>
          </a:xfrm>
          <a:prstGeom prst="rect">
            <a:avLst/>
          </a:prstGeom>
          <a:solidFill>
            <a:srgbClr val="FFFFFF"/>
          </a:solidFill>
          <a:ln w="7596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1_discard_stripe0" descr="Editable shape; source id stage1_discard_stripe0"/>
          <p:cNvSpPr/>
          <p:nvPr/>
        </p:nvSpPr>
        <p:spPr>
          <a:xfrm>
            <a:off x="2263686" y="1883873"/>
            <a:ext cx="22789" cy="22789"/>
          </a:xfrm>
          <a:custGeom>
            <a:avLst/>
            <a:gdLst/>
            <a:ahLst/>
            <a:cxnLst/>
            <a:rect l="l" t="t" r="r" b="b"/>
            <a:pathLst>
              <a:path w="3000" h="3000">
                <a:moveTo>
                  <a:pt x="0" y="0"/>
                </a:moveTo>
                <a:lnTo>
                  <a:pt x="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1_discard_stripe1" descr="Editable shape; source id stage1_discard_stripe1"/>
          <p:cNvSpPr/>
          <p:nvPr/>
        </p:nvSpPr>
        <p:spPr>
          <a:xfrm>
            <a:off x="2263686" y="1815506"/>
            <a:ext cx="91155" cy="91155"/>
          </a:xfrm>
          <a:custGeom>
            <a:avLst/>
            <a:gdLst/>
            <a:ahLst/>
            <a:cxnLst/>
            <a:rect l="l" t="t" r="r" b="b"/>
            <a:pathLst>
              <a:path w="12000" h="12000">
                <a:moveTo>
                  <a:pt x="0" y="0"/>
                </a:moveTo>
                <a:lnTo>
                  <a:pt x="12000" y="12000"/>
                </a:lnTo>
                <a:lnTo>
                  <a:pt x="9000" y="12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ge1_discard_stripe2" descr="Editable shape; source id stage1_discard_stripe2"/>
          <p:cNvSpPr/>
          <p:nvPr/>
        </p:nvSpPr>
        <p:spPr>
          <a:xfrm>
            <a:off x="2263686" y="1747140"/>
            <a:ext cx="159521" cy="159521"/>
          </a:xfrm>
          <a:custGeom>
            <a:avLst/>
            <a:gdLst/>
            <a:ahLst/>
            <a:cxnLst/>
            <a:rect l="l" t="t" r="r" b="b"/>
            <a:pathLst>
              <a:path w="21000" h="21000">
                <a:moveTo>
                  <a:pt x="0" y="0"/>
                </a:moveTo>
                <a:lnTo>
                  <a:pt x="21000" y="21000"/>
                </a:lnTo>
                <a:lnTo>
                  <a:pt x="18000" y="21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ge1_discard_stripe3" descr="Editable shape; source id stage1_discard_stripe3"/>
          <p:cNvSpPr/>
          <p:nvPr/>
        </p:nvSpPr>
        <p:spPr>
          <a:xfrm>
            <a:off x="2263686" y="1678774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30000" h="30000">
                <a:moveTo>
                  <a:pt x="0" y="0"/>
                </a:moveTo>
                <a:lnTo>
                  <a:pt x="30000" y="30000"/>
                </a:lnTo>
                <a:lnTo>
                  <a:pt x="27000" y="30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1_discard_stripe4" descr="Editable shape; source id stage1_discard_stripe4"/>
          <p:cNvSpPr/>
          <p:nvPr/>
        </p:nvSpPr>
        <p:spPr>
          <a:xfrm>
            <a:off x="2263686" y="1610407"/>
            <a:ext cx="296254" cy="296254"/>
          </a:xfrm>
          <a:custGeom>
            <a:avLst/>
            <a:gdLst/>
            <a:ahLst/>
            <a:cxnLst/>
            <a:rect l="l" t="t" r="r" b="b"/>
            <a:pathLst>
              <a:path w="39000" h="39000">
                <a:moveTo>
                  <a:pt x="0" y="0"/>
                </a:moveTo>
                <a:lnTo>
                  <a:pt x="39000" y="39000"/>
                </a:lnTo>
                <a:lnTo>
                  <a:pt x="36000" y="39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ge1_discard_stripe5" descr="Editable shape; source id stage1_discard_stripe5"/>
          <p:cNvSpPr/>
          <p:nvPr/>
        </p:nvSpPr>
        <p:spPr>
          <a:xfrm>
            <a:off x="2263686" y="1542041"/>
            <a:ext cx="364621" cy="364621"/>
          </a:xfrm>
          <a:custGeom>
            <a:avLst/>
            <a:gdLst/>
            <a:ahLst/>
            <a:cxnLst/>
            <a:rect l="l" t="t" r="r" b="b"/>
            <a:pathLst>
              <a:path w="48000" h="48000">
                <a:moveTo>
                  <a:pt x="0" y="0"/>
                </a:moveTo>
                <a:lnTo>
                  <a:pt x="48000" y="48000"/>
                </a:lnTo>
                <a:lnTo>
                  <a:pt x="45000" y="48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ge1_discard_stripe6" descr="Editable shape; source id stage1_discard_stripe6"/>
          <p:cNvSpPr/>
          <p:nvPr/>
        </p:nvSpPr>
        <p:spPr>
          <a:xfrm>
            <a:off x="2263686" y="1473675"/>
            <a:ext cx="432987" cy="432987"/>
          </a:xfrm>
          <a:custGeom>
            <a:avLst/>
            <a:gdLst/>
            <a:ahLst/>
            <a:cxnLst/>
            <a:rect l="l" t="t" r="r" b="b"/>
            <a:pathLst>
              <a:path w="57000" h="57000">
                <a:moveTo>
                  <a:pt x="0" y="0"/>
                </a:moveTo>
                <a:lnTo>
                  <a:pt x="57000" y="57000"/>
                </a:lnTo>
                <a:lnTo>
                  <a:pt x="54000" y="57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ge1_discard_stripe7" descr="Editable shape; source id stage1_discard_stripe7"/>
          <p:cNvSpPr/>
          <p:nvPr/>
        </p:nvSpPr>
        <p:spPr>
          <a:xfrm>
            <a:off x="2263686" y="1405308"/>
            <a:ext cx="501353" cy="501353"/>
          </a:xfrm>
          <a:custGeom>
            <a:avLst/>
            <a:gdLst/>
            <a:ahLst/>
            <a:cxnLst/>
            <a:rect l="l" t="t" r="r" b="b"/>
            <a:pathLst>
              <a:path w="66000" h="66000">
                <a:moveTo>
                  <a:pt x="0" y="0"/>
                </a:moveTo>
                <a:lnTo>
                  <a:pt x="66000" y="66000"/>
                </a:lnTo>
                <a:lnTo>
                  <a:pt x="63000" y="66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ge1_discard_stripe8" descr="Editable shape; source id stage1_discard_stripe8"/>
          <p:cNvSpPr/>
          <p:nvPr/>
        </p:nvSpPr>
        <p:spPr>
          <a:xfrm>
            <a:off x="2263686" y="1336942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75000" h="75000">
                <a:moveTo>
                  <a:pt x="0" y="0"/>
                </a:moveTo>
                <a:lnTo>
                  <a:pt x="75000" y="75000"/>
                </a:lnTo>
                <a:lnTo>
                  <a:pt x="72000" y="75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ge1_discard_stripe9" descr="Editable shape; source id stage1_discard_stripe9"/>
          <p:cNvSpPr/>
          <p:nvPr/>
        </p:nvSpPr>
        <p:spPr>
          <a:xfrm>
            <a:off x="2263686" y="1268576"/>
            <a:ext cx="638086" cy="638086"/>
          </a:xfrm>
          <a:custGeom>
            <a:avLst/>
            <a:gdLst/>
            <a:ahLst/>
            <a:cxnLst/>
            <a:rect l="l" t="t" r="r" b="b"/>
            <a:pathLst>
              <a:path w="84000" h="84000">
                <a:moveTo>
                  <a:pt x="0" y="0"/>
                </a:moveTo>
                <a:lnTo>
                  <a:pt x="84000" y="84000"/>
                </a:lnTo>
                <a:lnTo>
                  <a:pt x="81000" y="84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1_discard_stripe10" descr="Editable shape; source id stage1_discard_stripe10"/>
          <p:cNvSpPr/>
          <p:nvPr/>
        </p:nvSpPr>
        <p:spPr>
          <a:xfrm>
            <a:off x="2263686" y="1200209"/>
            <a:ext cx="706452" cy="706452"/>
          </a:xfrm>
          <a:custGeom>
            <a:avLst/>
            <a:gdLst/>
            <a:ahLst/>
            <a:cxnLst/>
            <a:rect l="l" t="t" r="r" b="b"/>
            <a:pathLst>
              <a:path w="93000" h="93000">
                <a:moveTo>
                  <a:pt x="0" y="0"/>
                </a:moveTo>
                <a:lnTo>
                  <a:pt x="93000" y="93000"/>
                </a:lnTo>
                <a:lnTo>
                  <a:pt x="90000" y="93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1_discard_stripe11" descr="Editable shape; source id stage1_discard_stripe11"/>
          <p:cNvSpPr/>
          <p:nvPr/>
        </p:nvSpPr>
        <p:spPr>
          <a:xfrm>
            <a:off x="2263686" y="1131843"/>
            <a:ext cx="774819" cy="774819"/>
          </a:xfrm>
          <a:custGeom>
            <a:avLst/>
            <a:gdLst/>
            <a:ahLst/>
            <a:cxnLst/>
            <a:rect l="l" t="t" r="r" b="b"/>
            <a:pathLst>
              <a:path w="102000" h="102000">
                <a:moveTo>
                  <a:pt x="0" y="0"/>
                </a:moveTo>
                <a:lnTo>
                  <a:pt x="102000" y="102000"/>
                </a:lnTo>
                <a:lnTo>
                  <a:pt x="99000" y="102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1_discard_stripe12" descr="Editable shape; source id stage1_discard_stripe12"/>
          <p:cNvSpPr/>
          <p:nvPr/>
        </p:nvSpPr>
        <p:spPr>
          <a:xfrm>
            <a:off x="2263686" y="1063477"/>
            <a:ext cx="843185" cy="843185"/>
          </a:xfrm>
          <a:custGeom>
            <a:avLst/>
            <a:gdLst/>
            <a:ahLst/>
            <a:cxnLst/>
            <a:rect l="l" t="t" r="r" b="b"/>
            <a:pathLst>
              <a:path w="111000" h="111000">
                <a:moveTo>
                  <a:pt x="0" y="0"/>
                </a:moveTo>
                <a:lnTo>
                  <a:pt x="111000" y="111000"/>
                </a:lnTo>
                <a:lnTo>
                  <a:pt x="108000" y="111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1_discard_stripe13" descr="Editable shape; source id stage1_discard_stripe13"/>
          <p:cNvSpPr/>
          <p:nvPr/>
        </p:nvSpPr>
        <p:spPr>
          <a:xfrm>
            <a:off x="2263686" y="995110"/>
            <a:ext cx="911551" cy="911551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120000"/>
                </a:lnTo>
                <a:lnTo>
                  <a:pt x="117000" y="120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ge1_discard_stripe14" descr="Editable shape; source id stage1_discard_stripe14"/>
          <p:cNvSpPr/>
          <p:nvPr/>
        </p:nvSpPr>
        <p:spPr>
          <a:xfrm>
            <a:off x="2263686" y="926744"/>
            <a:ext cx="979918" cy="979918"/>
          </a:xfrm>
          <a:custGeom>
            <a:avLst/>
            <a:gdLst/>
            <a:ahLst/>
            <a:cxnLst/>
            <a:rect l="l" t="t" r="r" b="b"/>
            <a:pathLst>
              <a:path w="129000" h="129000">
                <a:moveTo>
                  <a:pt x="0" y="0"/>
                </a:moveTo>
                <a:lnTo>
                  <a:pt x="129000" y="129000"/>
                </a:lnTo>
                <a:lnTo>
                  <a:pt x="126000" y="129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1_discard_stripe15" descr="Editable shape; source id stage1_discard_stripe15"/>
          <p:cNvSpPr/>
          <p:nvPr/>
        </p:nvSpPr>
        <p:spPr>
          <a:xfrm>
            <a:off x="2263686" y="858378"/>
            <a:ext cx="1048284" cy="1048284"/>
          </a:xfrm>
          <a:custGeom>
            <a:avLst/>
            <a:gdLst/>
            <a:ahLst/>
            <a:cxnLst/>
            <a:rect l="l" t="t" r="r" b="b"/>
            <a:pathLst>
              <a:path w="138000" h="138000">
                <a:moveTo>
                  <a:pt x="0" y="0"/>
                </a:moveTo>
                <a:lnTo>
                  <a:pt x="138000" y="138000"/>
                </a:lnTo>
                <a:lnTo>
                  <a:pt x="135000" y="138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1_discard_stripe16" descr="Editable shape; source id stage1_discard_stripe16"/>
          <p:cNvSpPr/>
          <p:nvPr/>
        </p:nvSpPr>
        <p:spPr>
          <a:xfrm>
            <a:off x="2263686" y="790011"/>
            <a:ext cx="1116650" cy="1116650"/>
          </a:xfrm>
          <a:custGeom>
            <a:avLst/>
            <a:gdLst/>
            <a:ahLst/>
            <a:cxnLst/>
            <a:rect l="l" t="t" r="r" b="b"/>
            <a:pathLst>
              <a:path w="147000" h="147000">
                <a:moveTo>
                  <a:pt x="0" y="0"/>
                </a:moveTo>
                <a:lnTo>
                  <a:pt x="147000" y="147000"/>
                </a:lnTo>
                <a:lnTo>
                  <a:pt x="144000" y="147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1_discard_stripe17" descr="Editable shape; source id stage1_discard_stripe17"/>
          <p:cNvSpPr/>
          <p:nvPr/>
        </p:nvSpPr>
        <p:spPr>
          <a:xfrm>
            <a:off x="2263686" y="721645"/>
            <a:ext cx="1185017" cy="1185017"/>
          </a:xfrm>
          <a:custGeom>
            <a:avLst/>
            <a:gdLst/>
            <a:ahLst/>
            <a:cxnLst/>
            <a:rect l="l" t="t" r="r" b="b"/>
            <a:pathLst>
              <a:path w="156000" h="156000">
                <a:moveTo>
                  <a:pt x="0" y="0"/>
                </a:moveTo>
                <a:lnTo>
                  <a:pt x="156000" y="156000"/>
                </a:lnTo>
                <a:lnTo>
                  <a:pt x="153000" y="156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1_discard_stripe18" descr="Editable shape; source id stage1_discard_stripe18"/>
          <p:cNvSpPr/>
          <p:nvPr/>
        </p:nvSpPr>
        <p:spPr>
          <a:xfrm>
            <a:off x="2271282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ge1_discard_stripe19" descr="Editable shape; source id stage1_discard_stripe19"/>
          <p:cNvSpPr/>
          <p:nvPr/>
        </p:nvSpPr>
        <p:spPr>
          <a:xfrm>
            <a:off x="2339649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1_discard_stripe20" descr="Editable shape; source id stage1_discard_stripe20"/>
          <p:cNvSpPr/>
          <p:nvPr/>
        </p:nvSpPr>
        <p:spPr>
          <a:xfrm>
            <a:off x="2408015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1_discard_stripe21" descr="Editable shape; source id stage1_discard_stripe21"/>
          <p:cNvSpPr/>
          <p:nvPr/>
        </p:nvSpPr>
        <p:spPr>
          <a:xfrm>
            <a:off x="2476381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1_discard_stripe22" descr="Editable shape; source id stage1_discard_stripe22"/>
          <p:cNvSpPr/>
          <p:nvPr/>
        </p:nvSpPr>
        <p:spPr>
          <a:xfrm>
            <a:off x="2544748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1_discard_stripe23" descr="Editable shape; source id stage1_discard_stripe23"/>
          <p:cNvSpPr/>
          <p:nvPr/>
        </p:nvSpPr>
        <p:spPr>
          <a:xfrm>
            <a:off x="2613114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ge1_discard_stripe24" descr="Editable shape; source id stage1_discard_stripe24"/>
          <p:cNvSpPr/>
          <p:nvPr/>
        </p:nvSpPr>
        <p:spPr>
          <a:xfrm>
            <a:off x="2681480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1_discard_stripe25" descr="Editable shape; source id stage1_discard_stripe25"/>
          <p:cNvSpPr/>
          <p:nvPr/>
        </p:nvSpPr>
        <p:spPr>
          <a:xfrm>
            <a:off x="2749847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1_discard_stripe26" descr="Editable shape; source id stage1_discard_stripe26"/>
          <p:cNvSpPr/>
          <p:nvPr/>
        </p:nvSpPr>
        <p:spPr>
          <a:xfrm>
            <a:off x="2818213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1_discard_stripe27" descr="Editable shape; source id stage1_discard_stripe27"/>
          <p:cNvSpPr/>
          <p:nvPr/>
        </p:nvSpPr>
        <p:spPr>
          <a:xfrm>
            <a:off x="2886579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1_discard_stripe28" descr="Editable shape; source id stage1_discard_stripe28"/>
          <p:cNvSpPr/>
          <p:nvPr/>
        </p:nvSpPr>
        <p:spPr>
          <a:xfrm>
            <a:off x="2954946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age1_discard_stripe29" descr="Editable shape; source id stage1_discard_stripe29"/>
          <p:cNvSpPr/>
          <p:nvPr/>
        </p:nvSpPr>
        <p:spPr>
          <a:xfrm>
            <a:off x="3023312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1_discard_stripe30" descr="Editable shape; source id stage1_discard_stripe30"/>
          <p:cNvSpPr/>
          <p:nvPr/>
        </p:nvSpPr>
        <p:spPr>
          <a:xfrm>
            <a:off x="3091678" y="683664"/>
            <a:ext cx="1245787" cy="1222998"/>
          </a:xfrm>
          <a:custGeom>
            <a:avLst/>
            <a:gdLst/>
            <a:ahLst/>
            <a:cxnLst/>
            <a:rect l="l" t="t" r="r" b="b"/>
            <a:pathLst>
              <a:path w="164000" h="161000">
                <a:moveTo>
                  <a:pt x="0" y="0"/>
                </a:moveTo>
                <a:lnTo>
                  <a:pt x="3000" y="0"/>
                </a:lnTo>
                <a:lnTo>
                  <a:pt x="164000" y="161000"/>
                </a:lnTo>
                <a:lnTo>
                  <a:pt x="161000" y="1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ge1_discard_stripe31" descr="Editable shape; source id stage1_discard_stripe31"/>
          <p:cNvSpPr/>
          <p:nvPr/>
        </p:nvSpPr>
        <p:spPr>
          <a:xfrm>
            <a:off x="3160045" y="683664"/>
            <a:ext cx="1215402" cy="1215402"/>
          </a:xfrm>
          <a:custGeom>
            <a:avLst/>
            <a:gdLst/>
            <a:ahLst/>
            <a:cxnLst/>
            <a:rect l="l" t="t" r="r" b="b"/>
            <a:pathLst>
              <a:path w="160000" h="160000">
                <a:moveTo>
                  <a:pt x="0" y="0"/>
                </a:moveTo>
                <a:lnTo>
                  <a:pt x="3000" y="0"/>
                </a:lnTo>
                <a:lnTo>
                  <a:pt x="160000" y="157000"/>
                </a:lnTo>
                <a:lnTo>
                  <a:pt x="160000" y="160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age1_discard_stripe32" descr="Editable shape; source id stage1_discard_stripe32"/>
          <p:cNvSpPr/>
          <p:nvPr/>
        </p:nvSpPr>
        <p:spPr>
          <a:xfrm>
            <a:off x="3228411" y="683664"/>
            <a:ext cx="1147035" cy="1147035"/>
          </a:xfrm>
          <a:custGeom>
            <a:avLst/>
            <a:gdLst/>
            <a:ahLst/>
            <a:cxnLst/>
            <a:rect l="l" t="t" r="r" b="b"/>
            <a:pathLst>
              <a:path w="151000" h="151000">
                <a:moveTo>
                  <a:pt x="0" y="0"/>
                </a:moveTo>
                <a:lnTo>
                  <a:pt x="3000" y="0"/>
                </a:lnTo>
                <a:lnTo>
                  <a:pt x="151000" y="148000"/>
                </a:lnTo>
                <a:lnTo>
                  <a:pt x="151000" y="15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age1_discard_stripe33" descr="Editable shape; source id stage1_discard_stripe33"/>
          <p:cNvSpPr/>
          <p:nvPr/>
        </p:nvSpPr>
        <p:spPr>
          <a:xfrm>
            <a:off x="3296777" y="683664"/>
            <a:ext cx="1078669" cy="1078669"/>
          </a:xfrm>
          <a:custGeom>
            <a:avLst/>
            <a:gdLst/>
            <a:ahLst/>
            <a:cxnLst/>
            <a:rect l="l" t="t" r="r" b="b"/>
            <a:pathLst>
              <a:path w="142000" h="142000">
                <a:moveTo>
                  <a:pt x="0" y="0"/>
                </a:moveTo>
                <a:lnTo>
                  <a:pt x="3000" y="0"/>
                </a:lnTo>
                <a:lnTo>
                  <a:pt x="142000" y="139000"/>
                </a:lnTo>
                <a:lnTo>
                  <a:pt x="142000" y="142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age1_discard_stripe34" descr="Editable shape; source id stage1_discard_stripe34"/>
          <p:cNvSpPr/>
          <p:nvPr/>
        </p:nvSpPr>
        <p:spPr>
          <a:xfrm>
            <a:off x="3365144" y="683664"/>
            <a:ext cx="1010303" cy="1010303"/>
          </a:xfrm>
          <a:custGeom>
            <a:avLst/>
            <a:gdLst/>
            <a:ahLst/>
            <a:cxnLst/>
            <a:rect l="l" t="t" r="r" b="b"/>
            <a:pathLst>
              <a:path w="133000" h="133000">
                <a:moveTo>
                  <a:pt x="0" y="0"/>
                </a:moveTo>
                <a:lnTo>
                  <a:pt x="3000" y="0"/>
                </a:lnTo>
                <a:lnTo>
                  <a:pt x="133000" y="130000"/>
                </a:lnTo>
                <a:lnTo>
                  <a:pt x="133000" y="13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tage1_discard_stripe35" descr="Editable shape; source id stage1_discard_stripe35"/>
          <p:cNvSpPr/>
          <p:nvPr/>
        </p:nvSpPr>
        <p:spPr>
          <a:xfrm>
            <a:off x="3433510" y="683664"/>
            <a:ext cx="941936" cy="941936"/>
          </a:xfrm>
          <a:custGeom>
            <a:avLst/>
            <a:gdLst/>
            <a:ahLst/>
            <a:cxnLst/>
            <a:rect l="l" t="t" r="r" b="b"/>
            <a:pathLst>
              <a:path w="124000" h="124000">
                <a:moveTo>
                  <a:pt x="0" y="0"/>
                </a:moveTo>
                <a:lnTo>
                  <a:pt x="3000" y="0"/>
                </a:lnTo>
                <a:lnTo>
                  <a:pt x="124000" y="121000"/>
                </a:lnTo>
                <a:lnTo>
                  <a:pt x="124000" y="124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age1_discard_stripe36" descr="Editable shape; source id stage1_discard_stripe36"/>
          <p:cNvSpPr/>
          <p:nvPr/>
        </p:nvSpPr>
        <p:spPr>
          <a:xfrm>
            <a:off x="3501877" y="683664"/>
            <a:ext cx="873570" cy="873570"/>
          </a:xfrm>
          <a:custGeom>
            <a:avLst/>
            <a:gdLst/>
            <a:ahLst/>
            <a:cxnLst/>
            <a:rect l="l" t="t" r="r" b="b"/>
            <a:pathLst>
              <a:path w="115000" h="115000">
                <a:moveTo>
                  <a:pt x="0" y="0"/>
                </a:moveTo>
                <a:lnTo>
                  <a:pt x="3000" y="0"/>
                </a:lnTo>
                <a:lnTo>
                  <a:pt x="115000" y="112000"/>
                </a:lnTo>
                <a:lnTo>
                  <a:pt x="115000" y="115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age1_discard_stripe37" descr="Editable shape; source id stage1_discard_stripe37"/>
          <p:cNvSpPr/>
          <p:nvPr/>
        </p:nvSpPr>
        <p:spPr>
          <a:xfrm>
            <a:off x="3570243" y="683664"/>
            <a:ext cx="805204" cy="805204"/>
          </a:xfrm>
          <a:custGeom>
            <a:avLst/>
            <a:gdLst/>
            <a:ahLst/>
            <a:cxnLst/>
            <a:rect l="l" t="t" r="r" b="b"/>
            <a:pathLst>
              <a:path w="106000" h="106000">
                <a:moveTo>
                  <a:pt x="0" y="0"/>
                </a:moveTo>
                <a:lnTo>
                  <a:pt x="3000" y="0"/>
                </a:lnTo>
                <a:lnTo>
                  <a:pt x="106000" y="103000"/>
                </a:lnTo>
                <a:lnTo>
                  <a:pt x="106000" y="106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age1_discard_stripe38" descr="Editable shape; source id stage1_discard_stripe38"/>
          <p:cNvSpPr/>
          <p:nvPr/>
        </p:nvSpPr>
        <p:spPr>
          <a:xfrm>
            <a:off x="3638609" y="683664"/>
            <a:ext cx="736837" cy="736837"/>
          </a:xfrm>
          <a:custGeom>
            <a:avLst/>
            <a:gdLst/>
            <a:ahLst/>
            <a:cxnLst/>
            <a:rect l="l" t="t" r="r" b="b"/>
            <a:pathLst>
              <a:path w="97000" h="97000">
                <a:moveTo>
                  <a:pt x="0" y="0"/>
                </a:moveTo>
                <a:lnTo>
                  <a:pt x="3000" y="0"/>
                </a:lnTo>
                <a:lnTo>
                  <a:pt x="97000" y="94000"/>
                </a:lnTo>
                <a:lnTo>
                  <a:pt x="97000" y="97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age1_discard_stripe39" descr="Editable shape; source id stage1_discard_stripe39"/>
          <p:cNvSpPr/>
          <p:nvPr/>
        </p:nvSpPr>
        <p:spPr>
          <a:xfrm>
            <a:off x="3706976" y="683664"/>
            <a:ext cx="668471" cy="668471"/>
          </a:xfrm>
          <a:custGeom>
            <a:avLst/>
            <a:gdLst/>
            <a:ahLst/>
            <a:cxnLst/>
            <a:rect l="l" t="t" r="r" b="b"/>
            <a:pathLst>
              <a:path w="88000" h="88000">
                <a:moveTo>
                  <a:pt x="0" y="0"/>
                </a:moveTo>
                <a:lnTo>
                  <a:pt x="3000" y="0"/>
                </a:lnTo>
                <a:lnTo>
                  <a:pt x="88000" y="85000"/>
                </a:lnTo>
                <a:lnTo>
                  <a:pt x="88000" y="88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tage1_discard_stripe40" descr="Editable shape; source id stage1_discard_stripe40"/>
          <p:cNvSpPr/>
          <p:nvPr/>
        </p:nvSpPr>
        <p:spPr>
          <a:xfrm>
            <a:off x="3775342" y="683664"/>
            <a:ext cx="600105" cy="600105"/>
          </a:xfrm>
          <a:custGeom>
            <a:avLst/>
            <a:gdLst/>
            <a:ahLst/>
            <a:cxnLst/>
            <a:rect l="l" t="t" r="r" b="b"/>
            <a:pathLst>
              <a:path w="79000" h="79000">
                <a:moveTo>
                  <a:pt x="0" y="0"/>
                </a:moveTo>
                <a:lnTo>
                  <a:pt x="3000" y="0"/>
                </a:lnTo>
                <a:lnTo>
                  <a:pt x="79000" y="76000"/>
                </a:lnTo>
                <a:lnTo>
                  <a:pt x="79000" y="79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tage1_discard_stripe41" descr="Editable shape; source id stage1_discard_stripe41"/>
          <p:cNvSpPr/>
          <p:nvPr/>
        </p:nvSpPr>
        <p:spPr>
          <a:xfrm>
            <a:off x="3843708" y="683664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70000" h="70000">
                <a:moveTo>
                  <a:pt x="0" y="0"/>
                </a:moveTo>
                <a:lnTo>
                  <a:pt x="3000" y="0"/>
                </a:lnTo>
                <a:lnTo>
                  <a:pt x="70000" y="67000"/>
                </a:lnTo>
                <a:lnTo>
                  <a:pt x="70000" y="70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tage1_discard_stripe42" descr="Editable shape; source id stage1_discard_stripe42"/>
          <p:cNvSpPr/>
          <p:nvPr/>
        </p:nvSpPr>
        <p:spPr>
          <a:xfrm>
            <a:off x="3912075" y="683664"/>
            <a:ext cx="463372" cy="463372"/>
          </a:xfrm>
          <a:custGeom>
            <a:avLst/>
            <a:gdLst/>
            <a:ahLst/>
            <a:cxnLst/>
            <a:rect l="l" t="t" r="r" b="b"/>
            <a:pathLst>
              <a:path w="61000" h="61000">
                <a:moveTo>
                  <a:pt x="0" y="0"/>
                </a:moveTo>
                <a:lnTo>
                  <a:pt x="3000" y="0"/>
                </a:lnTo>
                <a:lnTo>
                  <a:pt x="61000" y="58000"/>
                </a:lnTo>
                <a:lnTo>
                  <a:pt x="61000" y="6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age1_discard_stripe43" descr="Editable shape; source id stage1_discard_stripe43"/>
          <p:cNvSpPr/>
          <p:nvPr/>
        </p:nvSpPr>
        <p:spPr>
          <a:xfrm>
            <a:off x="3980441" y="683664"/>
            <a:ext cx="395006" cy="395006"/>
          </a:xfrm>
          <a:custGeom>
            <a:avLst/>
            <a:gdLst/>
            <a:ahLst/>
            <a:cxnLst/>
            <a:rect l="l" t="t" r="r" b="b"/>
            <a:pathLst>
              <a:path w="52000" h="52000">
                <a:moveTo>
                  <a:pt x="0" y="0"/>
                </a:moveTo>
                <a:lnTo>
                  <a:pt x="3000" y="0"/>
                </a:lnTo>
                <a:lnTo>
                  <a:pt x="52000" y="49000"/>
                </a:lnTo>
                <a:lnTo>
                  <a:pt x="52000" y="52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tage1_discard_stripe44" descr="Editable shape; source id stage1_discard_stripe44"/>
          <p:cNvSpPr/>
          <p:nvPr/>
        </p:nvSpPr>
        <p:spPr>
          <a:xfrm>
            <a:off x="4048807" y="683664"/>
            <a:ext cx="326639" cy="326639"/>
          </a:xfrm>
          <a:custGeom>
            <a:avLst/>
            <a:gdLst/>
            <a:ahLst/>
            <a:cxnLst/>
            <a:rect l="l" t="t" r="r" b="b"/>
            <a:pathLst>
              <a:path w="43000" h="43000">
                <a:moveTo>
                  <a:pt x="0" y="0"/>
                </a:moveTo>
                <a:lnTo>
                  <a:pt x="3000" y="0"/>
                </a:lnTo>
                <a:lnTo>
                  <a:pt x="43000" y="40000"/>
                </a:lnTo>
                <a:lnTo>
                  <a:pt x="43000" y="4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ge1_discard_stripe45" descr="Editable shape; source id stage1_discard_stripe45"/>
          <p:cNvSpPr/>
          <p:nvPr/>
        </p:nvSpPr>
        <p:spPr>
          <a:xfrm>
            <a:off x="4117174" y="683664"/>
            <a:ext cx="258273" cy="258273"/>
          </a:xfrm>
          <a:custGeom>
            <a:avLst/>
            <a:gdLst/>
            <a:ahLst/>
            <a:cxnLst/>
            <a:rect l="l" t="t" r="r" b="b"/>
            <a:pathLst>
              <a:path w="34000" h="34000">
                <a:moveTo>
                  <a:pt x="0" y="0"/>
                </a:moveTo>
                <a:lnTo>
                  <a:pt x="3000" y="0"/>
                </a:lnTo>
                <a:lnTo>
                  <a:pt x="34000" y="31000"/>
                </a:lnTo>
                <a:lnTo>
                  <a:pt x="34000" y="34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tage1_discard_stripe46" descr="Editable shape; source id stage1_discard_stripe46"/>
          <p:cNvSpPr/>
          <p:nvPr/>
        </p:nvSpPr>
        <p:spPr>
          <a:xfrm>
            <a:off x="4185540" y="68366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25000" h="25000">
                <a:moveTo>
                  <a:pt x="0" y="0"/>
                </a:moveTo>
                <a:lnTo>
                  <a:pt x="3000" y="0"/>
                </a:lnTo>
                <a:lnTo>
                  <a:pt x="25000" y="22000"/>
                </a:lnTo>
                <a:lnTo>
                  <a:pt x="25000" y="25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tage1_discard_stripe47" descr="Editable shape; source id stage1_discard_stripe47"/>
          <p:cNvSpPr/>
          <p:nvPr/>
        </p:nvSpPr>
        <p:spPr>
          <a:xfrm>
            <a:off x="4253906" y="683664"/>
            <a:ext cx="121540" cy="121540"/>
          </a:xfrm>
          <a:custGeom>
            <a:avLst/>
            <a:gdLst/>
            <a:ahLst/>
            <a:cxnLst/>
            <a:rect l="l" t="t" r="r" b="b"/>
            <a:pathLst>
              <a:path w="16000" h="16000">
                <a:moveTo>
                  <a:pt x="0" y="0"/>
                </a:moveTo>
                <a:lnTo>
                  <a:pt x="3000" y="0"/>
                </a:lnTo>
                <a:lnTo>
                  <a:pt x="16000" y="13000"/>
                </a:lnTo>
                <a:lnTo>
                  <a:pt x="16000" y="16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age1_discard_stripe48" descr="Editable shape; source id stage1_discard_stripe48"/>
          <p:cNvSpPr/>
          <p:nvPr/>
        </p:nvSpPr>
        <p:spPr>
          <a:xfrm>
            <a:off x="4322273" y="683664"/>
            <a:ext cx="53174" cy="53174"/>
          </a:xfrm>
          <a:custGeom>
            <a:avLst/>
            <a:gdLst/>
            <a:ahLst/>
            <a:cxnLst/>
            <a:rect l="l" t="t" r="r" b="b"/>
            <a:pathLst>
              <a:path w="7000" h="7000">
                <a:moveTo>
                  <a:pt x="0" y="0"/>
                </a:moveTo>
                <a:lnTo>
                  <a:pt x="3000" y="0"/>
                </a:lnTo>
                <a:lnTo>
                  <a:pt x="7000" y="4000"/>
                </a:lnTo>
                <a:lnTo>
                  <a:pt x="7000" y="7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age1_card" descr="Editable shape; source id stage1_card"/>
          <p:cNvSpPr/>
          <p:nvPr/>
        </p:nvSpPr>
        <p:spPr>
          <a:xfrm>
            <a:off x="212695" y="865973"/>
            <a:ext cx="1458482" cy="850781"/>
          </a:xfrm>
          <a:prstGeom prst="roundRect">
            <a:avLst>
              <a:gd name="adj" fmla="val 12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tage1_title" descr="Editable text; source id stage1_title"/>
          <p:cNvSpPr txBox="1"/>
          <p:nvPr/>
        </p:nvSpPr>
        <p:spPr>
          <a:xfrm>
            <a:off x="395005" y="934340"/>
            <a:ext cx="1291364" cy="174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62"/>
              </a:lnSpc>
              <a:spcBef>
                <a:spcPts val="0"/>
              </a:spcBef>
              <a:spcAft>
                <a:spcPts val="0"/>
              </a:spcAft>
              <a:defRPr sz="83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3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&amp; Instruction</a:t>
            </a:r>
          </a:p>
        </p:txBody>
      </p:sp>
      <p:pic>
        <p:nvPicPr>
          <p:cNvPr id="56" name="stage1_photos" descr="Exact source photo strip: three robot camera observations, no diagram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57" y="1131842"/>
            <a:ext cx="1306556" cy="303850"/>
          </a:xfrm>
          <a:prstGeom prst="rect">
            <a:avLst/>
          </a:prstGeom>
          <a:effectLst/>
        </p:spPr>
      </p:pic>
      <p:sp>
        <p:nvSpPr>
          <p:cNvPr id="57" name="stage1_instruction" descr="Editable text; source id stage1_instruction"/>
          <p:cNvSpPr txBox="1"/>
          <p:nvPr/>
        </p:nvSpPr>
        <p:spPr>
          <a:xfrm>
            <a:off x="858377" y="1488867"/>
            <a:ext cx="752029" cy="16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25"/>
              </a:lnSpc>
              <a:spcBef>
                <a:spcPts val="0"/>
              </a:spcBef>
              <a:spcAft>
                <a:spcPts val="0"/>
              </a:spcAft>
              <a:defRPr sz="71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“fold shirt”</a:t>
            </a:r>
          </a:p>
        </p:txBody>
      </p:sp>
      <p:sp>
        <p:nvSpPr>
          <p:cNvPr id="58" name="stage1_head" descr="Editable shape; source id stage1_head"/>
          <p:cNvSpPr/>
          <p:nvPr/>
        </p:nvSpPr>
        <p:spPr>
          <a:xfrm>
            <a:off x="668471" y="1504059"/>
            <a:ext cx="60770" cy="60770"/>
          </a:xfrm>
          <a:prstGeom prst="ellipse">
            <a:avLst/>
          </a:prstGeom>
          <a:noFill/>
          <a:ln w="8355">
            <a:solidFill>
              <a:srgbClr val="515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stage1_user0" descr="Editable line; source id stage1_user0"/>
          <p:cNvCxnSpPr/>
          <p:nvPr/>
        </p:nvCxnSpPr>
        <p:spPr>
          <a:xfrm flipH="1">
            <a:off x="630489" y="1564829"/>
            <a:ext cx="30385" cy="37982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age1_user1" descr="Editable line; source id stage1_user1"/>
          <p:cNvCxnSpPr/>
          <p:nvPr/>
        </p:nvCxnSpPr>
        <p:spPr>
          <a:xfrm>
            <a:off x="630489" y="1602811"/>
            <a:ext cx="68367" cy="30385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age1_user2" descr="Editable line; source id stage1_user2"/>
          <p:cNvCxnSpPr/>
          <p:nvPr/>
        </p:nvCxnSpPr>
        <p:spPr>
          <a:xfrm flipV="1">
            <a:off x="698856" y="1602811"/>
            <a:ext cx="68366" cy="30385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age1_user3" descr="Editable line; source id stage1_user3"/>
          <p:cNvCxnSpPr/>
          <p:nvPr/>
        </p:nvCxnSpPr>
        <p:spPr>
          <a:xfrm flipV="1">
            <a:off x="653278" y="1602811"/>
            <a:ext cx="68366" cy="7596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age1_voice0" descr="Editable line; source id stage1_voice0"/>
          <p:cNvCxnSpPr/>
          <p:nvPr/>
        </p:nvCxnSpPr>
        <p:spPr>
          <a:xfrm>
            <a:off x="752029" y="1496463"/>
            <a:ext cx="15193" cy="30385"/>
          </a:xfrm>
          <a:prstGeom prst="line">
            <a:avLst/>
          </a:prstGeom>
          <a:ln w="7596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age1_voice1" descr="Editable line; source id stage1_voice1"/>
          <p:cNvCxnSpPr/>
          <p:nvPr/>
        </p:nvCxnSpPr>
        <p:spPr>
          <a:xfrm>
            <a:off x="774818" y="1488867"/>
            <a:ext cx="22789" cy="45577"/>
          </a:xfrm>
          <a:prstGeom prst="line">
            <a:avLst/>
          </a:prstGeom>
          <a:ln w="7596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tage1_vlm" descr="Editable shape; source id stage1_vlm"/>
          <p:cNvSpPr/>
          <p:nvPr/>
        </p:nvSpPr>
        <p:spPr>
          <a:xfrm>
            <a:off x="2316859" y="782414"/>
            <a:ext cx="1990220" cy="1033091"/>
          </a:xfrm>
          <a:prstGeom prst="roundRect">
            <a:avLst>
              <a:gd name="adj" fmla="val 16176"/>
            </a:avLst>
          </a:prstGeom>
          <a:solidFill>
            <a:srgbClr val="E89D9E"/>
          </a:solidFill>
          <a:ln w="7596">
            <a:solidFill>
              <a:srgbClr val="FF7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tage1_interior_stripe2" descr="Editable shape; source id stage1_interior_stripe2"/>
          <p:cNvSpPr/>
          <p:nvPr/>
        </p:nvSpPr>
        <p:spPr>
          <a:xfrm>
            <a:off x="2316860" y="1800314"/>
            <a:ext cx="15193" cy="15193"/>
          </a:xfrm>
          <a:custGeom>
            <a:avLst/>
            <a:gdLst/>
            <a:ahLst/>
            <a:cxnLst/>
            <a:rect l="l" t="t" r="r" b="b"/>
            <a:pathLst>
              <a:path w="2000" h="2000">
                <a:moveTo>
                  <a:pt x="0" y="0"/>
                </a:moveTo>
                <a:lnTo>
                  <a:pt x="2000" y="2000"/>
                </a:lnTo>
                <a:lnTo>
                  <a:pt x="0" y="2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tage1_interior_stripe3" descr="Editable shape; source id stage1_interior_stripe3"/>
          <p:cNvSpPr/>
          <p:nvPr/>
        </p:nvSpPr>
        <p:spPr>
          <a:xfrm>
            <a:off x="2316860" y="1731948"/>
            <a:ext cx="83559" cy="83559"/>
          </a:xfrm>
          <a:custGeom>
            <a:avLst/>
            <a:gdLst/>
            <a:ahLst/>
            <a:cxnLst/>
            <a:rect l="l" t="t" r="r" b="b"/>
            <a:pathLst>
              <a:path w="11000" h="11000">
                <a:moveTo>
                  <a:pt x="0" y="0"/>
                </a:moveTo>
                <a:lnTo>
                  <a:pt x="11000" y="11000"/>
                </a:lnTo>
                <a:lnTo>
                  <a:pt x="8000" y="11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tage1_interior_stripe4" descr="Editable shape; source id stage1_interior_stripe4"/>
          <p:cNvSpPr/>
          <p:nvPr/>
        </p:nvSpPr>
        <p:spPr>
          <a:xfrm>
            <a:off x="2316860" y="1663581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20000" h="20000">
                <a:moveTo>
                  <a:pt x="0" y="0"/>
                </a:moveTo>
                <a:lnTo>
                  <a:pt x="20000" y="20000"/>
                </a:lnTo>
                <a:lnTo>
                  <a:pt x="17000" y="20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tage1_interior_stripe5" descr="Editable shape; source id stage1_interior_stripe5"/>
          <p:cNvSpPr/>
          <p:nvPr/>
        </p:nvSpPr>
        <p:spPr>
          <a:xfrm>
            <a:off x="2316860" y="1595215"/>
            <a:ext cx="220292" cy="220292"/>
          </a:xfrm>
          <a:custGeom>
            <a:avLst/>
            <a:gdLst/>
            <a:ahLst/>
            <a:cxnLst/>
            <a:rect l="l" t="t" r="r" b="b"/>
            <a:pathLst>
              <a:path w="29000" h="29000">
                <a:moveTo>
                  <a:pt x="0" y="0"/>
                </a:moveTo>
                <a:lnTo>
                  <a:pt x="29000" y="29000"/>
                </a:lnTo>
                <a:lnTo>
                  <a:pt x="26000" y="29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tage1_interior_stripe6" descr="Editable shape; source id stage1_interior_stripe6"/>
          <p:cNvSpPr/>
          <p:nvPr/>
        </p:nvSpPr>
        <p:spPr>
          <a:xfrm>
            <a:off x="2316860" y="1526849"/>
            <a:ext cx="288658" cy="288658"/>
          </a:xfrm>
          <a:custGeom>
            <a:avLst/>
            <a:gdLst/>
            <a:ahLst/>
            <a:cxnLst/>
            <a:rect l="l" t="t" r="r" b="b"/>
            <a:pathLst>
              <a:path w="38000" h="38000">
                <a:moveTo>
                  <a:pt x="0" y="0"/>
                </a:moveTo>
                <a:lnTo>
                  <a:pt x="38000" y="38000"/>
                </a:lnTo>
                <a:lnTo>
                  <a:pt x="35000" y="38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tage1_interior_stripe7" descr="Editable shape; source id stage1_interior_stripe7"/>
          <p:cNvSpPr/>
          <p:nvPr/>
        </p:nvSpPr>
        <p:spPr>
          <a:xfrm>
            <a:off x="2316860" y="1458482"/>
            <a:ext cx="357024" cy="357024"/>
          </a:xfrm>
          <a:custGeom>
            <a:avLst/>
            <a:gdLst/>
            <a:ahLst/>
            <a:cxnLst/>
            <a:rect l="l" t="t" r="r" b="b"/>
            <a:pathLst>
              <a:path w="47000" h="47000">
                <a:moveTo>
                  <a:pt x="0" y="0"/>
                </a:moveTo>
                <a:lnTo>
                  <a:pt x="47000" y="47000"/>
                </a:lnTo>
                <a:lnTo>
                  <a:pt x="44000" y="47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tage1_interior_stripe8" descr="Editable shape; source id stage1_interior_stripe8"/>
          <p:cNvSpPr/>
          <p:nvPr/>
        </p:nvSpPr>
        <p:spPr>
          <a:xfrm>
            <a:off x="2316860" y="1390116"/>
            <a:ext cx="425391" cy="425391"/>
          </a:xfrm>
          <a:custGeom>
            <a:avLst/>
            <a:gdLst/>
            <a:ahLst/>
            <a:cxnLst/>
            <a:rect l="l" t="t" r="r" b="b"/>
            <a:pathLst>
              <a:path w="56000" h="56000">
                <a:moveTo>
                  <a:pt x="0" y="0"/>
                </a:moveTo>
                <a:lnTo>
                  <a:pt x="56000" y="56000"/>
                </a:lnTo>
                <a:lnTo>
                  <a:pt x="53000" y="56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tage1_interior_stripe9" descr="Editable shape; source id stage1_interior_stripe9"/>
          <p:cNvSpPr/>
          <p:nvPr/>
        </p:nvSpPr>
        <p:spPr>
          <a:xfrm>
            <a:off x="2316860" y="1321749"/>
            <a:ext cx="493757" cy="493757"/>
          </a:xfrm>
          <a:custGeom>
            <a:avLst/>
            <a:gdLst/>
            <a:ahLst/>
            <a:cxnLst/>
            <a:rect l="l" t="t" r="r" b="b"/>
            <a:pathLst>
              <a:path w="65000" h="65000">
                <a:moveTo>
                  <a:pt x="0" y="0"/>
                </a:moveTo>
                <a:lnTo>
                  <a:pt x="65000" y="65000"/>
                </a:lnTo>
                <a:lnTo>
                  <a:pt x="62000" y="65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tage1_interior_stripe10" descr="Editable shape; source id stage1_interior_stripe10"/>
          <p:cNvSpPr/>
          <p:nvPr/>
        </p:nvSpPr>
        <p:spPr>
          <a:xfrm>
            <a:off x="2316860" y="1253383"/>
            <a:ext cx="562123" cy="562123"/>
          </a:xfrm>
          <a:custGeom>
            <a:avLst/>
            <a:gdLst/>
            <a:ahLst/>
            <a:cxnLst/>
            <a:rect l="l" t="t" r="r" b="b"/>
            <a:pathLst>
              <a:path w="74000" h="74000">
                <a:moveTo>
                  <a:pt x="0" y="0"/>
                </a:moveTo>
                <a:lnTo>
                  <a:pt x="74000" y="74000"/>
                </a:lnTo>
                <a:lnTo>
                  <a:pt x="71000" y="74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tage1_interior_stripe11" descr="Editable shape; source id stage1_interior_stripe11"/>
          <p:cNvSpPr/>
          <p:nvPr/>
        </p:nvSpPr>
        <p:spPr>
          <a:xfrm>
            <a:off x="2316860" y="1185017"/>
            <a:ext cx="630490" cy="630490"/>
          </a:xfrm>
          <a:custGeom>
            <a:avLst/>
            <a:gdLst/>
            <a:ahLst/>
            <a:cxnLst/>
            <a:rect l="l" t="t" r="r" b="b"/>
            <a:pathLst>
              <a:path w="83000" h="83000">
                <a:moveTo>
                  <a:pt x="0" y="0"/>
                </a:moveTo>
                <a:lnTo>
                  <a:pt x="83000" y="83000"/>
                </a:lnTo>
                <a:lnTo>
                  <a:pt x="80000" y="83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tage1_interior_stripe12" descr="Editable shape; source id stage1_interior_stripe12"/>
          <p:cNvSpPr/>
          <p:nvPr/>
        </p:nvSpPr>
        <p:spPr>
          <a:xfrm>
            <a:off x="2316860" y="1116650"/>
            <a:ext cx="698856" cy="698856"/>
          </a:xfrm>
          <a:custGeom>
            <a:avLst/>
            <a:gdLst/>
            <a:ahLst/>
            <a:cxnLst/>
            <a:rect l="l" t="t" r="r" b="b"/>
            <a:pathLst>
              <a:path w="92000" h="92000">
                <a:moveTo>
                  <a:pt x="0" y="0"/>
                </a:moveTo>
                <a:lnTo>
                  <a:pt x="92000" y="92000"/>
                </a:lnTo>
                <a:lnTo>
                  <a:pt x="89000" y="92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tage1_interior_stripe13" descr="Editable shape; source id stage1_interior_stripe13"/>
          <p:cNvSpPr/>
          <p:nvPr/>
        </p:nvSpPr>
        <p:spPr>
          <a:xfrm>
            <a:off x="2316860" y="1048284"/>
            <a:ext cx="767222" cy="767222"/>
          </a:xfrm>
          <a:custGeom>
            <a:avLst/>
            <a:gdLst/>
            <a:ahLst/>
            <a:cxnLst/>
            <a:rect l="l" t="t" r="r" b="b"/>
            <a:pathLst>
              <a:path w="101000" h="101000">
                <a:moveTo>
                  <a:pt x="0" y="0"/>
                </a:moveTo>
                <a:lnTo>
                  <a:pt x="101000" y="101000"/>
                </a:lnTo>
                <a:lnTo>
                  <a:pt x="98000" y="101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tage1_interior_stripe14" descr="Editable shape; source id stage1_interior_stripe14"/>
          <p:cNvSpPr/>
          <p:nvPr/>
        </p:nvSpPr>
        <p:spPr>
          <a:xfrm>
            <a:off x="2316860" y="979918"/>
            <a:ext cx="835589" cy="835589"/>
          </a:xfrm>
          <a:custGeom>
            <a:avLst/>
            <a:gdLst/>
            <a:ahLst/>
            <a:cxnLst/>
            <a:rect l="l" t="t" r="r" b="b"/>
            <a:pathLst>
              <a:path w="110000" h="110000">
                <a:moveTo>
                  <a:pt x="0" y="0"/>
                </a:moveTo>
                <a:lnTo>
                  <a:pt x="110000" y="110000"/>
                </a:lnTo>
                <a:lnTo>
                  <a:pt x="107000" y="110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tage1_interior_stripe15" descr="Editable shape; source id stage1_interior_stripe15"/>
          <p:cNvSpPr/>
          <p:nvPr/>
        </p:nvSpPr>
        <p:spPr>
          <a:xfrm>
            <a:off x="2316860" y="911551"/>
            <a:ext cx="903955" cy="903955"/>
          </a:xfrm>
          <a:custGeom>
            <a:avLst/>
            <a:gdLst/>
            <a:ahLst/>
            <a:cxnLst/>
            <a:rect l="l" t="t" r="r" b="b"/>
            <a:pathLst>
              <a:path w="119000" h="119000">
                <a:moveTo>
                  <a:pt x="0" y="0"/>
                </a:moveTo>
                <a:lnTo>
                  <a:pt x="119000" y="119000"/>
                </a:lnTo>
                <a:lnTo>
                  <a:pt x="116000" y="119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tage1_interior_stripe16" descr="Editable shape; source id stage1_interior_stripe16"/>
          <p:cNvSpPr/>
          <p:nvPr/>
        </p:nvSpPr>
        <p:spPr>
          <a:xfrm>
            <a:off x="2316860" y="843185"/>
            <a:ext cx="972321" cy="972321"/>
          </a:xfrm>
          <a:custGeom>
            <a:avLst/>
            <a:gdLst/>
            <a:ahLst/>
            <a:cxnLst/>
            <a:rect l="l" t="t" r="r" b="b"/>
            <a:pathLst>
              <a:path w="128000" h="128000">
                <a:moveTo>
                  <a:pt x="0" y="0"/>
                </a:moveTo>
                <a:lnTo>
                  <a:pt x="128000" y="128000"/>
                </a:lnTo>
                <a:lnTo>
                  <a:pt x="125000" y="128000"/>
                </a:lnTo>
                <a:lnTo>
                  <a:pt x="0" y="300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tage1_interior_stripe17" descr="Editable shape; source id stage1_interior_stripe17"/>
          <p:cNvSpPr/>
          <p:nvPr/>
        </p:nvSpPr>
        <p:spPr>
          <a:xfrm>
            <a:off x="2316860" y="782415"/>
            <a:ext cx="1040688" cy="1033092"/>
          </a:xfrm>
          <a:custGeom>
            <a:avLst/>
            <a:gdLst/>
            <a:ahLst/>
            <a:cxnLst/>
            <a:rect l="l" t="t" r="r" b="b"/>
            <a:pathLst>
              <a:path w="137000" h="136000">
                <a:moveTo>
                  <a:pt x="1000" y="0"/>
                </a:moveTo>
                <a:lnTo>
                  <a:pt x="137000" y="136000"/>
                </a:lnTo>
                <a:lnTo>
                  <a:pt x="134000" y="136000"/>
                </a:lnTo>
                <a:lnTo>
                  <a:pt x="0" y="2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tage1_interior_stripe18" descr="Editable shape; source id stage1_interior_stripe18"/>
          <p:cNvSpPr/>
          <p:nvPr/>
        </p:nvSpPr>
        <p:spPr>
          <a:xfrm>
            <a:off x="2370034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tage1_interior_stripe19" descr="Editable shape; source id stage1_interior_stripe19"/>
          <p:cNvSpPr/>
          <p:nvPr/>
        </p:nvSpPr>
        <p:spPr>
          <a:xfrm>
            <a:off x="2438400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tage1_interior_stripe20" descr="Editable shape; source id stage1_interior_stripe20"/>
          <p:cNvSpPr/>
          <p:nvPr/>
        </p:nvSpPr>
        <p:spPr>
          <a:xfrm>
            <a:off x="2506766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tage1_interior_stripe21" descr="Editable shape; source id stage1_interior_stripe21"/>
          <p:cNvSpPr/>
          <p:nvPr/>
        </p:nvSpPr>
        <p:spPr>
          <a:xfrm>
            <a:off x="2575133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tage1_interior_stripe22" descr="Editable shape; source id stage1_interior_stripe22"/>
          <p:cNvSpPr/>
          <p:nvPr/>
        </p:nvSpPr>
        <p:spPr>
          <a:xfrm>
            <a:off x="2643499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tage1_interior_stripe23" descr="Editable shape; source id stage1_interior_stripe23"/>
          <p:cNvSpPr/>
          <p:nvPr/>
        </p:nvSpPr>
        <p:spPr>
          <a:xfrm>
            <a:off x="2711865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tage1_interior_stripe24" descr="Editable shape; source id stage1_interior_stripe24"/>
          <p:cNvSpPr/>
          <p:nvPr/>
        </p:nvSpPr>
        <p:spPr>
          <a:xfrm>
            <a:off x="2780232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tage1_interior_stripe25" descr="Editable shape; source id stage1_interior_stripe25"/>
          <p:cNvSpPr/>
          <p:nvPr/>
        </p:nvSpPr>
        <p:spPr>
          <a:xfrm>
            <a:off x="2848598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tage1_interior_stripe26" descr="Editable shape; source id stage1_interior_stripe26"/>
          <p:cNvSpPr/>
          <p:nvPr/>
        </p:nvSpPr>
        <p:spPr>
          <a:xfrm>
            <a:off x="2916964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tage1_interior_stripe27" descr="Editable shape; source id stage1_interior_stripe27"/>
          <p:cNvSpPr/>
          <p:nvPr/>
        </p:nvSpPr>
        <p:spPr>
          <a:xfrm>
            <a:off x="2985331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tage1_interior_stripe28" descr="Editable shape; source id stage1_interior_stripe28"/>
          <p:cNvSpPr/>
          <p:nvPr/>
        </p:nvSpPr>
        <p:spPr>
          <a:xfrm>
            <a:off x="3053697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tage1_interior_stripe29" descr="Editable shape; source id stage1_interior_stripe29"/>
          <p:cNvSpPr/>
          <p:nvPr/>
        </p:nvSpPr>
        <p:spPr>
          <a:xfrm>
            <a:off x="3122063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tage1_interior_stripe30" descr="Editable shape; source id stage1_interior_stripe30"/>
          <p:cNvSpPr/>
          <p:nvPr/>
        </p:nvSpPr>
        <p:spPr>
          <a:xfrm>
            <a:off x="3190430" y="782415"/>
            <a:ext cx="1055880" cy="1033092"/>
          </a:xfrm>
          <a:custGeom>
            <a:avLst/>
            <a:gdLst/>
            <a:ahLst/>
            <a:cxnLst/>
            <a:rect l="l" t="t" r="r" b="b"/>
            <a:pathLst>
              <a:path w="139000" h="136000">
                <a:moveTo>
                  <a:pt x="3000" y="0"/>
                </a:moveTo>
                <a:lnTo>
                  <a:pt x="139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tage1_interior_stripe31" descr="Editable shape; source id stage1_interior_stripe31"/>
          <p:cNvSpPr/>
          <p:nvPr/>
        </p:nvSpPr>
        <p:spPr>
          <a:xfrm>
            <a:off x="3258796" y="782415"/>
            <a:ext cx="1048284" cy="1033092"/>
          </a:xfrm>
          <a:custGeom>
            <a:avLst/>
            <a:gdLst/>
            <a:ahLst/>
            <a:cxnLst/>
            <a:rect l="l" t="t" r="r" b="b"/>
            <a:pathLst>
              <a:path w="138000" h="136000">
                <a:moveTo>
                  <a:pt x="3000" y="0"/>
                </a:moveTo>
                <a:lnTo>
                  <a:pt x="138000" y="135000"/>
                </a:lnTo>
                <a:lnTo>
                  <a:pt x="138000" y="136000"/>
                </a:lnTo>
                <a:lnTo>
                  <a:pt x="136000" y="13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tage1_interior_stripe32" descr="Editable shape; source id stage1_interior_stripe32"/>
          <p:cNvSpPr/>
          <p:nvPr/>
        </p:nvSpPr>
        <p:spPr>
          <a:xfrm>
            <a:off x="3327163" y="782415"/>
            <a:ext cx="979918" cy="979918"/>
          </a:xfrm>
          <a:custGeom>
            <a:avLst/>
            <a:gdLst/>
            <a:ahLst/>
            <a:cxnLst/>
            <a:rect l="l" t="t" r="r" b="b"/>
            <a:pathLst>
              <a:path w="129000" h="129000">
                <a:moveTo>
                  <a:pt x="3000" y="0"/>
                </a:moveTo>
                <a:lnTo>
                  <a:pt x="129000" y="126000"/>
                </a:lnTo>
                <a:lnTo>
                  <a:pt x="129000" y="129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tage1_interior_stripe33" descr="Editable shape; source id stage1_interior_stripe33"/>
          <p:cNvSpPr/>
          <p:nvPr/>
        </p:nvSpPr>
        <p:spPr>
          <a:xfrm>
            <a:off x="3395529" y="782415"/>
            <a:ext cx="911551" cy="911551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3000" y="0"/>
                </a:moveTo>
                <a:lnTo>
                  <a:pt x="120000" y="117000"/>
                </a:lnTo>
                <a:lnTo>
                  <a:pt x="120000" y="120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age1_interior_stripe34" descr="Editable shape; source id stage1_interior_stripe34"/>
          <p:cNvSpPr/>
          <p:nvPr/>
        </p:nvSpPr>
        <p:spPr>
          <a:xfrm>
            <a:off x="3463895" y="782415"/>
            <a:ext cx="843185" cy="843185"/>
          </a:xfrm>
          <a:custGeom>
            <a:avLst/>
            <a:gdLst/>
            <a:ahLst/>
            <a:cxnLst/>
            <a:rect l="l" t="t" r="r" b="b"/>
            <a:pathLst>
              <a:path w="111000" h="111000">
                <a:moveTo>
                  <a:pt x="3000" y="0"/>
                </a:moveTo>
                <a:lnTo>
                  <a:pt x="111000" y="108000"/>
                </a:lnTo>
                <a:lnTo>
                  <a:pt x="111000" y="111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tage1_interior_stripe35" descr="Editable shape; source id stage1_interior_stripe35"/>
          <p:cNvSpPr/>
          <p:nvPr/>
        </p:nvSpPr>
        <p:spPr>
          <a:xfrm>
            <a:off x="3532262" y="782415"/>
            <a:ext cx="774819" cy="774819"/>
          </a:xfrm>
          <a:custGeom>
            <a:avLst/>
            <a:gdLst/>
            <a:ahLst/>
            <a:cxnLst/>
            <a:rect l="l" t="t" r="r" b="b"/>
            <a:pathLst>
              <a:path w="102000" h="102000">
                <a:moveTo>
                  <a:pt x="3000" y="0"/>
                </a:moveTo>
                <a:lnTo>
                  <a:pt x="102000" y="99000"/>
                </a:lnTo>
                <a:lnTo>
                  <a:pt x="102000" y="102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tage1_interior_stripe36" descr="Editable shape; source id stage1_interior_stripe36"/>
          <p:cNvSpPr/>
          <p:nvPr/>
        </p:nvSpPr>
        <p:spPr>
          <a:xfrm>
            <a:off x="3600628" y="782415"/>
            <a:ext cx="706452" cy="706452"/>
          </a:xfrm>
          <a:custGeom>
            <a:avLst/>
            <a:gdLst/>
            <a:ahLst/>
            <a:cxnLst/>
            <a:rect l="l" t="t" r="r" b="b"/>
            <a:pathLst>
              <a:path w="93000" h="93000">
                <a:moveTo>
                  <a:pt x="3000" y="0"/>
                </a:moveTo>
                <a:lnTo>
                  <a:pt x="93000" y="90000"/>
                </a:lnTo>
                <a:lnTo>
                  <a:pt x="93000" y="93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tage1_interior_stripe37" descr="Editable shape; source id stage1_interior_stripe37"/>
          <p:cNvSpPr/>
          <p:nvPr/>
        </p:nvSpPr>
        <p:spPr>
          <a:xfrm>
            <a:off x="3668994" y="782415"/>
            <a:ext cx="638086" cy="638086"/>
          </a:xfrm>
          <a:custGeom>
            <a:avLst/>
            <a:gdLst/>
            <a:ahLst/>
            <a:cxnLst/>
            <a:rect l="l" t="t" r="r" b="b"/>
            <a:pathLst>
              <a:path w="84000" h="84000">
                <a:moveTo>
                  <a:pt x="3000" y="0"/>
                </a:moveTo>
                <a:lnTo>
                  <a:pt x="84000" y="81000"/>
                </a:lnTo>
                <a:lnTo>
                  <a:pt x="84000" y="84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tage1_interior_stripe38" descr="Editable shape; source id stage1_interior_stripe38"/>
          <p:cNvSpPr/>
          <p:nvPr/>
        </p:nvSpPr>
        <p:spPr>
          <a:xfrm>
            <a:off x="3737361" y="782415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75000" h="75000">
                <a:moveTo>
                  <a:pt x="3000" y="0"/>
                </a:moveTo>
                <a:lnTo>
                  <a:pt x="75000" y="72000"/>
                </a:lnTo>
                <a:lnTo>
                  <a:pt x="75000" y="75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tage1_interior_stripe39" descr="Editable shape; source id stage1_interior_stripe39"/>
          <p:cNvSpPr/>
          <p:nvPr/>
        </p:nvSpPr>
        <p:spPr>
          <a:xfrm>
            <a:off x="3805727" y="782415"/>
            <a:ext cx="501353" cy="501353"/>
          </a:xfrm>
          <a:custGeom>
            <a:avLst/>
            <a:gdLst/>
            <a:ahLst/>
            <a:cxnLst/>
            <a:rect l="l" t="t" r="r" b="b"/>
            <a:pathLst>
              <a:path w="66000" h="66000">
                <a:moveTo>
                  <a:pt x="3000" y="0"/>
                </a:moveTo>
                <a:lnTo>
                  <a:pt x="66000" y="63000"/>
                </a:lnTo>
                <a:lnTo>
                  <a:pt x="66000" y="66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tage1_interior_stripe40" descr="Editable shape; source id stage1_interior_stripe40"/>
          <p:cNvSpPr/>
          <p:nvPr/>
        </p:nvSpPr>
        <p:spPr>
          <a:xfrm>
            <a:off x="3874093" y="782415"/>
            <a:ext cx="432987" cy="432987"/>
          </a:xfrm>
          <a:custGeom>
            <a:avLst/>
            <a:gdLst/>
            <a:ahLst/>
            <a:cxnLst/>
            <a:rect l="l" t="t" r="r" b="b"/>
            <a:pathLst>
              <a:path w="57000" h="57000">
                <a:moveTo>
                  <a:pt x="3000" y="0"/>
                </a:moveTo>
                <a:lnTo>
                  <a:pt x="57000" y="54000"/>
                </a:lnTo>
                <a:lnTo>
                  <a:pt x="57000" y="57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tage1_interior_stripe41" descr="Editable shape; source id stage1_interior_stripe41"/>
          <p:cNvSpPr/>
          <p:nvPr/>
        </p:nvSpPr>
        <p:spPr>
          <a:xfrm>
            <a:off x="3942460" y="782415"/>
            <a:ext cx="364621" cy="364621"/>
          </a:xfrm>
          <a:custGeom>
            <a:avLst/>
            <a:gdLst/>
            <a:ahLst/>
            <a:cxnLst/>
            <a:rect l="l" t="t" r="r" b="b"/>
            <a:pathLst>
              <a:path w="48000" h="48000">
                <a:moveTo>
                  <a:pt x="3000" y="0"/>
                </a:moveTo>
                <a:lnTo>
                  <a:pt x="48000" y="45000"/>
                </a:lnTo>
                <a:lnTo>
                  <a:pt x="48000" y="48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tage1_interior_stripe42" descr="Editable shape; source id stage1_interior_stripe42"/>
          <p:cNvSpPr/>
          <p:nvPr/>
        </p:nvSpPr>
        <p:spPr>
          <a:xfrm>
            <a:off x="4010826" y="782415"/>
            <a:ext cx="296254" cy="296254"/>
          </a:xfrm>
          <a:custGeom>
            <a:avLst/>
            <a:gdLst/>
            <a:ahLst/>
            <a:cxnLst/>
            <a:rect l="l" t="t" r="r" b="b"/>
            <a:pathLst>
              <a:path w="39000" h="39000">
                <a:moveTo>
                  <a:pt x="3000" y="0"/>
                </a:moveTo>
                <a:lnTo>
                  <a:pt x="39000" y="36000"/>
                </a:lnTo>
                <a:lnTo>
                  <a:pt x="39000" y="39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tage1_interior_stripe43" descr="Editable shape; source id stage1_interior_stripe43"/>
          <p:cNvSpPr/>
          <p:nvPr/>
        </p:nvSpPr>
        <p:spPr>
          <a:xfrm>
            <a:off x="4079192" y="782415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30000" h="30000">
                <a:moveTo>
                  <a:pt x="3000" y="0"/>
                </a:moveTo>
                <a:lnTo>
                  <a:pt x="30000" y="27000"/>
                </a:lnTo>
                <a:lnTo>
                  <a:pt x="30000" y="30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tage1_interior_stripe44" descr="Editable shape; source id stage1_interior_stripe44"/>
          <p:cNvSpPr/>
          <p:nvPr/>
        </p:nvSpPr>
        <p:spPr>
          <a:xfrm>
            <a:off x="4147559" y="782415"/>
            <a:ext cx="159521" cy="159521"/>
          </a:xfrm>
          <a:custGeom>
            <a:avLst/>
            <a:gdLst/>
            <a:ahLst/>
            <a:cxnLst/>
            <a:rect l="l" t="t" r="r" b="b"/>
            <a:pathLst>
              <a:path w="21000" h="21000">
                <a:moveTo>
                  <a:pt x="3000" y="0"/>
                </a:moveTo>
                <a:lnTo>
                  <a:pt x="21000" y="18000"/>
                </a:lnTo>
                <a:lnTo>
                  <a:pt x="21000" y="21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tage1_interior_stripe45" descr="Editable shape; source id stage1_interior_stripe45"/>
          <p:cNvSpPr/>
          <p:nvPr/>
        </p:nvSpPr>
        <p:spPr>
          <a:xfrm>
            <a:off x="4215925" y="782415"/>
            <a:ext cx="91155" cy="91155"/>
          </a:xfrm>
          <a:custGeom>
            <a:avLst/>
            <a:gdLst/>
            <a:ahLst/>
            <a:cxnLst/>
            <a:rect l="l" t="t" r="r" b="b"/>
            <a:pathLst>
              <a:path w="12000" h="12000">
                <a:moveTo>
                  <a:pt x="3000" y="0"/>
                </a:moveTo>
                <a:lnTo>
                  <a:pt x="12000" y="9000"/>
                </a:lnTo>
                <a:lnTo>
                  <a:pt x="12000" y="12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tage1_interior_stripe46" descr="Editable shape; source id stage1_interior_stripe46"/>
          <p:cNvSpPr/>
          <p:nvPr/>
        </p:nvSpPr>
        <p:spPr>
          <a:xfrm>
            <a:off x="4284291" y="782415"/>
            <a:ext cx="22789" cy="22789"/>
          </a:xfrm>
          <a:custGeom>
            <a:avLst/>
            <a:gdLst/>
            <a:ahLst/>
            <a:cxnLst/>
            <a:rect l="l" t="t" r="r" b="b"/>
            <a:pathLst>
              <a:path w="3000" h="3000">
                <a:moveTo>
                  <a:pt x="3000" y="0"/>
                </a:moveTo>
                <a:lnTo>
                  <a:pt x="3000" y="3000"/>
                </a:lnTo>
                <a:lnTo>
                  <a:pt x="0" y="0"/>
                </a:lnTo>
                <a:close/>
              </a:path>
            </a:pathLst>
          </a:custGeom>
          <a:solidFill>
            <a:srgbClr val="CB9093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tage1_vlm_label" descr="Editable text; source id stage1_vlm_label"/>
          <p:cNvSpPr txBox="1"/>
          <p:nvPr/>
        </p:nvSpPr>
        <p:spPr>
          <a:xfrm>
            <a:off x="2385226" y="957128"/>
            <a:ext cx="1899065" cy="2886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Vision-Language Model</a:t>
            </a:r>
          </a:p>
        </p:txBody>
      </p:sp>
      <p:sp>
        <p:nvSpPr>
          <p:cNvPr id="112" name="stage1_reason" descr="Editable shape; source id stage1_reason"/>
          <p:cNvSpPr/>
          <p:nvPr/>
        </p:nvSpPr>
        <p:spPr>
          <a:xfrm>
            <a:off x="2795424" y="1382519"/>
            <a:ext cx="1040687" cy="402601"/>
          </a:xfrm>
          <a:prstGeom prst="roundRect">
            <a:avLst>
              <a:gd name="adj" fmla="val 18867"/>
            </a:avLst>
          </a:prstGeom>
          <a:solidFill>
            <a:srgbClr val="D96D37"/>
          </a:solidFill>
          <a:ln w="7596">
            <a:solidFill>
              <a:srgbClr val="B565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tage1_reason_label" descr="Editable text; source id stage1_reason_label"/>
          <p:cNvSpPr txBox="1"/>
          <p:nvPr/>
        </p:nvSpPr>
        <p:spPr>
          <a:xfrm>
            <a:off x="2818213" y="1390115"/>
            <a:ext cx="1002706" cy="44058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71"/>
              </a:lnSpc>
              <a:spcBef>
                <a:spcPts val="0"/>
              </a:spcBef>
              <a:spcAft>
                <a:spcPts val="0"/>
              </a:spcAft>
              <a:def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Sub-step</a:t>
            </a:r>
          </a:p>
          <a:p>
            <a:pPr algn="ctr" fontAlgn="base">
              <a:lnSpc>
                <a:spcPts val="1271"/>
              </a:lnSpc>
              <a:spcBef>
                <a:spcPts val="0"/>
              </a:spcBef>
              <a:spcAft>
                <a:spcPts val="0"/>
              </a:spcAft>
              <a:def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Reasoning</a:t>
            </a:r>
          </a:p>
        </p:txBody>
      </p:sp>
      <p:sp>
        <p:nvSpPr>
          <p:cNvPr id="114" name="stage1_film_card" descr="Editable shape; source id stage1_film_card"/>
          <p:cNvSpPr/>
          <p:nvPr/>
        </p:nvSpPr>
        <p:spPr>
          <a:xfrm>
            <a:off x="417794" y="1952239"/>
            <a:ext cx="1040687" cy="1116650"/>
          </a:xfrm>
          <a:prstGeom prst="roundRect">
            <a:avLst>
              <a:gd name="adj" fmla="val 11999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tage1_film_label" descr="Editable text; source id stage1_film_label"/>
          <p:cNvSpPr txBox="1"/>
          <p:nvPr/>
        </p:nvSpPr>
        <p:spPr>
          <a:xfrm>
            <a:off x="531738" y="2013009"/>
            <a:ext cx="957128" cy="1899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95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FiLM ResNet</a:t>
            </a:r>
          </a:p>
        </p:txBody>
      </p:sp>
      <p:sp>
        <p:nvSpPr>
          <p:cNvPr id="116" name="stage1_film_bar0" descr="Editable shape; source id stage1_film_bar0"/>
          <p:cNvSpPr/>
          <p:nvPr/>
        </p:nvSpPr>
        <p:spPr>
          <a:xfrm>
            <a:off x="562123" y="2233300"/>
            <a:ext cx="113943" cy="752029"/>
          </a:xfrm>
          <a:prstGeom prst="roundRect">
            <a:avLst>
              <a:gd name="adj" fmla="val 20000"/>
            </a:avLst>
          </a:prstGeom>
          <a:solidFill>
            <a:srgbClr val="7D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tage1_film_bar1" descr="Editable shape; source id stage1_film_bar1"/>
          <p:cNvSpPr/>
          <p:nvPr/>
        </p:nvSpPr>
        <p:spPr>
          <a:xfrm>
            <a:off x="774818" y="2316859"/>
            <a:ext cx="113943" cy="584912"/>
          </a:xfrm>
          <a:prstGeom prst="roundRect">
            <a:avLst>
              <a:gd name="adj" fmla="val 20000"/>
            </a:avLst>
          </a:prstGeom>
          <a:solidFill>
            <a:srgbClr val="7D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tage1_film_bar2" descr="Editable shape; source id stage1_film_bar2"/>
          <p:cNvSpPr/>
          <p:nvPr/>
        </p:nvSpPr>
        <p:spPr>
          <a:xfrm>
            <a:off x="995110" y="2445996"/>
            <a:ext cx="121540" cy="357024"/>
          </a:xfrm>
          <a:prstGeom prst="roundRect">
            <a:avLst>
              <a:gd name="adj" fmla="val 18750"/>
            </a:avLst>
          </a:prstGeom>
          <a:solidFill>
            <a:srgbClr val="7D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tage1_film_bar3" descr="Editable shape; source id stage1_film_bar3"/>
          <p:cNvSpPr/>
          <p:nvPr/>
        </p:nvSpPr>
        <p:spPr>
          <a:xfrm>
            <a:off x="1222998" y="2537151"/>
            <a:ext cx="144328" cy="189906"/>
          </a:xfrm>
          <a:prstGeom prst="roundRect">
            <a:avLst>
              <a:gd name="adj" fmla="val 15789"/>
            </a:avLst>
          </a:prstGeom>
          <a:solidFill>
            <a:srgbClr val="7D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tage1_film_dot0" descr="Editable shape; source id stage1_film_dot0"/>
          <p:cNvSpPr/>
          <p:nvPr/>
        </p:nvSpPr>
        <p:spPr>
          <a:xfrm>
            <a:off x="691259" y="2453592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tage1_film_dot1" descr="Editable shape; source id stage1_film_dot1"/>
          <p:cNvSpPr/>
          <p:nvPr/>
        </p:nvSpPr>
        <p:spPr>
          <a:xfrm>
            <a:off x="691259" y="2590325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tage1_film_dot2" descr="Editable shape; source id stage1_film_dot2"/>
          <p:cNvSpPr/>
          <p:nvPr/>
        </p:nvSpPr>
        <p:spPr>
          <a:xfrm>
            <a:off x="691259" y="2727057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tage1_film_dot3" descr="Editable shape; source id stage1_film_dot3"/>
          <p:cNvSpPr/>
          <p:nvPr/>
        </p:nvSpPr>
        <p:spPr>
          <a:xfrm>
            <a:off x="911551" y="2529555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tage1_film_dot4" descr="Editable shape; source id stage1_film_dot4"/>
          <p:cNvSpPr/>
          <p:nvPr/>
        </p:nvSpPr>
        <p:spPr>
          <a:xfrm>
            <a:off x="911551" y="2658691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tage1_film_dot5" descr="Editable shape; source id stage1_film_dot5"/>
          <p:cNvSpPr/>
          <p:nvPr/>
        </p:nvSpPr>
        <p:spPr>
          <a:xfrm>
            <a:off x="1131842" y="2521958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tage1_film_dot6" descr="Editable shape; source id stage1_film_dot6"/>
          <p:cNvSpPr/>
          <p:nvPr/>
        </p:nvSpPr>
        <p:spPr>
          <a:xfrm>
            <a:off x="1131842" y="2658691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tage1_noise" descr="Editable text; source id stage1_noise"/>
          <p:cNvSpPr txBox="1"/>
          <p:nvPr/>
        </p:nvSpPr>
        <p:spPr>
          <a:xfrm>
            <a:off x="2673884" y="1906661"/>
            <a:ext cx="387409" cy="15952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56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</a:t>
            </a:r>
          </a:p>
        </p:txBody>
      </p:sp>
      <p:sp>
        <p:nvSpPr>
          <p:cNvPr id="128" name="stage1_noisebox" descr="Editable shape; source id stage1_noisebox"/>
          <p:cNvSpPr/>
          <p:nvPr/>
        </p:nvSpPr>
        <p:spPr>
          <a:xfrm>
            <a:off x="2476381" y="2043394"/>
            <a:ext cx="645682" cy="212695"/>
          </a:xfrm>
          <a:prstGeom prst="roundRect">
            <a:avLst>
              <a:gd name="adj" fmla="val 17857"/>
            </a:avLst>
          </a:prstGeom>
          <a:noFill/>
          <a:ln w="6836">
            <a:solidFill>
              <a:srgbClr val="929292"/>
            </a:solidFill>
            <a:custDash>
              <a:ds d="444444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tage1_noisecell0" descr="Editable shape; source id stage1_noisecell0"/>
          <p:cNvSpPr/>
          <p:nvPr/>
        </p:nvSpPr>
        <p:spPr>
          <a:xfrm>
            <a:off x="2521958" y="2096568"/>
            <a:ext cx="106347" cy="106347"/>
          </a:xfrm>
          <a:prstGeom prst="roundRect">
            <a:avLst>
              <a:gd name="adj" fmla="val 14285"/>
            </a:avLst>
          </a:prstGeom>
          <a:solidFill>
            <a:srgbClr val="FFFDF5"/>
          </a:solidFill>
          <a:ln w="75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tage1_noisestripe0_0" descr="Editable shape; source id stage1_noisestripe0_0"/>
          <p:cNvSpPr/>
          <p:nvPr/>
        </p:nvSpPr>
        <p:spPr>
          <a:xfrm>
            <a:off x="2529555" y="2117838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tage1_noisestripe0_1" descr="Editable shape; source id stage1_noisestripe0_1"/>
          <p:cNvSpPr/>
          <p:nvPr/>
        </p:nvSpPr>
        <p:spPr>
          <a:xfrm>
            <a:off x="2575133" y="2117838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tage1_noisecell1" descr="Editable shape; source id stage1_noisecell1"/>
          <p:cNvSpPr/>
          <p:nvPr/>
        </p:nvSpPr>
        <p:spPr>
          <a:xfrm>
            <a:off x="2673884" y="2096568"/>
            <a:ext cx="106347" cy="106347"/>
          </a:xfrm>
          <a:prstGeom prst="roundRect">
            <a:avLst>
              <a:gd name="adj" fmla="val 14285"/>
            </a:avLst>
          </a:prstGeom>
          <a:solidFill>
            <a:srgbClr val="FFFDF5"/>
          </a:solidFill>
          <a:ln w="75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tage1_noisestripe1_0" descr="Editable shape; source id stage1_noisestripe1_0"/>
          <p:cNvSpPr/>
          <p:nvPr/>
        </p:nvSpPr>
        <p:spPr>
          <a:xfrm>
            <a:off x="2681480" y="2117838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tage1_noisestripe1_1" descr="Editable shape; source id stage1_noisestripe1_1"/>
          <p:cNvSpPr/>
          <p:nvPr/>
        </p:nvSpPr>
        <p:spPr>
          <a:xfrm>
            <a:off x="2727058" y="2117838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tage1_noisecell2" descr="Editable shape; source id stage1_noisecell2"/>
          <p:cNvSpPr/>
          <p:nvPr/>
        </p:nvSpPr>
        <p:spPr>
          <a:xfrm>
            <a:off x="2977734" y="2096568"/>
            <a:ext cx="106347" cy="106347"/>
          </a:xfrm>
          <a:prstGeom prst="roundRect">
            <a:avLst>
              <a:gd name="adj" fmla="val 14285"/>
            </a:avLst>
          </a:prstGeom>
          <a:solidFill>
            <a:srgbClr val="FFFDF5"/>
          </a:solidFill>
          <a:ln w="75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tage1_noisestripe2_0" descr="Editable shape; source id stage1_noisestripe2_0"/>
          <p:cNvSpPr/>
          <p:nvPr/>
        </p:nvSpPr>
        <p:spPr>
          <a:xfrm>
            <a:off x="2985331" y="2117838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tage1_noisestripe2_1" descr="Editable shape; source id stage1_noisestripe2_1"/>
          <p:cNvSpPr/>
          <p:nvPr/>
        </p:nvSpPr>
        <p:spPr>
          <a:xfrm>
            <a:off x="3030908" y="2117838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tage1_noise_ellipsis" descr="Editable text; source id stage1_noise_ellipsis"/>
          <p:cNvSpPr txBox="1"/>
          <p:nvPr/>
        </p:nvSpPr>
        <p:spPr>
          <a:xfrm>
            <a:off x="2841001" y="2066183"/>
            <a:ext cx="136732" cy="16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62"/>
              </a:lnSpc>
              <a:spcBef>
                <a:spcPts val="0"/>
              </a:spcBef>
              <a:spcAft>
                <a:spcPts val="0"/>
              </a:spcAft>
              <a:def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···</a:t>
            </a:r>
          </a:p>
        </p:txBody>
      </p:sp>
      <p:sp>
        <p:nvSpPr>
          <p:cNvPr id="139" name="stage1_expert" descr="Editable shape; source id stage1_expert"/>
          <p:cNvSpPr/>
          <p:nvPr/>
        </p:nvSpPr>
        <p:spPr>
          <a:xfrm>
            <a:off x="2666287" y="2370033"/>
            <a:ext cx="1253383" cy="470968"/>
          </a:xfrm>
          <a:prstGeom prst="roundRect">
            <a:avLst>
              <a:gd name="adj" fmla="val 8064"/>
            </a:avLst>
          </a:prstGeom>
          <a:solidFill>
            <a:srgbClr val="C3E2E0"/>
          </a:solidFill>
          <a:ln w="7596">
            <a:solidFill>
              <a:srgbClr val="76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tage1_expert_label" descr="Editable text; source id stage1_expert_label"/>
          <p:cNvSpPr txBox="1"/>
          <p:nvPr/>
        </p:nvSpPr>
        <p:spPr>
          <a:xfrm>
            <a:off x="2704269" y="2430803"/>
            <a:ext cx="1177420" cy="2050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6"/>
              </a:lnSpc>
              <a:spcBef>
                <a:spcPts val="0"/>
              </a:spcBef>
              <a:spcAft>
                <a:spcPts val="0"/>
              </a:spcAft>
              <a:def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Billion-Parameter</a:t>
            </a:r>
          </a:p>
        </p:txBody>
      </p:sp>
      <p:sp>
        <p:nvSpPr>
          <p:cNvPr id="141" name="stage23_card" descr="Editable shape; source id stage23_card"/>
          <p:cNvSpPr/>
          <p:nvPr/>
        </p:nvSpPr>
        <p:spPr>
          <a:xfrm>
            <a:off x="4717278" y="865973"/>
            <a:ext cx="1458482" cy="850781"/>
          </a:xfrm>
          <a:prstGeom prst="roundRect">
            <a:avLst>
              <a:gd name="adj" fmla="val 12000"/>
            </a:avLst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tage23_title" descr="Editable text; source id stage23_title"/>
          <p:cNvSpPr txBox="1"/>
          <p:nvPr/>
        </p:nvSpPr>
        <p:spPr>
          <a:xfrm>
            <a:off x="4899588" y="934340"/>
            <a:ext cx="1291364" cy="174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62"/>
              </a:lnSpc>
              <a:spcBef>
                <a:spcPts val="0"/>
              </a:spcBef>
              <a:spcAft>
                <a:spcPts val="0"/>
              </a:spcAft>
              <a:defRPr sz="83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3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&amp; Instruction</a:t>
            </a:r>
          </a:p>
        </p:txBody>
      </p:sp>
      <p:pic>
        <p:nvPicPr>
          <p:cNvPr id="143" name="stage23_photos" descr="Exact source photo strip: three robot camera observations, no diagram lab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41" y="1131842"/>
            <a:ext cx="1306556" cy="303850"/>
          </a:xfrm>
          <a:prstGeom prst="rect">
            <a:avLst/>
          </a:prstGeom>
          <a:effectLst/>
        </p:spPr>
      </p:pic>
      <p:sp>
        <p:nvSpPr>
          <p:cNvPr id="144" name="stage23_instruction" descr="Editable text; source id stage23_instruction"/>
          <p:cNvSpPr txBox="1"/>
          <p:nvPr/>
        </p:nvSpPr>
        <p:spPr>
          <a:xfrm>
            <a:off x="5362960" y="1488867"/>
            <a:ext cx="752029" cy="16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25"/>
              </a:lnSpc>
              <a:spcBef>
                <a:spcPts val="0"/>
              </a:spcBef>
              <a:spcAft>
                <a:spcPts val="0"/>
              </a:spcAft>
              <a:defRPr sz="71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“fold shirt”</a:t>
            </a:r>
          </a:p>
        </p:txBody>
      </p:sp>
      <p:sp>
        <p:nvSpPr>
          <p:cNvPr id="145" name="stage23_head" descr="Editable shape; source id stage23_head"/>
          <p:cNvSpPr/>
          <p:nvPr/>
        </p:nvSpPr>
        <p:spPr>
          <a:xfrm>
            <a:off x="5173054" y="1504059"/>
            <a:ext cx="60770" cy="60770"/>
          </a:xfrm>
          <a:prstGeom prst="ellipse">
            <a:avLst/>
          </a:prstGeom>
          <a:noFill/>
          <a:ln w="8355">
            <a:solidFill>
              <a:srgbClr val="515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stage23_user0" descr="Editable line; source id stage23_user0"/>
          <p:cNvCxnSpPr/>
          <p:nvPr/>
        </p:nvCxnSpPr>
        <p:spPr>
          <a:xfrm flipH="1">
            <a:off x="5135072" y="1564829"/>
            <a:ext cx="30385" cy="37982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age23_user1" descr="Editable line; source id stage23_user1"/>
          <p:cNvCxnSpPr/>
          <p:nvPr/>
        </p:nvCxnSpPr>
        <p:spPr>
          <a:xfrm>
            <a:off x="5135072" y="1602811"/>
            <a:ext cx="68367" cy="30385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age23_user2" descr="Editable line; source id stage23_user2"/>
          <p:cNvCxnSpPr/>
          <p:nvPr/>
        </p:nvCxnSpPr>
        <p:spPr>
          <a:xfrm flipV="1">
            <a:off x="5203439" y="1602811"/>
            <a:ext cx="68366" cy="30385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age23_user3" descr="Editable line; source id stage23_user3"/>
          <p:cNvCxnSpPr/>
          <p:nvPr/>
        </p:nvCxnSpPr>
        <p:spPr>
          <a:xfrm flipV="1">
            <a:off x="5157861" y="1602811"/>
            <a:ext cx="68366" cy="7596"/>
          </a:xfrm>
          <a:prstGeom prst="line">
            <a:avLst/>
          </a:prstGeom>
          <a:ln w="9875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age23_voice0" descr="Editable line; source id stage23_voice0"/>
          <p:cNvCxnSpPr/>
          <p:nvPr/>
        </p:nvCxnSpPr>
        <p:spPr>
          <a:xfrm>
            <a:off x="5256612" y="1496463"/>
            <a:ext cx="15193" cy="30385"/>
          </a:xfrm>
          <a:prstGeom prst="line">
            <a:avLst/>
          </a:prstGeom>
          <a:ln w="7596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age23_voice1" descr="Editable line; source id stage23_voice1"/>
          <p:cNvCxnSpPr/>
          <p:nvPr/>
        </p:nvCxnSpPr>
        <p:spPr>
          <a:xfrm>
            <a:off x="5279401" y="1488867"/>
            <a:ext cx="22789" cy="45577"/>
          </a:xfrm>
          <a:prstGeom prst="line">
            <a:avLst/>
          </a:prstGeom>
          <a:ln w="7596">
            <a:solidFill>
              <a:srgbClr val="515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stage23_vlm" descr="Editable shape; source id stage23_vlm"/>
          <p:cNvSpPr/>
          <p:nvPr/>
        </p:nvSpPr>
        <p:spPr>
          <a:xfrm>
            <a:off x="6821442" y="774818"/>
            <a:ext cx="1990220" cy="1033091"/>
          </a:xfrm>
          <a:prstGeom prst="roundRect">
            <a:avLst>
              <a:gd name="adj" fmla="val 16176"/>
            </a:avLst>
          </a:prstGeom>
          <a:solidFill>
            <a:srgbClr val="E89D9E"/>
          </a:solidFill>
          <a:ln w="7596">
            <a:solidFill>
              <a:srgbClr val="FF7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tage23_vlm_label" descr="Editable text; source id stage23_vlm_label"/>
          <p:cNvSpPr txBox="1"/>
          <p:nvPr/>
        </p:nvSpPr>
        <p:spPr>
          <a:xfrm>
            <a:off x="6889809" y="949532"/>
            <a:ext cx="1899065" cy="2886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Vision-Language Model</a:t>
            </a:r>
          </a:p>
        </p:txBody>
      </p:sp>
      <p:sp>
        <p:nvSpPr>
          <p:cNvPr id="154" name="stage23_reason" descr="Editable shape; source id stage23_reason"/>
          <p:cNvSpPr/>
          <p:nvPr/>
        </p:nvSpPr>
        <p:spPr>
          <a:xfrm>
            <a:off x="7300007" y="1374923"/>
            <a:ext cx="1040687" cy="402601"/>
          </a:xfrm>
          <a:prstGeom prst="roundRect">
            <a:avLst>
              <a:gd name="adj" fmla="val 18867"/>
            </a:avLst>
          </a:prstGeom>
          <a:solidFill>
            <a:srgbClr val="D96D37"/>
          </a:solidFill>
          <a:ln w="7596">
            <a:solidFill>
              <a:srgbClr val="B565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tage23_reason_label" descr="Editable text; source id stage23_reason_label"/>
          <p:cNvSpPr txBox="1"/>
          <p:nvPr/>
        </p:nvSpPr>
        <p:spPr>
          <a:xfrm>
            <a:off x="7322796" y="1382519"/>
            <a:ext cx="1002706" cy="44058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71"/>
              </a:lnSpc>
              <a:spcBef>
                <a:spcPts val="0"/>
              </a:spcBef>
              <a:spcAft>
                <a:spcPts val="0"/>
              </a:spcAft>
              <a:def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Sub-step</a:t>
            </a:r>
          </a:p>
          <a:p>
            <a:pPr algn="ctr" fontAlgn="base">
              <a:lnSpc>
                <a:spcPts val="1271"/>
              </a:lnSpc>
              <a:spcBef>
                <a:spcPts val="0"/>
              </a:spcBef>
              <a:spcAft>
                <a:spcPts val="0"/>
              </a:spcAft>
              <a:def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6" b="1" i="0" lang="zh-CN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Reasoning</a:t>
            </a:r>
          </a:p>
        </p:txBody>
      </p:sp>
      <p:sp>
        <p:nvSpPr>
          <p:cNvPr id="156" name="stage23_film_card" descr="Editable shape; source id stage23_film_card"/>
          <p:cNvSpPr/>
          <p:nvPr/>
        </p:nvSpPr>
        <p:spPr>
          <a:xfrm>
            <a:off x="4770452" y="1906661"/>
            <a:ext cx="1336942" cy="1268575"/>
          </a:xfrm>
          <a:prstGeom prst="rect">
            <a:avLst/>
          </a:prstGeom>
          <a:solidFill>
            <a:srgbClr val="FFFFFF"/>
          </a:solidFill>
          <a:ln w="7596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tage23_film_card_stripe0" descr="Editable shape; source id stage23_film_card_stripe0"/>
          <p:cNvSpPr/>
          <p:nvPr/>
        </p:nvSpPr>
        <p:spPr>
          <a:xfrm>
            <a:off x="4770452" y="3152449"/>
            <a:ext cx="22789" cy="22789"/>
          </a:xfrm>
          <a:custGeom>
            <a:avLst/>
            <a:gdLst/>
            <a:ahLst/>
            <a:cxnLst/>
            <a:rect l="l" t="t" r="r" b="b"/>
            <a:pathLst>
              <a:path w="3000" h="3000">
                <a:moveTo>
                  <a:pt x="0" y="0"/>
                </a:moveTo>
                <a:lnTo>
                  <a:pt x="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tage23_film_card_stripe1" descr="Editable shape; source id stage23_film_card_stripe1"/>
          <p:cNvSpPr/>
          <p:nvPr/>
        </p:nvSpPr>
        <p:spPr>
          <a:xfrm>
            <a:off x="4770452" y="3084082"/>
            <a:ext cx="91155" cy="91155"/>
          </a:xfrm>
          <a:custGeom>
            <a:avLst/>
            <a:gdLst/>
            <a:ahLst/>
            <a:cxnLst/>
            <a:rect l="l" t="t" r="r" b="b"/>
            <a:pathLst>
              <a:path w="12000" h="12000">
                <a:moveTo>
                  <a:pt x="0" y="0"/>
                </a:moveTo>
                <a:lnTo>
                  <a:pt x="12000" y="12000"/>
                </a:lnTo>
                <a:lnTo>
                  <a:pt x="9000" y="12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tage23_film_card_stripe2" descr="Editable shape; source id stage23_film_card_stripe2"/>
          <p:cNvSpPr/>
          <p:nvPr/>
        </p:nvSpPr>
        <p:spPr>
          <a:xfrm>
            <a:off x="4770452" y="3015716"/>
            <a:ext cx="159521" cy="159521"/>
          </a:xfrm>
          <a:custGeom>
            <a:avLst/>
            <a:gdLst/>
            <a:ahLst/>
            <a:cxnLst/>
            <a:rect l="l" t="t" r="r" b="b"/>
            <a:pathLst>
              <a:path w="21000" h="21000">
                <a:moveTo>
                  <a:pt x="0" y="0"/>
                </a:moveTo>
                <a:lnTo>
                  <a:pt x="21000" y="21000"/>
                </a:lnTo>
                <a:lnTo>
                  <a:pt x="18000" y="21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tage23_film_card_stripe3" descr="Editable shape; source id stage23_film_card_stripe3"/>
          <p:cNvSpPr/>
          <p:nvPr/>
        </p:nvSpPr>
        <p:spPr>
          <a:xfrm>
            <a:off x="4770452" y="2947349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30000" h="30000">
                <a:moveTo>
                  <a:pt x="0" y="0"/>
                </a:moveTo>
                <a:lnTo>
                  <a:pt x="30000" y="30000"/>
                </a:lnTo>
                <a:lnTo>
                  <a:pt x="27000" y="30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tage23_film_card_stripe4" descr="Editable shape; source id stage23_film_card_stripe4"/>
          <p:cNvSpPr/>
          <p:nvPr/>
        </p:nvSpPr>
        <p:spPr>
          <a:xfrm>
            <a:off x="4770452" y="2878983"/>
            <a:ext cx="296254" cy="296254"/>
          </a:xfrm>
          <a:custGeom>
            <a:avLst/>
            <a:gdLst/>
            <a:ahLst/>
            <a:cxnLst/>
            <a:rect l="l" t="t" r="r" b="b"/>
            <a:pathLst>
              <a:path w="39000" h="39000">
                <a:moveTo>
                  <a:pt x="0" y="0"/>
                </a:moveTo>
                <a:lnTo>
                  <a:pt x="39000" y="39000"/>
                </a:lnTo>
                <a:lnTo>
                  <a:pt x="36000" y="39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tage23_film_card_stripe5" descr="Editable shape; source id stage23_film_card_stripe5"/>
          <p:cNvSpPr/>
          <p:nvPr/>
        </p:nvSpPr>
        <p:spPr>
          <a:xfrm>
            <a:off x="4770452" y="2810617"/>
            <a:ext cx="364621" cy="364621"/>
          </a:xfrm>
          <a:custGeom>
            <a:avLst/>
            <a:gdLst/>
            <a:ahLst/>
            <a:cxnLst/>
            <a:rect l="l" t="t" r="r" b="b"/>
            <a:pathLst>
              <a:path w="48000" h="48000">
                <a:moveTo>
                  <a:pt x="0" y="0"/>
                </a:moveTo>
                <a:lnTo>
                  <a:pt x="48000" y="48000"/>
                </a:lnTo>
                <a:lnTo>
                  <a:pt x="45000" y="48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tage23_film_card_stripe6" descr="Editable shape; source id stage23_film_card_stripe6"/>
          <p:cNvSpPr/>
          <p:nvPr/>
        </p:nvSpPr>
        <p:spPr>
          <a:xfrm>
            <a:off x="4770452" y="2742250"/>
            <a:ext cx="432987" cy="432987"/>
          </a:xfrm>
          <a:custGeom>
            <a:avLst/>
            <a:gdLst/>
            <a:ahLst/>
            <a:cxnLst/>
            <a:rect l="l" t="t" r="r" b="b"/>
            <a:pathLst>
              <a:path w="57000" h="57000">
                <a:moveTo>
                  <a:pt x="0" y="0"/>
                </a:moveTo>
                <a:lnTo>
                  <a:pt x="57000" y="57000"/>
                </a:lnTo>
                <a:lnTo>
                  <a:pt x="54000" y="57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tage23_film_card_stripe7" descr="Editable shape; source id stage23_film_card_stripe7"/>
          <p:cNvSpPr/>
          <p:nvPr/>
        </p:nvSpPr>
        <p:spPr>
          <a:xfrm>
            <a:off x="4770452" y="2673884"/>
            <a:ext cx="501353" cy="501353"/>
          </a:xfrm>
          <a:custGeom>
            <a:avLst/>
            <a:gdLst/>
            <a:ahLst/>
            <a:cxnLst/>
            <a:rect l="l" t="t" r="r" b="b"/>
            <a:pathLst>
              <a:path w="66000" h="66000">
                <a:moveTo>
                  <a:pt x="0" y="0"/>
                </a:moveTo>
                <a:lnTo>
                  <a:pt x="66000" y="66000"/>
                </a:lnTo>
                <a:lnTo>
                  <a:pt x="63000" y="66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tage23_film_card_stripe8" descr="Editable shape; source id stage23_film_card_stripe8"/>
          <p:cNvSpPr/>
          <p:nvPr/>
        </p:nvSpPr>
        <p:spPr>
          <a:xfrm>
            <a:off x="4770452" y="2605518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75000" h="75000">
                <a:moveTo>
                  <a:pt x="0" y="0"/>
                </a:moveTo>
                <a:lnTo>
                  <a:pt x="75000" y="75000"/>
                </a:lnTo>
                <a:lnTo>
                  <a:pt x="72000" y="75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tage23_film_card_stripe9" descr="Editable shape; source id stage23_film_card_stripe9"/>
          <p:cNvSpPr/>
          <p:nvPr/>
        </p:nvSpPr>
        <p:spPr>
          <a:xfrm>
            <a:off x="4770452" y="2537151"/>
            <a:ext cx="638086" cy="638086"/>
          </a:xfrm>
          <a:custGeom>
            <a:avLst/>
            <a:gdLst/>
            <a:ahLst/>
            <a:cxnLst/>
            <a:rect l="l" t="t" r="r" b="b"/>
            <a:pathLst>
              <a:path w="84000" h="84000">
                <a:moveTo>
                  <a:pt x="0" y="0"/>
                </a:moveTo>
                <a:lnTo>
                  <a:pt x="84000" y="84000"/>
                </a:lnTo>
                <a:lnTo>
                  <a:pt x="81000" y="84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tage23_film_card_stripe10" descr="Editable shape; source id stage23_film_card_stripe10"/>
          <p:cNvSpPr/>
          <p:nvPr/>
        </p:nvSpPr>
        <p:spPr>
          <a:xfrm>
            <a:off x="4770452" y="2468785"/>
            <a:ext cx="706452" cy="706452"/>
          </a:xfrm>
          <a:custGeom>
            <a:avLst/>
            <a:gdLst/>
            <a:ahLst/>
            <a:cxnLst/>
            <a:rect l="l" t="t" r="r" b="b"/>
            <a:pathLst>
              <a:path w="93000" h="93000">
                <a:moveTo>
                  <a:pt x="0" y="0"/>
                </a:moveTo>
                <a:lnTo>
                  <a:pt x="93000" y="93000"/>
                </a:lnTo>
                <a:lnTo>
                  <a:pt x="90000" y="93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tage23_film_card_stripe11" descr="Editable shape; source id stage23_film_card_stripe11"/>
          <p:cNvSpPr/>
          <p:nvPr/>
        </p:nvSpPr>
        <p:spPr>
          <a:xfrm>
            <a:off x="4770452" y="2400419"/>
            <a:ext cx="774819" cy="774819"/>
          </a:xfrm>
          <a:custGeom>
            <a:avLst/>
            <a:gdLst/>
            <a:ahLst/>
            <a:cxnLst/>
            <a:rect l="l" t="t" r="r" b="b"/>
            <a:pathLst>
              <a:path w="102000" h="102000">
                <a:moveTo>
                  <a:pt x="0" y="0"/>
                </a:moveTo>
                <a:lnTo>
                  <a:pt x="102000" y="102000"/>
                </a:lnTo>
                <a:lnTo>
                  <a:pt x="99000" y="102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tage23_film_card_stripe12" descr="Editable shape; source id stage23_film_card_stripe12"/>
          <p:cNvSpPr/>
          <p:nvPr/>
        </p:nvSpPr>
        <p:spPr>
          <a:xfrm>
            <a:off x="4770452" y="2332052"/>
            <a:ext cx="843185" cy="843185"/>
          </a:xfrm>
          <a:custGeom>
            <a:avLst/>
            <a:gdLst/>
            <a:ahLst/>
            <a:cxnLst/>
            <a:rect l="l" t="t" r="r" b="b"/>
            <a:pathLst>
              <a:path w="111000" h="111000">
                <a:moveTo>
                  <a:pt x="0" y="0"/>
                </a:moveTo>
                <a:lnTo>
                  <a:pt x="111000" y="111000"/>
                </a:lnTo>
                <a:lnTo>
                  <a:pt x="108000" y="111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tage23_film_card_stripe13" descr="Editable shape; source id stage23_film_card_stripe13"/>
          <p:cNvSpPr/>
          <p:nvPr/>
        </p:nvSpPr>
        <p:spPr>
          <a:xfrm>
            <a:off x="4770452" y="2263686"/>
            <a:ext cx="911551" cy="911551"/>
          </a:xfrm>
          <a:custGeom>
            <a:avLst/>
            <a:gdLst/>
            <a:ahLst/>
            <a:cxnLst/>
            <a:rect l="l" t="t" r="r" b="b"/>
            <a:pathLst>
              <a:path w="120000" h="120000">
                <a:moveTo>
                  <a:pt x="0" y="0"/>
                </a:moveTo>
                <a:lnTo>
                  <a:pt x="120000" y="120000"/>
                </a:lnTo>
                <a:lnTo>
                  <a:pt x="117000" y="120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tage23_film_card_stripe14" descr="Editable shape; source id stage23_film_card_stripe14"/>
          <p:cNvSpPr/>
          <p:nvPr/>
        </p:nvSpPr>
        <p:spPr>
          <a:xfrm>
            <a:off x="4770452" y="2195320"/>
            <a:ext cx="979918" cy="979918"/>
          </a:xfrm>
          <a:custGeom>
            <a:avLst/>
            <a:gdLst/>
            <a:ahLst/>
            <a:cxnLst/>
            <a:rect l="l" t="t" r="r" b="b"/>
            <a:pathLst>
              <a:path w="129000" h="129000">
                <a:moveTo>
                  <a:pt x="0" y="0"/>
                </a:moveTo>
                <a:lnTo>
                  <a:pt x="129000" y="129000"/>
                </a:lnTo>
                <a:lnTo>
                  <a:pt x="126000" y="129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tage23_film_card_stripe15" descr="Editable shape; source id stage23_film_card_stripe15"/>
          <p:cNvSpPr/>
          <p:nvPr/>
        </p:nvSpPr>
        <p:spPr>
          <a:xfrm>
            <a:off x="4770452" y="2126953"/>
            <a:ext cx="1048284" cy="1048284"/>
          </a:xfrm>
          <a:custGeom>
            <a:avLst/>
            <a:gdLst/>
            <a:ahLst/>
            <a:cxnLst/>
            <a:rect l="l" t="t" r="r" b="b"/>
            <a:pathLst>
              <a:path w="138000" h="138000">
                <a:moveTo>
                  <a:pt x="0" y="0"/>
                </a:moveTo>
                <a:lnTo>
                  <a:pt x="138000" y="138000"/>
                </a:lnTo>
                <a:lnTo>
                  <a:pt x="135000" y="138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tage23_film_card_stripe16" descr="Editable shape; source id stage23_film_card_stripe16"/>
          <p:cNvSpPr/>
          <p:nvPr/>
        </p:nvSpPr>
        <p:spPr>
          <a:xfrm>
            <a:off x="4770452" y="2058587"/>
            <a:ext cx="1116650" cy="1116650"/>
          </a:xfrm>
          <a:custGeom>
            <a:avLst/>
            <a:gdLst/>
            <a:ahLst/>
            <a:cxnLst/>
            <a:rect l="l" t="t" r="r" b="b"/>
            <a:pathLst>
              <a:path w="147000" h="147000">
                <a:moveTo>
                  <a:pt x="0" y="0"/>
                </a:moveTo>
                <a:lnTo>
                  <a:pt x="147000" y="147000"/>
                </a:lnTo>
                <a:lnTo>
                  <a:pt x="144000" y="147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tage23_film_card_stripe17" descr="Editable shape; source id stage23_film_card_stripe17"/>
          <p:cNvSpPr/>
          <p:nvPr/>
        </p:nvSpPr>
        <p:spPr>
          <a:xfrm>
            <a:off x="4770452" y="1990221"/>
            <a:ext cx="1185017" cy="1185017"/>
          </a:xfrm>
          <a:custGeom>
            <a:avLst/>
            <a:gdLst/>
            <a:ahLst/>
            <a:cxnLst/>
            <a:rect l="l" t="t" r="r" b="b"/>
            <a:pathLst>
              <a:path w="156000" h="156000">
                <a:moveTo>
                  <a:pt x="0" y="0"/>
                </a:moveTo>
                <a:lnTo>
                  <a:pt x="156000" y="156000"/>
                </a:lnTo>
                <a:lnTo>
                  <a:pt x="153000" y="156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tage23_film_card_stripe18" descr="Editable shape; source id stage23_film_card_stripe18"/>
          <p:cNvSpPr/>
          <p:nvPr/>
        </p:nvSpPr>
        <p:spPr>
          <a:xfrm>
            <a:off x="4770452" y="1921854"/>
            <a:ext cx="1253383" cy="1253383"/>
          </a:xfrm>
          <a:custGeom>
            <a:avLst/>
            <a:gdLst/>
            <a:ahLst/>
            <a:cxnLst/>
            <a:rect l="l" t="t" r="r" b="b"/>
            <a:pathLst>
              <a:path w="165000" h="165000">
                <a:moveTo>
                  <a:pt x="0" y="0"/>
                </a:moveTo>
                <a:lnTo>
                  <a:pt x="165000" y="165000"/>
                </a:lnTo>
                <a:lnTo>
                  <a:pt x="162000" y="165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tage23_film_card_stripe19" descr="Editable shape; source id stage23_film_card_stripe19"/>
          <p:cNvSpPr/>
          <p:nvPr/>
        </p:nvSpPr>
        <p:spPr>
          <a:xfrm>
            <a:off x="4800837" y="1906662"/>
            <a:ext cx="1291364" cy="1268576"/>
          </a:xfrm>
          <a:custGeom>
            <a:avLst/>
            <a:gdLst/>
            <a:ahLst/>
            <a:cxnLst/>
            <a:rect l="l" t="t" r="r" b="b"/>
            <a:pathLst>
              <a:path w="170000" h="167000">
                <a:moveTo>
                  <a:pt x="0" y="0"/>
                </a:moveTo>
                <a:lnTo>
                  <a:pt x="3000" y="0"/>
                </a:lnTo>
                <a:lnTo>
                  <a:pt x="170000" y="167000"/>
                </a:lnTo>
                <a:lnTo>
                  <a:pt x="167000" y="167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tage23_film_card_stripe20" descr="Editable shape; source id stage23_film_card_stripe20"/>
          <p:cNvSpPr/>
          <p:nvPr/>
        </p:nvSpPr>
        <p:spPr>
          <a:xfrm>
            <a:off x="4869204" y="1906662"/>
            <a:ext cx="1238191" cy="1238191"/>
          </a:xfrm>
          <a:custGeom>
            <a:avLst/>
            <a:gdLst/>
            <a:ahLst/>
            <a:cxnLst/>
            <a:rect l="l" t="t" r="r" b="b"/>
            <a:pathLst>
              <a:path w="163000" h="163000">
                <a:moveTo>
                  <a:pt x="0" y="0"/>
                </a:moveTo>
                <a:lnTo>
                  <a:pt x="3000" y="0"/>
                </a:lnTo>
                <a:lnTo>
                  <a:pt x="163000" y="160000"/>
                </a:lnTo>
                <a:lnTo>
                  <a:pt x="163000" y="16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tage23_film_card_stripe21" descr="Editable shape; source id stage23_film_card_stripe21"/>
          <p:cNvSpPr/>
          <p:nvPr/>
        </p:nvSpPr>
        <p:spPr>
          <a:xfrm>
            <a:off x="4937570" y="1906662"/>
            <a:ext cx="1169824" cy="1169824"/>
          </a:xfrm>
          <a:custGeom>
            <a:avLst/>
            <a:gdLst/>
            <a:ahLst/>
            <a:cxnLst/>
            <a:rect l="l" t="t" r="r" b="b"/>
            <a:pathLst>
              <a:path w="154000" h="154000">
                <a:moveTo>
                  <a:pt x="0" y="0"/>
                </a:moveTo>
                <a:lnTo>
                  <a:pt x="3000" y="0"/>
                </a:lnTo>
                <a:lnTo>
                  <a:pt x="154000" y="151000"/>
                </a:lnTo>
                <a:lnTo>
                  <a:pt x="154000" y="154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tage23_film_card_stripe22" descr="Editable shape; source id stage23_film_card_stripe22"/>
          <p:cNvSpPr/>
          <p:nvPr/>
        </p:nvSpPr>
        <p:spPr>
          <a:xfrm>
            <a:off x="5005936" y="1906662"/>
            <a:ext cx="1101458" cy="1101458"/>
          </a:xfrm>
          <a:custGeom>
            <a:avLst/>
            <a:gdLst/>
            <a:ahLst/>
            <a:cxnLst/>
            <a:rect l="l" t="t" r="r" b="b"/>
            <a:pathLst>
              <a:path w="145000" h="145000">
                <a:moveTo>
                  <a:pt x="0" y="0"/>
                </a:moveTo>
                <a:lnTo>
                  <a:pt x="3000" y="0"/>
                </a:lnTo>
                <a:lnTo>
                  <a:pt x="145000" y="142000"/>
                </a:lnTo>
                <a:lnTo>
                  <a:pt x="145000" y="145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tage23_film_card_stripe23" descr="Editable shape; source id stage23_film_card_stripe23"/>
          <p:cNvSpPr/>
          <p:nvPr/>
        </p:nvSpPr>
        <p:spPr>
          <a:xfrm>
            <a:off x="5074303" y="1906662"/>
            <a:ext cx="1033092" cy="1033092"/>
          </a:xfrm>
          <a:custGeom>
            <a:avLst/>
            <a:gdLst/>
            <a:ahLst/>
            <a:cxnLst/>
            <a:rect l="l" t="t" r="r" b="b"/>
            <a:pathLst>
              <a:path w="136000" h="136000">
                <a:moveTo>
                  <a:pt x="0" y="0"/>
                </a:moveTo>
                <a:lnTo>
                  <a:pt x="3000" y="0"/>
                </a:lnTo>
                <a:lnTo>
                  <a:pt x="136000" y="133000"/>
                </a:lnTo>
                <a:lnTo>
                  <a:pt x="136000" y="136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tage23_film_card_stripe24" descr="Editable shape; source id stage23_film_card_stripe24"/>
          <p:cNvSpPr/>
          <p:nvPr/>
        </p:nvSpPr>
        <p:spPr>
          <a:xfrm>
            <a:off x="5142669" y="1906662"/>
            <a:ext cx="964725" cy="964725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0"/>
                </a:moveTo>
                <a:lnTo>
                  <a:pt x="3000" y="0"/>
                </a:lnTo>
                <a:lnTo>
                  <a:pt x="127000" y="124000"/>
                </a:lnTo>
                <a:lnTo>
                  <a:pt x="127000" y="127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tage23_film_card_stripe25" descr="Editable shape; source id stage23_film_card_stripe25"/>
          <p:cNvSpPr/>
          <p:nvPr/>
        </p:nvSpPr>
        <p:spPr>
          <a:xfrm>
            <a:off x="5211035" y="1906662"/>
            <a:ext cx="896359" cy="896359"/>
          </a:xfrm>
          <a:custGeom>
            <a:avLst/>
            <a:gdLst/>
            <a:ahLst/>
            <a:cxnLst/>
            <a:rect l="l" t="t" r="r" b="b"/>
            <a:pathLst>
              <a:path w="118000" h="118000">
                <a:moveTo>
                  <a:pt x="0" y="0"/>
                </a:moveTo>
                <a:lnTo>
                  <a:pt x="3000" y="0"/>
                </a:lnTo>
                <a:lnTo>
                  <a:pt x="118000" y="115000"/>
                </a:lnTo>
                <a:lnTo>
                  <a:pt x="118000" y="118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tage23_film_card_stripe26" descr="Editable shape; source id stage23_film_card_stripe26"/>
          <p:cNvSpPr/>
          <p:nvPr/>
        </p:nvSpPr>
        <p:spPr>
          <a:xfrm>
            <a:off x="5279402" y="1906662"/>
            <a:ext cx="827993" cy="827993"/>
          </a:xfrm>
          <a:custGeom>
            <a:avLst/>
            <a:gdLst/>
            <a:ahLst/>
            <a:cxnLst/>
            <a:rect l="l" t="t" r="r" b="b"/>
            <a:pathLst>
              <a:path w="109000" h="109000">
                <a:moveTo>
                  <a:pt x="0" y="0"/>
                </a:moveTo>
                <a:lnTo>
                  <a:pt x="3000" y="0"/>
                </a:lnTo>
                <a:lnTo>
                  <a:pt x="109000" y="106000"/>
                </a:lnTo>
                <a:lnTo>
                  <a:pt x="109000" y="109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tage23_film_card_stripe27" descr="Editable shape; source id stage23_film_card_stripe27"/>
          <p:cNvSpPr/>
          <p:nvPr/>
        </p:nvSpPr>
        <p:spPr>
          <a:xfrm>
            <a:off x="5347768" y="1906662"/>
            <a:ext cx="759626" cy="7596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3000" y="0"/>
                </a:lnTo>
                <a:lnTo>
                  <a:pt x="100000" y="97000"/>
                </a:lnTo>
                <a:lnTo>
                  <a:pt x="100000" y="100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tage23_film_card_stripe28" descr="Editable shape; source id stage23_film_card_stripe28"/>
          <p:cNvSpPr/>
          <p:nvPr/>
        </p:nvSpPr>
        <p:spPr>
          <a:xfrm>
            <a:off x="5416134" y="1906662"/>
            <a:ext cx="691260" cy="691260"/>
          </a:xfrm>
          <a:custGeom>
            <a:avLst/>
            <a:gdLst/>
            <a:ahLst/>
            <a:cxnLst/>
            <a:rect l="l" t="t" r="r" b="b"/>
            <a:pathLst>
              <a:path w="91000" h="91000">
                <a:moveTo>
                  <a:pt x="0" y="0"/>
                </a:moveTo>
                <a:lnTo>
                  <a:pt x="3000" y="0"/>
                </a:lnTo>
                <a:lnTo>
                  <a:pt x="91000" y="88000"/>
                </a:lnTo>
                <a:lnTo>
                  <a:pt x="91000" y="9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tage23_film_card_stripe29" descr="Editable shape; source id stage23_film_card_stripe29"/>
          <p:cNvSpPr/>
          <p:nvPr/>
        </p:nvSpPr>
        <p:spPr>
          <a:xfrm>
            <a:off x="5484501" y="1906662"/>
            <a:ext cx="622893" cy="622893"/>
          </a:xfrm>
          <a:custGeom>
            <a:avLst/>
            <a:gdLst/>
            <a:ahLst/>
            <a:cxnLst/>
            <a:rect l="l" t="t" r="r" b="b"/>
            <a:pathLst>
              <a:path w="82000" h="82000">
                <a:moveTo>
                  <a:pt x="0" y="0"/>
                </a:moveTo>
                <a:lnTo>
                  <a:pt x="3000" y="0"/>
                </a:lnTo>
                <a:lnTo>
                  <a:pt x="82000" y="79000"/>
                </a:lnTo>
                <a:lnTo>
                  <a:pt x="82000" y="82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tage23_film_card_stripe30" descr="Editable shape; source id stage23_film_card_stripe30"/>
          <p:cNvSpPr/>
          <p:nvPr/>
        </p:nvSpPr>
        <p:spPr>
          <a:xfrm>
            <a:off x="5552867" y="1906662"/>
            <a:ext cx="554527" cy="554527"/>
          </a:xfrm>
          <a:custGeom>
            <a:avLst/>
            <a:gdLst/>
            <a:ahLst/>
            <a:cxnLst/>
            <a:rect l="l" t="t" r="r" b="b"/>
            <a:pathLst>
              <a:path w="73000" h="73000">
                <a:moveTo>
                  <a:pt x="0" y="0"/>
                </a:moveTo>
                <a:lnTo>
                  <a:pt x="3000" y="0"/>
                </a:lnTo>
                <a:lnTo>
                  <a:pt x="73000" y="70000"/>
                </a:lnTo>
                <a:lnTo>
                  <a:pt x="73000" y="7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tage23_film_card_stripe31" descr="Editable shape; source id stage23_film_card_stripe31"/>
          <p:cNvSpPr/>
          <p:nvPr/>
        </p:nvSpPr>
        <p:spPr>
          <a:xfrm>
            <a:off x="5621234" y="1906662"/>
            <a:ext cx="486161" cy="486161"/>
          </a:xfrm>
          <a:custGeom>
            <a:avLst/>
            <a:gdLst/>
            <a:ahLst/>
            <a:cxnLst/>
            <a:rect l="l" t="t" r="r" b="b"/>
            <a:pathLst>
              <a:path w="64000" h="64000">
                <a:moveTo>
                  <a:pt x="0" y="0"/>
                </a:moveTo>
                <a:lnTo>
                  <a:pt x="3000" y="0"/>
                </a:lnTo>
                <a:lnTo>
                  <a:pt x="64000" y="61000"/>
                </a:lnTo>
                <a:lnTo>
                  <a:pt x="64000" y="64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stage23_film_card_stripe32" descr="Editable shape; source id stage23_film_card_stripe32"/>
          <p:cNvSpPr/>
          <p:nvPr/>
        </p:nvSpPr>
        <p:spPr>
          <a:xfrm>
            <a:off x="5689600" y="1906662"/>
            <a:ext cx="417794" cy="417794"/>
          </a:xfrm>
          <a:custGeom>
            <a:avLst/>
            <a:gdLst/>
            <a:ahLst/>
            <a:cxnLst/>
            <a:rect l="l" t="t" r="r" b="b"/>
            <a:pathLst>
              <a:path w="55000" h="55000">
                <a:moveTo>
                  <a:pt x="0" y="0"/>
                </a:moveTo>
                <a:lnTo>
                  <a:pt x="3000" y="0"/>
                </a:lnTo>
                <a:lnTo>
                  <a:pt x="55000" y="52000"/>
                </a:lnTo>
                <a:lnTo>
                  <a:pt x="55000" y="55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tage23_film_card_stripe33" descr="Editable shape; source id stage23_film_card_stripe33"/>
          <p:cNvSpPr/>
          <p:nvPr/>
        </p:nvSpPr>
        <p:spPr>
          <a:xfrm>
            <a:off x="5757966" y="1906662"/>
            <a:ext cx="349428" cy="349428"/>
          </a:xfrm>
          <a:custGeom>
            <a:avLst/>
            <a:gdLst/>
            <a:ahLst/>
            <a:cxnLst/>
            <a:rect l="l" t="t" r="r" b="b"/>
            <a:pathLst>
              <a:path w="46000" h="46000">
                <a:moveTo>
                  <a:pt x="0" y="0"/>
                </a:moveTo>
                <a:lnTo>
                  <a:pt x="3000" y="0"/>
                </a:lnTo>
                <a:lnTo>
                  <a:pt x="46000" y="43000"/>
                </a:lnTo>
                <a:lnTo>
                  <a:pt x="46000" y="46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tage23_film_card_stripe34" descr="Editable shape; source id stage23_film_card_stripe34"/>
          <p:cNvSpPr/>
          <p:nvPr/>
        </p:nvSpPr>
        <p:spPr>
          <a:xfrm>
            <a:off x="5826333" y="1906662"/>
            <a:ext cx="281062" cy="281062"/>
          </a:xfrm>
          <a:custGeom>
            <a:avLst/>
            <a:gdLst/>
            <a:ahLst/>
            <a:cxnLst/>
            <a:rect l="l" t="t" r="r" b="b"/>
            <a:pathLst>
              <a:path w="37000" h="37000">
                <a:moveTo>
                  <a:pt x="0" y="0"/>
                </a:moveTo>
                <a:lnTo>
                  <a:pt x="3000" y="0"/>
                </a:lnTo>
                <a:lnTo>
                  <a:pt x="37000" y="34000"/>
                </a:lnTo>
                <a:lnTo>
                  <a:pt x="37000" y="37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tage23_film_card_stripe35" descr="Editable shape; source id stage23_film_card_stripe35"/>
          <p:cNvSpPr/>
          <p:nvPr/>
        </p:nvSpPr>
        <p:spPr>
          <a:xfrm>
            <a:off x="5894699" y="1906662"/>
            <a:ext cx="212695" cy="212695"/>
          </a:xfrm>
          <a:custGeom>
            <a:avLst/>
            <a:gdLst/>
            <a:ahLst/>
            <a:cxnLst/>
            <a:rect l="l" t="t" r="r" b="b"/>
            <a:pathLst>
              <a:path w="28000" h="28000">
                <a:moveTo>
                  <a:pt x="0" y="0"/>
                </a:moveTo>
                <a:lnTo>
                  <a:pt x="3000" y="0"/>
                </a:lnTo>
                <a:lnTo>
                  <a:pt x="28000" y="25000"/>
                </a:lnTo>
                <a:lnTo>
                  <a:pt x="28000" y="28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tage23_film_card_stripe36" descr="Editable shape; source id stage23_film_card_stripe36"/>
          <p:cNvSpPr/>
          <p:nvPr/>
        </p:nvSpPr>
        <p:spPr>
          <a:xfrm>
            <a:off x="5963065" y="1906662"/>
            <a:ext cx="144329" cy="144329"/>
          </a:xfrm>
          <a:custGeom>
            <a:avLst/>
            <a:gdLst/>
            <a:ahLst/>
            <a:cxnLst/>
            <a:rect l="l" t="t" r="r" b="b"/>
            <a:pathLst>
              <a:path w="19000" h="19000">
                <a:moveTo>
                  <a:pt x="0" y="0"/>
                </a:moveTo>
                <a:lnTo>
                  <a:pt x="3000" y="0"/>
                </a:lnTo>
                <a:lnTo>
                  <a:pt x="19000" y="16000"/>
                </a:lnTo>
                <a:lnTo>
                  <a:pt x="19000" y="19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tage23_film_card_stripe37" descr="Editable shape; source id stage23_film_card_stripe37"/>
          <p:cNvSpPr/>
          <p:nvPr/>
        </p:nvSpPr>
        <p:spPr>
          <a:xfrm>
            <a:off x="6031432" y="1906662"/>
            <a:ext cx="75963" cy="75963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0" y="0"/>
                </a:moveTo>
                <a:lnTo>
                  <a:pt x="3000" y="0"/>
                </a:lnTo>
                <a:lnTo>
                  <a:pt x="10000" y="7000"/>
                </a:lnTo>
                <a:lnTo>
                  <a:pt x="10000" y="10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stage23_film_card_stripe38" descr="Editable shape; source id stage23_film_card_stripe38"/>
          <p:cNvSpPr/>
          <p:nvPr/>
        </p:nvSpPr>
        <p:spPr>
          <a:xfrm>
            <a:off x="6099798" y="1906662"/>
            <a:ext cx="7596" cy="7596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tage23_film_label" descr="Editable text; source id stage23_film_label"/>
          <p:cNvSpPr txBox="1"/>
          <p:nvPr/>
        </p:nvSpPr>
        <p:spPr>
          <a:xfrm>
            <a:off x="5036321" y="2013009"/>
            <a:ext cx="957128" cy="1899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 sz="95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FiLM ResNet</a:t>
            </a:r>
          </a:p>
        </p:txBody>
      </p:sp>
      <p:sp>
        <p:nvSpPr>
          <p:cNvPr id="197" name="stage23_film_bar0" descr="Editable shape; source id stage23_film_bar0"/>
          <p:cNvSpPr/>
          <p:nvPr/>
        </p:nvSpPr>
        <p:spPr>
          <a:xfrm>
            <a:off x="5066706" y="2225704"/>
            <a:ext cx="113943" cy="752029"/>
          </a:xfrm>
          <a:prstGeom prst="roundRect">
            <a:avLst>
              <a:gd name="adj" fmla="val 20000"/>
            </a:avLst>
          </a:prstGeom>
          <a:solidFill>
            <a:srgbClr val="A7B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tage23_film_bar1" descr="Editable shape; source id stage23_film_bar1"/>
          <p:cNvSpPr/>
          <p:nvPr/>
        </p:nvSpPr>
        <p:spPr>
          <a:xfrm>
            <a:off x="5279401" y="2309263"/>
            <a:ext cx="113943" cy="584912"/>
          </a:xfrm>
          <a:prstGeom prst="roundRect">
            <a:avLst>
              <a:gd name="adj" fmla="val 20000"/>
            </a:avLst>
          </a:prstGeom>
          <a:solidFill>
            <a:srgbClr val="A7B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stage23_film_bar2" descr="Editable shape; source id stage23_film_bar2"/>
          <p:cNvSpPr/>
          <p:nvPr/>
        </p:nvSpPr>
        <p:spPr>
          <a:xfrm>
            <a:off x="5499693" y="2438399"/>
            <a:ext cx="121540" cy="357024"/>
          </a:xfrm>
          <a:prstGeom prst="roundRect">
            <a:avLst>
              <a:gd name="adj" fmla="val 18750"/>
            </a:avLst>
          </a:prstGeom>
          <a:solidFill>
            <a:srgbClr val="A7B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stage23_film_bar3" descr="Editable shape; source id stage23_film_bar3"/>
          <p:cNvSpPr/>
          <p:nvPr/>
        </p:nvSpPr>
        <p:spPr>
          <a:xfrm>
            <a:off x="5727581" y="2529555"/>
            <a:ext cx="144328" cy="189906"/>
          </a:xfrm>
          <a:prstGeom prst="roundRect">
            <a:avLst>
              <a:gd name="adj" fmla="val 15789"/>
            </a:avLst>
          </a:prstGeom>
          <a:solidFill>
            <a:srgbClr val="A7B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stage23_film_dot0" descr="Editable shape; source id stage23_film_dot0"/>
          <p:cNvSpPr/>
          <p:nvPr/>
        </p:nvSpPr>
        <p:spPr>
          <a:xfrm>
            <a:off x="5195842" y="2445996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tage23_film_dot1" descr="Editable shape; source id stage23_film_dot1"/>
          <p:cNvSpPr/>
          <p:nvPr/>
        </p:nvSpPr>
        <p:spPr>
          <a:xfrm>
            <a:off x="5195842" y="2582728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stage23_film_dot2" descr="Editable shape; source id stage23_film_dot2"/>
          <p:cNvSpPr/>
          <p:nvPr/>
        </p:nvSpPr>
        <p:spPr>
          <a:xfrm>
            <a:off x="5195842" y="2719461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tage23_film_dot3" descr="Editable shape; source id stage23_film_dot3"/>
          <p:cNvSpPr/>
          <p:nvPr/>
        </p:nvSpPr>
        <p:spPr>
          <a:xfrm>
            <a:off x="5416134" y="2521958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stage23_film_dot4" descr="Editable shape; source id stage23_film_dot4"/>
          <p:cNvSpPr/>
          <p:nvPr/>
        </p:nvSpPr>
        <p:spPr>
          <a:xfrm>
            <a:off x="5416134" y="2651095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tage23_film_dot5" descr="Editable shape; source id stage23_film_dot5"/>
          <p:cNvSpPr/>
          <p:nvPr/>
        </p:nvSpPr>
        <p:spPr>
          <a:xfrm>
            <a:off x="5636426" y="2514362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stage23_film_dot6" descr="Editable shape; source id stage23_film_dot6"/>
          <p:cNvSpPr/>
          <p:nvPr/>
        </p:nvSpPr>
        <p:spPr>
          <a:xfrm>
            <a:off x="5636426" y="2651095"/>
            <a:ext cx="60770" cy="60770"/>
          </a:xfrm>
          <a:prstGeom prst="ellipse">
            <a:avLst/>
          </a:prstGeom>
          <a:solidFill>
            <a:srgbClr val="838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tage23_noise" descr="Editable text; source id stage23_noise"/>
          <p:cNvSpPr txBox="1"/>
          <p:nvPr/>
        </p:nvSpPr>
        <p:spPr>
          <a:xfrm>
            <a:off x="7193659" y="1899065"/>
            <a:ext cx="387409" cy="15952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56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7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</a:t>
            </a:r>
          </a:p>
        </p:txBody>
      </p:sp>
      <p:sp>
        <p:nvSpPr>
          <p:cNvPr id="209" name="stage23_noisebox" descr="Editable shape; source id stage23_noisebox"/>
          <p:cNvSpPr/>
          <p:nvPr/>
        </p:nvSpPr>
        <p:spPr>
          <a:xfrm>
            <a:off x="6996156" y="2035798"/>
            <a:ext cx="645682" cy="212695"/>
          </a:xfrm>
          <a:prstGeom prst="roundRect">
            <a:avLst>
              <a:gd name="adj" fmla="val 17857"/>
            </a:avLst>
          </a:prstGeom>
          <a:noFill/>
          <a:ln w="6836">
            <a:solidFill>
              <a:srgbClr val="929292"/>
            </a:solidFill>
            <a:custDash>
              <a:ds d="444444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tage23_noisecell0" descr="Editable shape; source id stage23_noisecell0"/>
          <p:cNvSpPr/>
          <p:nvPr/>
        </p:nvSpPr>
        <p:spPr>
          <a:xfrm>
            <a:off x="7041734" y="2088971"/>
            <a:ext cx="106347" cy="106347"/>
          </a:xfrm>
          <a:prstGeom prst="roundRect">
            <a:avLst>
              <a:gd name="adj" fmla="val 14285"/>
            </a:avLst>
          </a:prstGeom>
          <a:solidFill>
            <a:srgbClr val="FFFDF5"/>
          </a:solidFill>
          <a:ln w="75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stage23_noisestripe0_0" descr="Editable shape; source id stage23_noisestripe0_0"/>
          <p:cNvSpPr/>
          <p:nvPr/>
        </p:nvSpPr>
        <p:spPr>
          <a:xfrm>
            <a:off x="7049331" y="2110241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tage23_noisestripe0_1" descr="Editable shape; source id stage23_noisestripe0_1"/>
          <p:cNvSpPr/>
          <p:nvPr/>
        </p:nvSpPr>
        <p:spPr>
          <a:xfrm>
            <a:off x="7094908" y="2110241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stage23_noisecell1" descr="Editable shape; source id stage23_noisecell1"/>
          <p:cNvSpPr/>
          <p:nvPr/>
        </p:nvSpPr>
        <p:spPr>
          <a:xfrm>
            <a:off x="7193659" y="2088971"/>
            <a:ext cx="106347" cy="106347"/>
          </a:xfrm>
          <a:prstGeom prst="roundRect">
            <a:avLst>
              <a:gd name="adj" fmla="val 14285"/>
            </a:avLst>
          </a:prstGeom>
          <a:solidFill>
            <a:srgbClr val="FFFDF5"/>
          </a:solidFill>
          <a:ln w="75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tage23_noisestripe1_0" descr="Editable shape; source id stage23_noisestripe1_0"/>
          <p:cNvSpPr/>
          <p:nvPr/>
        </p:nvSpPr>
        <p:spPr>
          <a:xfrm>
            <a:off x="7201256" y="2110241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stage23_noisestripe1_1" descr="Editable shape; source id stage23_noisestripe1_1"/>
          <p:cNvSpPr/>
          <p:nvPr/>
        </p:nvSpPr>
        <p:spPr>
          <a:xfrm>
            <a:off x="7246833" y="2110241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tage23_noisecell2" descr="Editable shape; source id stage23_noisecell2"/>
          <p:cNvSpPr/>
          <p:nvPr/>
        </p:nvSpPr>
        <p:spPr>
          <a:xfrm>
            <a:off x="7497510" y="2088971"/>
            <a:ext cx="106347" cy="106347"/>
          </a:xfrm>
          <a:prstGeom prst="roundRect">
            <a:avLst>
              <a:gd name="adj" fmla="val 14285"/>
            </a:avLst>
          </a:prstGeom>
          <a:solidFill>
            <a:srgbClr val="FFFDF5"/>
          </a:solidFill>
          <a:ln w="7596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tage23_noisestripe2_0" descr="Editable shape; source id stage23_noisestripe2_0"/>
          <p:cNvSpPr/>
          <p:nvPr/>
        </p:nvSpPr>
        <p:spPr>
          <a:xfrm>
            <a:off x="7505106" y="2110241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tage23_noisestripe2_1" descr="Editable shape; source id stage23_noisestripe2_1"/>
          <p:cNvSpPr/>
          <p:nvPr/>
        </p:nvSpPr>
        <p:spPr>
          <a:xfrm>
            <a:off x="7550684" y="2110241"/>
            <a:ext cx="45578" cy="77482"/>
          </a:xfrm>
          <a:custGeom>
            <a:avLst/>
            <a:gdLst/>
            <a:ahLst/>
            <a:cxnLst/>
            <a:rect l="l" t="t" r="r" b="b"/>
            <a:pathLst>
              <a:path w="6000" h="10200">
                <a:moveTo>
                  <a:pt x="0" y="7800"/>
                </a:moveTo>
                <a:lnTo>
                  <a:pt x="6000" y="0"/>
                </a:lnTo>
                <a:lnTo>
                  <a:pt x="6000" y="3600"/>
                </a:lnTo>
                <a:lnTo>
                  <a:pt x="0" y="10200"/>
                </a:lnTo>
                <a:close/>
              </a:path>
            </a:pathLst>
          </a:custGeom>
          <a:solidFill>
            <a:srgbClr val="9F4917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tage23_noise_ellipsis" descr="Editable text; source id stage23_noise_ellipsis"/>
          <p:cNvSpPr txBox="1"/>
          <p:nvPr/>
        </p:nvSpPr>
        <p:spPr>
          <a:xfrm>
            <a:off x="7360777" y="2058586"/>
            <a:ext cx="136732" cy="16711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62"/>
              </a:lnSpc>
              <a:spcBef>
                <a:spcPts val="0"/>
              </a:spcBef>
              <a:spcAft>
                <a:spcPts val="0"/>
              </a:spcAft>
              <a:def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···</a:t>
            </a:r>
          </a:p>
        </p:txBody>
      </p:sp>
      <p:sp>
        <p:nvSpPr>
          <p:cNvPr id="220" name="stage23_expert" descr="Editable shape; source id stage23_expert"/>
          <p:cNvSpPr/>
          <p:nvPr/>
        </p:nvSpPr>
        <p:spPr>
          <a:xfrm>
            <a:off x="7186063" y="2362437"/>
            <a:ext cx="1253383" cy="470968"/>
          </a:xfrm>
          <a:prstGeom prst="roundRect">
            <a:avLst>
              <a:gd name="adj" fmla="val 8064"/>
            </a:avLst>
          </a:prstGeom>
          <a:solidFill>
            <a:srgbClr val="C3E2E0"/>
          </a:solidFill>
          <a:ln w="7596">
            <a:solidFill>
              <a:srgbClr val="76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tage23_expert_label" descr="Editable text; source id stage23_expert_label"/>
          <p:cNvSpPr txBox="1"/>
          <p:nvPr/>
        </p:nvSpPr>
        <p:spPr>
          <a:xfrm>
            <a:off x="7224044" y="2423207"/>
            <a:ext cx="1177420" cy="2050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6"/>
              </a:lnSpc>
              <a:spcBef>
                <a:spcPts val="0"/>
              </a:spcBef>
              <a:spcAft>
                <a:spcPts val="0"/>
              </a:spcAft>
              <a:def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Billion-Parameter</a:t>
            </a:r>
          </a:p>
        </p:txBody>
      </p:sp>
      <p:sp>
        <p:nvSpPr>
          <p:cNvPr id="222" name="s1obs_vlm" descr="Editable line; source id s1obs_vlm"/>
          <p:cNvSpPr/>
          <p:nvPr/>
        </p:nvSpPr>
        <p:spPr>
          <a:xfrm>
            <a:off x="2263686" y="1276172"/>
            <a:ext cx="45578" cy="30385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1250"/>
                </a:moveTo>
                <a:lnTo>
                  <a:pt x="1000" y="1250"/>
                </a:lnTo>
                <a:lnTo>
                  <a:pt x="1000" y="0"/>
                </a:lnTo>
                <a:lnTo>
                  <a:pt x="6000" y="2000"/>
                </a:lnTo>
                <a:lnTo>
                  <a:pt x="1000" y="4000"/>
                </a:lnTo>
                <a:lnTo>
                  <a:pt x="1000" y="2750"/>
                </a:lnTo>
                <a:lnTo>
                  <a:pt x="0" y="2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obs_film" descr="Editable line; source id s1obs_film"/>
          <p:cNvSpPr/>
          <p:nvPr/>
        </p:nvSpPr>
        <p:spPr>
          <a:xfrm>
            <a:off x="926744" y="1716755"/>
            <a:ext cx="30385" cy="220292"/>
          </a:xfrm>
          <a:custGeom>
            <a:avLst/>
            <a:gdLst/>
            <a:ahLst/>
            <a:cxnLst/>
            <a:rect l="l" t="t" r="r" b="b"/>
            <a:pathLst>
              <a:path w="4000" h="29000">
                <a:moveTo>
                  <a:pt x="2750" y="0"/>
                </a:moveTo>
                <a:lnTo>
                  <a:pt x="2750" y="24000"/>
                </a:lnTo>
                <a:lnTo>
                  <a:pt x="4000" y="24000"/>
                </a:lnTo>
                <a:lnTo>
                  <a:pt x="2000" y="29000"/>
                </a:lnTo>
                <a:lnTo>
                  <a:pt x="0" y="24000"/>
                </a:lnTo>
                <a:lnTo>
                  <a:pt x="1250" y="24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film_exp" descr="Editable line; source id s1film_exp"/>
          <p:cNvSpPr/>
          <p:nvPr/>
        </p:nvSpPr>
        <p:spPr>
          <a:xfrm>
            <a:off x="1359731" y="2590325"/>
            <a:ext cx="1306557" cy="30385"/>
          </a:xfrm>
          <a:custGeom>
            <a:avLst/>
            <a:gdLst/>
            <a:ahLst/>
            <a:cxnLst/>
            <a:rect l="l" t="t" r="r" b="b"/>
            <a:pathLst>
              <a:path w="172000" h="4000">
                <a:moveTo>
                  <a:pt x="0" y="1250"/>
                </a:moveTo>
                <a:lnTo>
                  <a:pt x="167000" y="1250"/>
                </a:lnTo>
                <a:lnTo>
                  <a:pt x="167000" y="0"/>
                </a:lnTo>
                <a:lnTo>
                  <a:pt x="172000" y="2000"/>
                </a:lnTo>
                <a:lnTo>
                  <a:pt x="167000" y="4000"/>
                </a:lnTo>
                <a:lnTo>
                  <a:pt x="167000" y="2750"/>
                </a:lnTo>
                <a:lnTo>
                  <a:pt x="0" y="2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reason_exp" descr="Editable line; source id s1reason_exp"/>
          <p:cNvSpPr/>
          <p:nvPr/>
        </p:nvSpPr>
        <p:spPr>
          <a:xfrm>
            <a:off x="3289181" y="1777525"/>
            <a:ext cx="30385" cy="584912"/>
          </a:xfrm>
          <a:custGeom>
            <a:avLst/>
            <a:gdLst/>
            <a:ahLst/>
            <a:cxnLst/>
            <a:rect l="l" t="t" r="r" b="b"/>
            <a:pathLst>
              <a:path w="4000" h="77000">
                <a:moveTo>
                  <a:pt x="2750" y="0"/>
                </a:moveTo>
                <a:lnTo>
                  <a:pt x="2750" y="72000"/>
                </a:lnTo>
                <a:lnTo>
                  <a:pt x="4000" y="72000"/>
                </a:lnTo>
                <a:lnTo>
                  <a:pt x="2000" y="77000"/>
                </a:lnTo>
                <a:lnTo>
                  <a:pt x="0" y="72000"/>
                </a:lnTo>
                <a:lnTo>
                  <a:pt x="1250" y="72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noise_exp" descr="Editable line; source id s1noise_exp"/>
          <p:cNvSpPr/>
          <p:nvPr/>
        </p:nvSpPr>
        <p:spPr>
          <a:xfrm>
            <a:off x="2780232" y="2256090"/>
            <a:ext cx="30385" cy="113944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2750" y="0"/>
                </a:moveTo>
                <a:lnTo>
                  <a:pt x="2750" y="10000"/>
                </a:lnTo>
                <a:lnTo>
                  <a:pt x="4000" y="10000"/>
                </a:lnTo>
                <a:lnTo>
                  <a:pt x="2000" y="15000"/>
                </a:lnTo>
                <a:lnTo>
                  <a:pt x="0" y="10000"/>
                </a:lnTo>
                <a:lnTo>
                  <a:pt x="1250" y="10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1exp_robot" descr="Editable line; source id s1exp_robot"/>
          <p:cNvSpPr/>
          <p:nvPr/>
        </p:nvSpPr>
        <p:spPr>
          <a:xfrm>
            <a:off x="3289181" y="2841002"/>
            <a:ext cx="30385" cy="113944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2750" y="0"/>
                </a:moveTo>
                <a:lnTo>
                  <a:pt x="2750" y="10000"/>
                </a:lnTo>
                <a:lnTo>
                  <a:pt x="4000" y="10000"/>
                </a:lnTo>
                <a:lnTo>
                  <a:pt x="2000" y="15000"/>
                </a:lnTo>
                <a:lnTo>
                  <a:pt x="0" y="10000"/>
                </a:lnTo>
                <a:lnTo>
                  <a:pt x="1250" y="10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23obs_vlm" descr="Editable line; source id s23obs_vlm"/>
          <p:cNvSpPr/>
          <p:nvPr/>
        </p:nvSpPr>
        <p:spPr>
          <a:xfrm>
            <a:off x="6175761" y="1268576"/>
            <a:ext cx="638086" cy="30385"/>
          </a:xfrm>
          <a:custGeom>
            <a:avLst/>
            <a:gdLst/>
            <a:ahLst/>
            <a:cxnLst/>
            <a:rect l="l" t="t" r="r" b="b"/>
            <a:pathLst>
              <a:path w="84000" h="4000">
                <a:moveTo>
                  <a:pt x="0" y="1250"/>
                </a:moveTo>
                <a:lnTo>
                  <a:pt x="79000" y="1250"/>
                </a:lnTo>
                <a:lnTo>
                  <a:pt x="79000" y="0"/>
                </a:lnTo>
                <a:lnTo>
                  <a:pt x="84000" y="2000"/>
                </a:lnTo>
                <a:lnTo>
                  <a:pt x="79000" y="4000"/>
                </a:lnTo>
                <a:lnTo>
                  <a:pt x="79000" y="2750"/>
                </a:lnTo>
                <a:lnTo>
                  <a:pt x="0" y="2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23obs_film" descr="Editable line; source id s23obs_film"/>
          <p:cNvSpPr/>
          <p:nvPr/>
        </p:nvSpPr>
        <p:spPr>
          <a:xfrm>
            <a:off x="5431327" y="1861084"/>
            <a:ext cx="30385" cy="45578"/>
          </a:xfrm>
          <a:custGeom>
            <a:avLst/>
            <a:gdLst/>
            <a:ahLst/>
            <a:cxnLst/>
            <a:rect l="l" t="t" r="r" b="b"/>
            <a:pathLst>
              <a:path w="4000" h="6000">
                <a:moveTo>
                  <a:pt x="2750" y="0"/>
                </a:moveTo>
                <a:lnTo>
                  <a:pt x="2750" y="1000"/>
                </a:lnTo>
                <a:lnTo>
                  <a:pt x="4000" y="1000"/>
                </a:lnTo>
                <a:lnTo>
                  <a:pt x="2000" y="6000"/>
                </a:lnTo>
                <a:lnTo>
                  <a:pt x="0" y="1000"/>
                </a:lnTo>
                <a:lnTo>
                  <a:pt x="1250" y="1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23film_exp" descr="Editable line; source id s23film_exp"/>
          <p:cNvSpPr/>
          <p:nvPr/>
        </p:nvSpPr>
        <p:spPr>
          <a:xfrm>
            <a:off x="5864314" y="2590325"/>
            <a:ext cx="1321749" cy="30385"/>
          </a:xfrm>
          <a:custGeom>
            <a:avLst/>
            <a:gdLst/>
            <a:ahLst/>
            <a:cxnLst/>
            <a:rect l="l" t="t" r="r" b="b"/>
            <a:pathLst>
              <a:path w="174000" h="4000">
                <a:moveTo>
                  <a:pt x="0" y="1250"/>
                </a:moveTo>
                <a:lnTo>
                  <a:pt x="169000" y="1250"/>
                </a:lnTo>
                <a:lnTo>
                  <a:pt x="169000" y="0"/>
                </a:lnTo>
                <a:lnTo>
                  <a:pt x="174000" y="2000"/>
                </a:lnTo>
                <a:lnTo>
                  <a:pt x="169000" y="4000"/>
                </a:lnTo>
                <a:lnTo>
                  <a:pt x="169000" y="2750"/>
                </a:lnTo>
                <a:lnTo>
                  <a:pt x="0" y="2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23reason_exp" descr="Editable line; source id s23reason_exp"/>
          <p:cNvSpPr/>
          <p:nvPr/>
        </p:nvSpPr>
        <p:spPr>
          <a:xfrm>
            <a:off x="7801361" y="1762333"/>
            <a:ext cx="30385" cy="600105"/>
          </a:xfrm>
          <a:custGeom>
            <a:avLst/>
            <a:gdLst/>
            <a:ahLst/>
            <a:cxnLst/>
            <a:rect l="l" t="t" r="r" b="b"/>
            <a:pathLst>
              <a:path w="4000" h="79000">
                <a:moveTo>
                  <a:pt x="2750" y="0"/>
                </a:moveTo>
                <a:lnTo>
                  <a:pt x="2750" y="74000"/>
                </a:lnTo>
                <a:lnTo>
                  <a:pt x="4000" y="74000"/>
                </a:lnTo>
                <a:lnTo>
                  <a:pt x="2000" y="79000"/>
                </a:lnTo>
                <a:lnTo>
                  <a:pt x="0" y="74000"/>
                </a:lnTo>
                <a:lnTo>
                  <a:pt x="1250" y="74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23noise_exp" descr="Editable line; source id s23noise_exp"/>
          <p:cNvSpPr/>
          <p:nvPr/>
        </p:nvSpPr>
        <p:spPr>
          <a:xfrm>
            <a:off x="7300007" y="2248493"/>
            <a:ext cx="30385" cy="113944"/>
          </a:xfrm>
          <a:custGeom>
            <a:avLst/>
            <a:gdLst/>
            <a:ahLst/>
            <a:cxnLst/>
            <a:rect l="l" t="t" r="r" b="b"/>
            <a:pathLst>
              <a:path w="4000" h="15000">
                <a:moveTo>
                  <a:pt x="2750" y="0"/>
                </a:moveTo>
                <a:lnTo>
                  <a:pt x="2750" y="10000"/>
                </a:lnTo>
                <a:lnTo>
                  <a:pt x="4000" y="10000"/>
                </a:lnTo>
                <a:lnTo>
                  <a:pt x="2000" y="15000"/>
                </a:lnTo>
                <a:lnTo>
                  <a:pt x="0" y="10000"/>
                </a:lnTo>
                <a:lnTo>
                  <a:pt x="1250" y="10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23exp_robot" descr="Editable line; source id s23exp_robot"/>
          <p:cNvSpPr/>
          <p:nvPr/>
        </p:nvSpPr>
        <p:spPr>
          <a:xfrm>
            <a:off x="7801361" y="2833406"/>
            <a:ext cx="30385" cy="106348"/>
          </a:xfrm>
          <a:custGeom>
            <a:avLst/>
            <a:gdLst/>
            <a:ahLst/>
            <a:cxnLst/>
            <a:rect l="l" t="t" r="r" b="b"/>
            <a:pathLst>
              <a:path w="4000" h="14000">
                <a:moveTo>
                  <a:pt x="2750" y="0"/>
                </a:moveTo>
                <a:lnTo>
                  <a:pt x="2750" y="9000"/>
                </a:lnTo>
                <a:lnTo>
                  <a:pt x="4000" y="9000"/>
                </a:lnTo>
                <a:lnTo>
                  <a:pt x="2000" y="14000"/>
                </a:lnTo>
                <a:lnTo>
                  <a:pt x="0" y="9000"/>
                </a:lnTo>
                <a:lnTo>
                  <a:pt x="1250" y="9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tage1_label" descr="Editable text; source id stage1_label"/>
          <p:cNvSpPr txBox="1"/>
          <p:nvPr/>
        </p:nvSpPr>
        <p:spPr>
          <a:xfrm>
            <a:off x="1678773" y="3403125"/>
            <a:ext cx="835588" cy="2734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1</a:t>
            </a:r>
          </a:p>
        </p:txBody>
      </p:sp>
      <p:sp>
        <p:nvSpPr>
          <p:cNvPr id="235" name="stage23_label" descr="Editable text; source id stage23_label"/>
          <p:cNvSpPr txBox="1"/>
          <p:nvPr/>
        </p:nvSpPr>
        <p:spPr>
          <a:xfrm>
            <a:off x="6190953" y="3380336"/>
            <a:ext cx="1245786" cy="2734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2 &amp; 3</a:t>
            </a:r>
          </a:p>
        </p:txBody>
      </p:sp>
      <p:sp>
        <p:nvSpPr>
          <p:cNvPr id="236" name="legend_hatch" descr="Editable shape; source id legend_hatch"/>
          <p:cNvSpPr/>
          <p:nvPr/>
        </p:nvSpPr>
        <p:spPr>
          <a:xfrm>
            <a:off x="4048807" y="3418317"/>
            <a:ext cx="235484" cy="220291"/>
          </a:xfrm>
          <a:prstGeom prst="rect">
            <a:avLst/>
          </a:prstGeom>
          <a:solidFill>
            <a:srgbClr val="FFFFFF"/>
          </a:solidFill>
          <a:ln w="7596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legend_hatch_stripe0" descr="Editable shape; source id legend_hatch_stripe0"/>
          <p:cNvSpPr/>
          <p:nvPr/>
        </p:nvSpPr>
        <p:spPr>
          <a:xfrm>
            <a:off x="4048807" y="3615820"/>
            <a:ext cx="22789" cy="22789"/>
          </a:xfrm>
          <a:custGeom>
            <a:avLst/>
            <a:gdLst/>
            <a:ahLst/>
            <a:cxnLst/>
            <a:rect l="l" t="t" r="r" b="b"/>
            <a:pathLst>
              <a:path w="3000" h="3000">
                <a:moveTo>
                  <a:pt x="0" y="0"/>
                </a:moveTo>
                <a:lnTo>
                  <a:pt x="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legend_hatch_stripe1" descr="Editable shape; source id legend_hatch_stripe1"/>
          <p:cNvSpPr/>
          <p:nvPr/>
        </p:nvSpPr>
        <p:spPr>
          <a:xfrm>
            <a:off x="4048807" y="3547454"/>
            <a:ext cx="91155" cy="91155"/>
          </a:xfrm>
          <a:custGeom>
            <a:avLst/>
            <a:gdLst/>
            <a:ahLst/>
            <a:cxnLst/>
            <a:rect l="l" t="t" r="r" b="b"/>
            <a:pathLst>
              <a:path w="12000" h="12000">
                <a:moveTo>
                  <a:pt x="0" y="0"/>
                </a:moveTo>
                <a:lnTo>
                  <a:pt x="12000" y="12000"/>
                </a:lnTo>
                <a:lnTo>
                  <a:pt x="9000" y="12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legend_hatch_stripe2" descr="Editable shape; source id legend_hatch_stripe2"/>
          <p:cNvSpPr/>
          <p:nvPr/>
        </p:nvSpPr>
        <p:spPr>
          <a:xfrm>
            <a:off x="4048807" y="3479088"/>
            <a:ext cx="159521" cy="159521"/>
          </a:xfrm>
          <a:custGeom>
            <a:avLst/>
            <a:gdLst/>
            <a:ahLst/>
            <a:cxnLst/>
            <a:rect l="l" t="t" r="r" b="b"/>
            <a:pathLst>
              <a:path w="21000" h="21000">
                <a:moveTo>
                  <a:pt x="0" y="0"/>
                </a:moveTo>
                <a:lnTo>
                  <a:pt x="21000" y="21000"/>
                </a:lnTo>
                <a:lnTo>
                  <a:pt x="18000" y="21000"/>
                </a:lnTo>
                <a:lnTo>
                  <a:pt x="0" y="3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legend_hatch_stripe3" descr="Editable shape; source id legend_hatch_stripe3"/>
          <p:cNvSpPr/>
          <p:nvPr/>
        </p:nvSpPr>
        <p:spPr>
          <a:xfrm>
            <a:off x="4048807" y="3418318"/>
            <a:ext cx="227888" cy="220292"/>
          </a:xfrm>
          <a:custGeom>
            <a:avLst/>
            <a:gdLst/>
            <a:ahLst/>
            <a:cxnLst/>
            <a:rect l="l" t="t" r="r" b="b"/>
            <a:pathLst>
              <a:path w="30000" h="29000">
                <a:moveTo>
                  <a:pt x="0" y="0"/>
                </a:moveTo>
                <a:lnTo>
                  <a:pt x="1000" y="0"/>
                </a:lnTo>
                <a:lnTo>
                  <a:pt x="30000" y="29000"/>
                </a:lnTo>
                <a:lnTo>
                  <a:pt x="27000" y="29000"/>
                </a:lnTo>
                <a:lnTo>
                  <a:pt x="0" y="2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legend_hatch_stripe4" descr="Editable shape; source id legend_hatch_stripe4"/>
          <p:cNvSpPr/>
          <p:nvPr/>
        </p:nvSpPr>
        <p:spPr>
          <a:xfrm>
            <a:off x="4101981" y="3418318"/>
            <a:ext cx="182310" cy="18231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0" y="0"/>
                </a:moveTo>
                <a:lnTo>
                  <a:pt x="3000" y="0"/>
                </a:lnTo>
                <a:lnTo>
                  <a:pt x="24000" y="21000"/>
                </a:lnTo>
                <a:lnTo>
                  <a:pt x="24000" y="24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legend_hatch_stripe5" descr="Editable shape; source id legend_hatch_stripe5"/>
          <p:cNvSpPr/>
          <p:nvPr/>
        </p:nvSpPr>
        <p:spPr>
          <a:xfrm>
            <a:off x="4170348" y="3418318"/>
            <a:ext cx="113944" cy="113944"/>
          </a:xfrm>
          <a:custGeom>
            <a:avLst/>
            <a:gdLst/>
            <a:ahLst/>
            <a:cxnLst/>
            <a:rect l="l" t="t" r="r" b="b"/>
            <a:pathLst>
              <a:path w="15000" h="15000">
                <a:moveTo>
                  <a:pt x="0" y="0"/>
                </a:moveTo>
                <a:lnTo>
                  <a:pt x="3000" y="0"/>
                </a:lnTo>
                <a:lnTo>
                  <a:pt x="15000" y="12000"/>
                </a:lnTo>
                <a:lnTo>
                  <a:pt x="15000" y="15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legend_hatch_stripe6" descr="Editable shape; source id legend_hatch_stripe6"/>
          <p:cNvSpPr/>
          <p:nvPr/>
        </p:nvSpPr>
        <p:spPr>
          <a:xfrm>
            <a:off x="4238714" y="3418318"/>
            <a:ext cx="45578" cy="45578"/>
          </a:xfrm>
          <a:custGeom>
            <a:avLst/>
            <a:gdLst/>
            <a:ahLst/>
            <a:cxnLst/>
            <a:rect l="l" t="t" r="r" b="b"/>
            <a:pathLst>
              <a:path w="6000" h="6000">
                <a:moveTo>
                  <a:pt x="0" y="0"/>
                </a:moveTo>
                <a:lnTo>
                  <a:pt x="3000" y="0"/>
                </a:lnTo>
                <a:lnTo>
                  <a:pt x="6000" y="3000"/>
                </a:lnTo>
                <a:lnTo>
                  <a:pt x="6000" y="6000"/>
                </a:lnTo>
                <a:close/>
              </a:path>
            </a:pathLst>
          </a:custGeom>
          <a:solidFill>
            <a:srgbClr val="CCCCCC"/>
          </a:solidFill>
          <a:ln>
            <a:noFill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legend_label" descr="Editable text; source id legend_label"/>
          <p:cNvSpPr txBox="1"/>
          <p:nvPr/>
        </p:nvSpPr>
        <p:spPr>
          <a:xfrm>
            <a:off x="4360254" y="3395528"/>
            <a:ext cx="797607" cy="3038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942"/>
              </a:lnSpc>
              <a:spcBef>
                <a:spcPts val="0"/>
              </a:spcBef>
              <a:spcAft>
                <a:spcPts val="0"/>
              </a:spcAft>
              <a:def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Discarded</a:t>
            </a:r>
          </a:p>
          <a:p>
            <a:pPr algn="ctr" fontAlgn="base">
              <a:lnSpc>
                <a:spcPts val="942"/>
              </a:lnSpc>
              <a:spcBef>
                <a:spcPts val="0"/>
              </a:spcBef>
              <a:spcAft>
                <a:spcPts val="0"/>
              </a:spcAft>
              <a:def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37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</a:p>
        </p:txBody>
      </p:sp>
      <p:cxnSp>
        <p:nvCxnSpPr>
          <p:cNvPr id="245" name="panel_separator" descr="Editable line; source id panel_separator"/>
          <p:cNvCxnSpPr/>
          <p:nvPr/>
        </p:nvCxnSpPr>
        <p:spPr>
          <a:xfrm>
            <a:off x="9138302" y="478564"/>
            <a:ext cx="0" cy="3220815"/>
          </a:xfrm>
          <a:prstGeom prst="line">
            <a:avLst/>
          </a:prstGeom>
          <a:ln w="22788">
            <a:solidFill>
              <a:srgbClr val="000000"/>
            </a:solidFill>
            <a:custDash>
              <a:ds d="800000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ransformer_panel0" descr="Editable shape; source id transformer_panel0"/>
          <p:cNvSpPr/>
          <p:nvPr/>
        </p:nvSpPr>
        <p:spPr>
          <a:xfrm>
            <a:off x="10019468" y="812799"/>
            <a:ext cx="1086265" cy="1466078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7596">
            <a:solidFill>
              <a:srgbClr val="21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ransformer_panel1" descr="Editable shape; source id transformer_panel1"/>
          <p:cNvSpPr/>
          <p:nvPr/>
        </p:nvSpPr>
        <p:spPr>
          <a:xfrm>
            <a:off x="10065046" y="858377"/>
            <a:ext cx="1086265" cy="1466078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7596">
            <a:solidFill>
              <a:srgbClr val="21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ransformer_panel2" descr="Editable shape; source id transformer_panel2"/>
          <p:cNvSpPr/>
          <p:nvPr/>
        </p:nvSpPr>
        <p:spPr>
          <a:xfrm>
            <a:off x="10118220" y="903955"/>
            <a:ext cx="1086265" cy="1466078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7596">
            <a:solidFill>
              <a:srgbClr val="21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ransformer_panel3" descr="Editable shape; source id transformer_panel3"/>
          <p:cNvSpPr/>
          <p:nvPr/>
        </p:nvSpPr>
        <p:spPr>
          <a:xfrm>
            <a:off x="10216971" y="919147"/>
            <a:ext cx="1086265" cy="1466078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7596">
            <a:solidFill>
              <a:srgbClr val="213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ar_header0" descr="Editable shape; source id rear_header0"/>
          <p:cNvSpPr/>
          <p:nvPr/>
        </p:nvSpPr>
        <p:spPr>
          <a:xfrm>
            <a:off x="10072642" y="858377"/>
            <a:ext cx="341831" cy="121540"/>
          </a:xfrm>
          <a:prstGeom prst="roundRect">
            <a:avLst>
              <a:gd name="adj" fmla="val 18750"/>
            </a:avLst>
          </a:prstGeom>
          <a:solidFill>
            <a:srgbClr val="DEEAF1"/>
          </a:solidFill>
          <a:ln w="7596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ar_header1" descr="Editable shape; source id rear_header1"/>
          <p:cNvSpPr/>
          <p:nvPr/>
        </p:nvSpPr>
        <p:spPr>
          <a:xfrm>
            <a:off x="10125816" y="911551"/>
            <a:ext cx="341831" cy="121540"/>
          </a:xfrm>
          <a:prstGeom prst="roundRect">
            <a:avLst>
              <a:gd name="adj" fmla="val 18750"/>
            </a:avLst>
          </a:prstGeom>
          <a:solidFill>
            <a:srgbClr val="DEEAF1"/>
          </a:solidFill>
          <a:ln w="7596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ar_header2" descr="Editable shape; source id rear_header2"/>
          <p:cNvSpPr/>
          <p:nvPr/>
        </p:nvSpPr>
        <p:spPr>
          <a:xfrm>
            <a:off x="10163797" y="926743"/>
            <a:ext cx="341831" cy="121540"/>
          </a:xfrm>
          <a:prstGeom prst="roundRect">
            <a:avLst>
              <a:gd name="adj" fmla="val 18750"/>
            </a:avLst>
          </a:prstGeom>
          <a:solidFill>
            <a:srgbClr val="DEEAF1"/>
          </a:solidFill>
          <a:ln w="7596">
            <a:solidFill>
              <a:srgbClr val="7474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block_mlp" descr="Editable shape; source id block_mlp"/>
          <p:cNvSpPr/>
          <p:nvPr/>
        </p:nvSpPr>
        <p:spPr>
          <a:xfrm>
            <a:off x="10262549" y="957128"/>
            <a:ext cx="326639" cy="129136"/>
          </a:xfrm>
          <a:prstGeom prst="roundRect">
            <a:avLst>
              <a:gd name="adj" fmla="val 17647"/>
            </a:avLst>
          </a:prstGeom>
          <a:solidFill>
            <a:srgbClr val="E0ECF4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block_mlp_text" descr="Editable text; source id block_mlp_text"/>
          <p:cNvSpPr txBox="1"/>
          <p:nvPr/>
        </p:nvSpPr>
        <p:spPr>
          <a:xfrm>
            <a:off x="10270145" y="949532"/>
            <a:ext cx="311446" cy="1443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255" name="block_ln1" descr="Editable shape; source id block_ln1"/>
          <p:cNvSpPr/>
          <p:nvPr/>
        </p:nvSpPr>
        <p:spPr>
          <a:xfrm>
            <a:off x="10627169" y="957128"/>
            <a:ext cx="630489" cy="129136"/>
          </a:xfrm>
          <a:prstGeom prst="roundRect">
            <a:avLst>
              <a:gd name="adj" fmla="val 17647"/>
            </a:avLst>
          </a:prstGeom>
          <a:solidFill>
            <a:srgbClr val="F3F3F3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block_ln1_text" descr="Editable text; source id block_ln1_text"/>
          <p:cNvSpPr txBox="1"/>
          <p:nvPr/>
        </p:nvSpPr>
        <p:spPr>
          <a:xfrm>
            <a:off x="10634766" y="949532"/>
            <a:ext cx="615297" cy="1443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Layer Norm</a:t>
            </a:r>
          </a:p>
        </p:txBody>
      </p:sp>
      <p:sp>
        <p:nvSpPr>
          <p:cNvPr id="257" name="block_shift1" descr="Editable shape; source id block_shift1"/>
          <p:cNvSpPr/>
          <p:nvPr/>
        </p:nvSpPr>
        <p:spPr>
          <a:xfrm>
            <a:off x="10627169" y="1116650"/>
            <a:ext cx="630489" cy="121540"/>
          </a:xfrm>
          <a:prstGeom prst="roundRect">
            <a:avLst>
              <a:gd name="adj" fmla="val 18750"/>
            </a:avLst>
          </a:prstGeom>
          <a:solidFill>
            <a:srgbClr val="DEEBF5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block_shift1_text" descr="Editable text; source id block_shift1_text"/>
          <p:cNvSpPr txBox="1"/>
          <p:nvPr/>
        </p:nvSpPr>
        <p:spPr>
          <a:xfrm>
            <a:off x="10634766" y="1109054"/>
            <a:ext cx="615297" cy="13673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Scale, Shift</a:t>
            </a:r>
          </a:p>
        </p:txBody>
      </p:sp>
      <p:sp>
        <p:nvSpPr>
          <p:cNvPr id="259" name="block_attention" descr="Editable shape; source id block_attention"/>
          <p:cNvSpPr/>
          <p:nvPr/>
        </p:nvSpPr>
        <p:spPr>
          <a:xfrm>
            <a:off x="10627169" y="1268575"/>
            <a:ext cx="630489" cy="212695"/>
          </a:xfrm>
          <a:prstGeom prst="roundRect">
            <a:avLst>
              <a:gd name="adj" fmla="val 10714"/>
            </a:avLst>
          </a:prstGeom>
          <a:solidFill>
            <a:srgbClr val="FFF5EF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block_attention_text" descr="Editable text; source id block_attention_text"/>
          <p:cNvSpPr txBox="1"/>
          <p:nvPr/>
        </p:nvSpPr>
        <p:spPr>
          <a:xfrm>
            <a:off x="10634766" y="1260979"/>
            <a:ext cx="615297" cy="2278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Multi-Head</a:t>
            </a:r>
          </a:p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Attention</a:t>
            </a:r>
          </a:p>
        </p:txBody>
      </p:sp>
      <p:sp>
        <p:nvSpPr>
          <p:cNvPr id="261" name="block_scale1" descr="Editable shape; source id block_scale1"/>
          <p:cNvSpPr/>
          <p:nvPr/>
        </p:nvSpPr>
        <p:spPr>
          <a:xfrm>
            <a:off x="10627169" y="1519252"/>
            <a:ext cx="630489" cy="174714"/>
          </a:xfrm>
          <a:prstGeom prst="roundRect">
            <a:avLst>
              <a:gd name="adj" fmla="val 13043"/>
            </a:avLst>
          </a:prstGeom>
          <a:solidFill>
            <a:srgbClr val="DEEBF5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block_scale1_text" descr="Editable text; source id block_scale1_text"/>
          <p:cNvSpPr txBox="1"/>
          <p:nvPr/>
        </p:nvSpPr>
        <p:spPr>
          <a:xfrm>
            <a:off x="10634766" y="1511656"/>
            <a:ext cx="615297" cy="18990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63" name="block_ln2" descr="Editable shape; source id block_ln2"/>
          <p:cNvSpPr/>
          <p:nvPr/>
        </p:nvSpPr>
        <p:spPr>
          <a:xfrm>
            <a:off x="10627169" y="1724351"/>
            <a:ext cx="630489" cy="129136"/>
          </a:xfrm>
          <a:prstGeom prst="roundRect">
            <a:avLst>
              <a:gd name="adj" fmla="val 17647"/>
            </a:avLst>
          </a:prstGeom>
          <a:solidFill>
            <a:srgbClr val="F3F3F3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block_ln2_text" descr="Editable text; source id block_ln2_text"/>
          <p:cNvSpPr txBox="1"/>
          <p:nvPr/>
        </p:nvSpPr>
        <p:spPr>
          <a:xfrm>
            <a:off x="10634766" y="1716755"/>
            <a:ext cx="615297" cy="1443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Layer Norm</a:t>
            </a:r>
          </a:p>
        </p:txBody>
      </p:sp>
      <p:sp>
        <p:nvSpPr>
          <p:cNvPr id="265" name="block_shift2" descr="Editable shape; source id block_shift2"/>
          <p:cNvSpPr/>
          <p:nvPr/>
        </p:nvSpPr>
        <p:spPr>
          <a:xfrm>
            <a:off x="10627169" y="1891469"/>
            <a:ext cx="630489" cy="129136"/>
          </a:xfrm>
          <a:prstGeom prst="roundRect">
            <a:avLst>
              <a:gd name="adj" fmla="val 17647"/>
            </a:avLst>
          </a:prstGeom>
          <a:solidFill>
            <a:srgbClr val="DEEBF5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block_shift2_text" descr="Editable text; source id block_shift2_text"/>
          <p:cNvSpPr txBox="1"/>
          <p:nvPr/>
        </p:nvSpPr>
        <p:spPr>
          <a:xfrm>
            <a:off x="10634766" y="1883872"/>
            <a:ext cx="615297" cy="14432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Scale, Shift</a:t>
            </a:r>
          </a:p>
        </p:txBody>
      </p:sp>
      <p:sp>
        <p:nvSpPr>
          <p:cNvPr id="267" name="block_ffn" descr="Editable shape; source id block_ffn"/>
          <p:cNvSpPr/>
          <p:nvPr/>
        </p:nvSpPr>
        <p:spPr>
          <a:xfrm>
            <a:off x="10627169" y="2066183"/>
            <a:ext cx="630489" cy="121540"/>
          </a:xfrm>
          <a:prstGeom prst="roundRect">
            <a:avLst>
              <a:gd name="adj" fmla="val 18750"/>
            </a:avLst>
          </a:prstGeom>
          <a:solidFill>
            <a:srgbClr val="F3F3F3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block_ffn_text" descr="Editable text; source id block_ffn_text"/>
          <p:cNvSpPr txBox="1"/>
          <p:nvPr/>
        </p:nvSpPr>
        <p:spPr>
          <a:xfrm>
            <a:off x="10634766" y="2058586"/>
            <a:ext cx="615297" cy="13673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FFN</a:t>
            </a:r>
          </a:p>
        </p:txBody>
      </p:sp>
      <p:sp>
        <p:nvSpPr>
          <p:cNvPr id="269" name="block_scale2" descr="Editable shape; source id block_scale2"/>
          <p:cNvSpPr/>
          <p:nvPr/>
        </p:nvSpPr>
        <p:spPr>
          <a:xfrm>
            <a:off x="10627169" y="2225704"/>
            <a:ext cx="630489" cy="121540"/>
          </a:xfrm>
          <a:prstGeom prst="roundRect">
            <a:avLst>
              <a:gd name="adj" fmla="val 18750"/>
            </a:avLst>
          </a:prstGeom>
          <a:solidFill>
            <a:srgbClr val="DEEBF5"/>
          </a:solidFill>
          <a:ln w="7596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block_scale2_text" descr="Editable text; source id block_scale2_text"/>
          <p:cNvSpPr txBox="1"/>
          <p:nvPr/>
        </p:nvSpPr>
        <p:spPr>
          <a:xfrm>
            <a:off x="10634766" y="2218108"/>
            <a:ext cx="615297" cy="13673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71" name="block_input" descr="Editable line; source id block_input"/>
          <p:cNvSpPr/>
          <p:nvPr/>
        </p:nvSpPr>
        <p:spPr>
          <a:xfrm>
            <a:off x="10475245" y="630490"/>
            <a:ext cx="30385" cy="174714"/>
          </a:xfrm>
          <a:custGeom>
            <a:avLst/>
            <a:gdLst/>
            <a:ahLst/>
            <a:cxnLst/>
            <a:rect l="l" t="t" r="r" b="b"/>
            <a:pathLst>
              <a:path w="4000" h="23000">
                <a:moveTo>
                  <a:pt x="2750" y="0"/>
                </a:moveTo>
                <a:lnTo>
                  <a:pt x="2750" y="18000"/>
                </a:lnTo>
                <a:lnTo>
                  <a:pt x="4000" y="18000"/>
                </a:lnTo>
                <a:lnTo>
                  <a:pt x="2000" y="23000"/>
                </a:lnTo>
                <a:lnTo>
                  <a:pt x="0" y="18000"/>
                </a:lnTo>
                <a:lnTo>
                  <a:pt x="1250" y="18000"/>
                </a:lnTo>
                <a:lnTo>
                  <a:pt x="12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mlp_trunk" descr="Editable line; source id mlp_trunk"/>
          <p:cNvCxnSpPr/>
          <p:nvPr/>
        </p:nvCxnSpPr>
        <p:spPr>
          <a:xfrm>
            <a:off x="10422070" y="1086265"/>
            <a:ext cx="0" cy="1200209"/>
          </a:xfrm>
          <a:prstGeom prst="line">
            <a:avLst/>
          </a:prstGeom>
          <a:ln w="911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mlp_branch0" descr="Editable line; source id mlp_branch0"/>
          <p:cNvSpPr/>
          <p:nvPr/>
        </p:nvSpPr>
        <p:spPr>
          <a:xfrm>
            <a:off x="10422071" y="1162228"/>
            <a:ext cx="197503" cy="30385"/>
          </a:xfrm>
          <a:custGeom>
            <a:avLst/>
            <a:gdLst/>
            <a:ahLst/>
            <a:cxnLst/>
            <a:rect l="l" t="t" r="r" b="b"/>
            <a:pathLst>
              <a:path w="26000" h="4000">
                <a:moveTo>
                  <a:pt x="0" y="1400"/>
                </a:moveTo>
                <a:lnTo>
                  <a:pt x="21000" y="1400"/>
                </a:lnTo>
                <a:lnTo>
                  <a:pt x="21000" y="0"/>
                </a:lnTo>
                <a:lnTo>
                  <a:pt x="26000" y="2000"/>
                </a:lnTo>
                <a:lnTo>
                  <a:pt x="21000" y="4000"/>
                </a:lnTo>
                <a:lnTo>
                  <a:pt x="21000" y="2600"/>
                </a:lnTo>
                <a:lnTo>
                  <a:pt x="0" y="2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mlp_branch1" descr="Editable line; source id mlp_branch1"/>
          <p:cNvSpPr/>
          <p:nvPr/>
        </p:nvSpPr>
        <p:spPr>
          <a:xfrm>
            <a:off x="10422071" y="1587619"/>
            <a:ext cx="197503" cy="30385"/>
          </a:xfrm>
          <a:custGeom>
            <a:avLst/>
            <a:gdLst/>
            <a:ahLst/>
            <a:cxnLst/>
            <a:rect l="l" t="t" r="r" b="b"/>
            <a:pathLst>
              <a:path w="26000" h="4000">
                <a:moveTo>
                  <a:pt x="0" y="1400"/>
                </a:moveTo>
                <a:lnTo>
                  <a:pt x="21000" y="1400"/>
                </a:lnTo>
                <a:lnTo>
                  <a:pt x="21000" y="0"/>
                </a:lnTo>
                <a:lnTo>
                  <a:pt x="26000" y="2000"/>
                </a:lnTo>
                <a:lnTo>
                  <a:pt x="21000" y="4000"/>
                </a:lnTo>
                <a:lnTo>
                  <a:pt x="21000" y="2600"/>
                </a:lnTo>
                <a:lnTo>
                  <a:pt x="0" y="2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mlp_branch2" descr="Editable line; source id mlp_branch2"/>
          <p:cNvSpPr/>
          <p:nvPr/>
        </p:nvSpPr>
        <p:spPr>
          <a:xfrm>
            <a:off x="10422071" y="1944643"/>
            <a:ext cx="197503" cy="30385"/>
          </a:xfrm>
          <a:custGeom>
            <a:avLst/>
            <a:gdLst/>
            <a:ahLst/>
            <a:cxnLst/>
            <a:rect l="l" t="t" r="r" b="b"/>
            <a:pathLst>
              <a:path w="26000" h="4000">
                <a:moveTo>
                  <a:pt x="0" y="1400"/>
                </a:moveTo>
                <a:lnTo>
                  <a:pt x="21000" y="1400"/>
                </a:lnTo>
                <a:lnTo>
                  <a:pt x="21000" y="0"/>
                </a:lnTo>
                <a:lnTo>
                  <a:pt x="26000" y="2000"/>
                </a:lnTo>
                <a:lnTo>
                  <a:pt x="21000" y="4000"/>
                </a:lnTo>
                <a:lnTo>
                  <a:pt x="21000" y="2600"/>
                </a:lnTo>
                <a:lnTo>
                  <a:pt x="0" y="2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mlp_branch3" descr="Editable line; source id mlp_branch3"/>
          <p:cNvSpPr/>
          <p:nvPr/>
        </p:nvSpPr>
        <p:spPr>
          <a:xfrm>
            <a:off x="10422071" y="2271282"/>
            <a:ext cx="197503" cy="30385"/>
          </a:xfrm>
          <a:custGeom>
            <a:avLst/>
            <a:gdLst/>
            <a:ahLst/>
            <a:cxnLst/>
            <a:rect l="l" t="t" r="r" b="b"/>
            <a:pathLst>
              <a:path w="26000" h="4000">
                <a:moveTo>
                  <a:pt x="0" y="1400"/>
                </a:moveTo>
                <a:lnTo>
                  <a:pt x="21000" y="1400"/>
                </a:lnTo>
                <a:lnTo>
                  <a:pt x="21000" y="0"/>
                </a:lnTo>
                <a:lnTo>
                  <a:pt x="26000" y="2000"/>
                </a:lnTo>
                <a:lnTo>
                  <a:pt x="21000" y="4000"/>
                </a:lnTo>
                <a:lnTo>
                  <a:pt x="21000" y="2600"/>
                </a:lnTo>
                <a:lnTo>
                  <a:pt x="0" y="2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7" name="block_brace0" descr="Editable line; source id block_brace0"/>
          <p:cNvCxnSpPr/>
          <p:nvPr/>
        </p:nvCxnSpPr>
        <p:spPr>
          <a:xfrm flipH="1">
            <a:off x="9890332" y="759626"/>
            <a:ext cx="53174" cy="7596"/>
          </a:xfrm>
          <a:prstGeom prst="line">
            <a:avLst/>
          </a:prstGeom>
          <a:ln w="75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block_brace1" descr="Editable line; source id block_brace1"/>
          <p:cNvCxnSpPr/>
          <p:nvPr/>
        </p:nvCxnSpPr>
        <p:spPr>
          <a:xfrm>
            <a:off x="9890332" y="767222"/>
            <a:ext cx="0" cy="744434"/>
          </a:xfrm>
          <a:prstGeom prst="line">
            <a:avLst/>
          </a:prstGeom>
          <a:ln w="75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block_brace2" descr="Editable line; source id block_brace2"/>
          <p:cNvCxnSpPr/>
          <p:nvPr/>
        </p:nvCxnSpPr>
        <p:spPr>
          <a:xfrm flipH="1">
            <a:off x="9837158" y="1511656"/>
            <a:ext cx="53174" cy="15192"/>
          </a:xfrm>
          <a:prstGeom prst="line">
            <a:avLst/>
          </a:prstGeom>
          <a:ln w="75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block_brace3" descr="Editable line; source id block_brace3"/>
          <p:cNvCxnSpPr/>
          <p:nvPr/>
        </p:nvCxnSpPr>
        <p:spPr>
          <a:xfrm>
            <a:off x="9837158" y="1526848"/>
            <a:ext cx="53174" cy="7596"/>
          </a:xfrm>
          <a:prstGeom prst="line">
            <a:avLst/>
          </a:prstGeom>
          <a:ln w="75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block_brace4" descr="Editable line; source id block_brace4"/>
          <p:cNvCxnSpPr/>
          <p:nvPr/>
        </p:nvCxnSpPr>
        <p:spPr>
          <a:xfrm>
            <a:off x="9890332" y="1534444"/>
            <a:ext cx="0" cy="744434"/>
          </a:xfrm>
          <a:prstGeom prst="line">
            <a:avLst/>
          </a:prstGeom>
          <a:ln w="75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block_brace5" descr="Editable line; source id block_brace5"/>
          <p:cNvCxnSpPr/>
          <p:nvPr/>
        </p:nvCxnSpPr>
        <p:spPr>
          <a:xfrm>
            <a:off x="9890332" y="2278878"/>
            <a:ext cx="53174" cy="7596"/>
          </a:xfrm>
          <a:prstGeom prst="line">
            <a:avLst/>
          </a:prstGeom>
          <a:ln w="759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block_repeat" descr="Editable text; source id block_repeat"/>
          <p:cNvSpPr txBox="1"/>
          <p:nvPr/>
        </p:nvSpPr>
        <p:spPr>
          <a:xfrm rot="16200000">
            <a:off x="9366190" y="1412904"/>
            <a:ext cx="645682" cy="2050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defRPr sz="10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Block x N</a:t>
            </a:r>
          </a:p>
        </p:txBody>
      </p:sp>
      <p:cxnSp>
        <p:nvCxnSpPr>
          <p:cNvPr id="284" name="head_trunk" descr="Editable line; source id head_trunk"/>
          <p:cNvCxnSpPr/>
          <p:nvPr/>
        </p:nvCxnSpPr>
        <p:spPr>
          <a:xfrm>
            <a:off x="10763902" y="2385226"/>
            <a:ext cx="0" cy="182310"/>
          </a:xfrm>
          <a:prstGeom prst="line">
            <a:avLst/>
          </a:prstGeom>
          <a:ln w="1291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head_bus" descr="Editable line; source id head_bus"/>
          <p:cNvCxnSpPr/>
          <p:nvPr/>
        </p:nvCxnSpPr>
        <p:spPr>
          <a:xfrm>
            <a:off x="9495326" y="2567536"/>
            <a:ext cx="2271283" cy="0"/>
          </a:xfrm>
          <a:prstGeom prst="line">
            <a:avLst/>
          </a:prstGeom>
          <a:ln w="1139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head_branch0" descr="Editable line; source id head_branch0"/>
          <p:cNvSpPr/>
          <p:nvPr/>
        </p:nvSpPr>
        <p:spPr>
          <a:xfrm>
            <a:off x="9480134" y="2567536"/>
            <a:ext cx="30385" cy="182310"/>
          </a:xfrm>
          <a:custGeom>
            <a:avLst/>
            <a:gdLst/>
            <a:ahLst/>
            <a:cxnLst/>
            <a:rect l="l" t="t" r="r" b="b"/>
            <a:pathLst>
              <a:path w="4000" h="24000">
                <a:moveTo>
                  <a:pt x="2650" y="0"/>
                </a:moveTo>
                <a:lnTo>
                  <a:pt x="2650" y="19000"/>
                </a:lnTo>
                <a:lnTo>
                  <a:pt x="4000" y="19000"/>
                </a:lnTo>
                <a:lnTo>
                  <a:pt x="2000" y="24000"/>
                </a:lnTo>
                <a:lnTo>
                  <a:pt x="0" y="19000"/>
                </a:lnTo>
                <a:lnTo>
                  <a:pt x="1350" y="19000"/>
                </a:lnTo>
                <a:lnTo>
                  <a:pt x="1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action_head0" descr="Editable shape; source id action_head0"/>
          <p:cNvSpPr/>
          <p:nvPr/>
        </p:nvSpPr>
        <p:spPr>
          <a:xfrm>
            <a:off x="9267439" y="2757442"/>
            <a:ext cx="463371" cy="220291"/>
          </a:xfrm>
          <a:prstGeom prst="roundRect">
            <a:avLst>
              <a:gd name="adj" fmla="val 17241"/>
            </a:avLst>
          </a:prstGeom>
          <a:solidFill>
            <a:srgbClr val="C6C4D4"/>
          </a:solidFill>
          <a:ln w="7596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action_head0_label" descr="Editable text; source id action_head0_label"/>
          <p:cNvSpPr txBox="1"/>
          <p:nvPr/>
        </p:nvSpPr>
        <p:spPr>
          <a:xfrm>
            <a:off x="9290227" y="2772635"/>
            <a:ext cx="417794" cy="2354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289" name="head_branch1" descr="Editable line; source id head_branch1"/>
          <p:cNvSpPr/>
          <p:nvPr/>
        </p:nvSpPr>
        <p:spPr>
          <a:xfrm>
            <a:off x="10216972" y="2567536"/>
            <a:ext cx="30385" cy="182310"/>
          </a:xfrm>
          <a:custGeom>
            <a:avLst/>
            <a:gdLst/>
            <a:ahLst/>
            <a:cxnLst/>
            <a:rect l="l" t="t" r="r" b="b"/>
            <a:pathLst>
              <a:path w="4000" h="24000">
                <a:moveTo>
                  <a:pt x="2650" y="0"/>
                </a:moveTo>
                <a:lnTo>
                  <a:pt x="2650" y="19000"/>
                </a:lnTo>
                <a:lnTo>
                  <a:pt x="4000" y="19000"/>
                </a:lnTo>
                <a:lnTo>
                  <a:pt x="2000" y="24000"/>
                </a:lnTo>
                <a:lnTo>
                  <a:pt x="0" y="19000"/>
                </a:lnTo>
                <a:lnTo>
                  <a:pt x="1350" y="19000"/>
                </a:lnTo>
                <a:lnTo>
                  <a:pt x="1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action_head1" descr="Editable shape; source id action_head1"/>
          <p:cNvSpPr/>
          <p:nvPr/>
        </p:nvSpPr>
        <p:spPr>
          <a:xfrm>
            <a:off x="10004276" y="2757442"/>
            <a:ext cx="463371" cy="220291"/>
          </a:xfrm>
          <a:prstGeom prst="roundRect">
            <a:avLst>
              <a:gd name="adj" fmla="val 17241"/>
            </a:avLst>
          </a:prstGeom>
          <a:solidFill>
            <a:srgbClr val="C6C4D4"/>
          </a:solidFill>
          <a:ln w="7596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action_head1_label" descr="Editable text; source id action_head1_label"/>
          <p:cNvSpPr txBox="1"/>
          <p:nvPr/>
        </p:nvSpPr>
        <p:spPr>
          <a:xfrm>
            <a:off x="10027065" y="2772635"/>
            <a:ext cx="417794" cy="2354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292" name="head_branch2" descr="Editable line; source id head_branch2"/>
          <p:cNvSpPr/>
          <p:nvPr/>
        </p:nvSpPr>
        <p:spPr>
          <a:xfrm>
            <a:off x="10908232" y="2567536"/>
            <a:ext cx="30385" cy="182310"/>
          </a:xfrm>
          <a:custGeom>
            <a:avLst/>
            <a:gdLst/>
            <a:ahLst/>
            <a:cxnLst/>
            <a:rect l="l" t="t" r="r" b="b"/>
            <a:pathLst>
              <a:path w="4000" h="24000">
                <a:moveTo>
                  <a:pt x="2650" y="0"/>
                </a:moveTo>
                <a:lnTo>
                  <a:pt x="2650" y="19000"/>
                </a:lnTo>
                <a:lnTo>
                  <a:pt x="4000" y="19000"/>
                </a:lnTo>
                <a:lnTo>
                  <a:pt x="2000" y="24000"/>
                </a:lnTo>
                <a:lnTo>
                  <a:pt x="0" y="19000"/>
                </a:lnTo>
                <a:lnTo>
                  <a:pt x="1350" y="19000"/>
                </a:lnTo>
                <a:lnTo>
                  <a:pt x="1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action_head2" descr="Editable shape; source id action_head2"/>
          <p:cNvSpPr/>
          <p:nvPr/>
        </p:nvSpPr>
        <p:spPr>
          <a:xfrm>
            <a:off x="10695536" y="2757442"/>
            <a:ext cx="463371" cy="220291"/>
          </a:xfrm>
          <a:prstGeom prst="roundRect">
            <a:avLst>
              <a:gd name="adj" fmla="val 17241"/>
            </a:avLst>
          </a:prstGeom>
          <a:solidFill>
            <a:srgbClr val="C6C4D4"/>
          </a:solidFill>
          <a:ln w="7596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action_head2_label" descr="Editable text; source id action_head2_label"/>
          <p:cNvSpPr txBox="1"/>
          <p:nvPr/>
        </p:nvSpPr>
        <p:spPr>
          <a:xfrm>
            <a:off x="10718324" y="2772635"/>
            <a:ext cx="417794" cy="2354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295" name="head_branch3" descr="Editable line; source id head_branch3"/>
          <p:cNvSpPr/>
          <p:nvPr/>
        </p:nvSpPr>
        <p:spPr>
          <a:xfrm>
            <a:off x="11743820" y="2567536"/>
            <a:ext cx="30385" cy="182310"/>
          </a:xfrm>
          <a:custGeom>
            <a:avLst/>
            <a:gdLst/>
            <a:ahLst/>
            <a:cxnLst/>
            <a:rect l="l" t="t" r="r" b="b"/>
            <a:pathLst>
              <a:path w="4000" h="24000">
                <a:moveTo>
                  <a:pt x="2650" y="0"/>
                </a:moveTo>
                <a:lnTo>
                  <a:pt x="2650" y="19000"/>
                </a:lnTo>
                <a:lnTo>
                  <a:pt x="4000" y="19000"/>
                </a:lnTo>
                <a:lnTo>
                  <a:pt x="2000" y="24000"/>
                </a:lnTo>
                <a:lnTo>
                  <a:pt x="0" y="19000"/>
                </a:lnTo>
                <a:lnTo>
                  <a:pt x="1350" y="19000"/>
                </a:lnTo>
                <a:lnTo>
                  <a:pt x="135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action_head3" descr="Editable shape; source id action_head3"/>
          <p:cNvSpPr/>
          <p:nvPr/>
        </p:nvSpPr>
        <p:spPr>
          <a:xfrm>
            <a:off x="11531124" y="2757442"/>
            <a:ext cx="463371" cy="220291"/>
          </a:xfrm>
          <a:prstGeom prst="roundRect">
            <a:avLst>
              <a:gd name="adj" fmla="val 17241"/>
            </a:avLst>
          </a:prstGeom>
          <a:solidFill>
            <a:srgbClr val="C6C4D4"/>
          </a:solidFill>
          <a:ln w="7596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action_head3_label" descr="Editable text; source id action_head3_label"/>
          <p:cNvSpPr txBox="1"/>
          <p:nvPr/>
        </p:nvSpPr>
        <p:spPr>
          <a:xfrm>
            <a:off x="11553913" y="2772635"/>
            <a:ext cx="417794" cy="23548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747"/>
              </a:lnSpc>
              <a:spcBef>
                <a:spcPts val="0"/>
              </a:spcBef>
              <a:spcAft>
                <a:spcPts val="0"/>
              </a:spcAft>
              <a:def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</a:t>
            </a:r>
          </a:p>
        </p:txBody>
      </p:sp>
      <p:sp>
        <p:nvSpPr>
          <p:cNvPr id="298" name="heads_ellipsis" descr="Editable text; source id heads_ellipsis"/>
          <p:cNvSpPr txBox="1"/>
          <p:nvPr/>
        </p:nvSpPr>
        <p:spPr>
          <a:xfrm>
            <a:off x="11272852" y="2734654"/>
            <a:ext cx="212695" cy="2202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43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···</a:t>
            </a:r>
          </a:p>
        </p:txBody>
      </p:sp>
      <p:pic>
        <p:nvPicPr>
          <p:cNvPr id="299" name="robot_photo0" descr="Exact source robot embodiment photograph/artwork; no readable diagram label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265" y="3046100"/>
            <a:ext cx="622893" cy="653278"/>
          </a:xfrm>
          <a:prstGeom prst="rect">
            <a:avLst/>
          </a:prstGeom>
          <a:effectLst/>
        </p:spPr>
      </p:pic>
      <p:pic>
        <p:nvPicPr>
          <p:cNvPr id="300" name="robot_photo1" descr="Exact source robot embodiment photograph/artwork; no readable diagram label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083" y="3061293"/>
            <a:ext cx="615297" cy="645682"/>
          </a:xfrm>
          <a:prstGeom prst="rect">
            <a:avLst/>
          </a:prstGeom>
          <a:effectLst/>
        </p:spPr>
      </p:pic>
      <p:pic>
        <p:nvPicPr>
          <p:cNvPr id="301" name="robot_photo2" descr="Exact source robot embodiment photograph/artwork; no readable diagram labels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0728" y="3053697"/>
            <a:ext cx="524142" cy="653278"/>
          </a:xfrm>
          <a:prstGeom prst="rect">
            <a:avLst/>
          </a:prstGeom>
          <a:effectLst/>
        </p:spPr>
      </p:pic>
      <p:pic>
        <p:nvPicPr>
          <p:cNvPr id="302" name="robot_photo3" descr="Exact source robot embodiment photograph/artwork; no readable diagram labels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1988" y="3061293"/>
            <a:ext cx="622893" cy="607700"/>
          </a:xfrm>
          <a:prstGeom prst="rect">
            <a:avLst/>
          </a:prstGeom>
          <a:effectLst/>
        </p:spPr>
      </p:pic>
      <p:cxnSp>
        <p:nvCxnSpPr>
          <p:cNvPr id="303" name="s1obs_vlm_dashed_shaft" descr="Editable line; source id s1obs_vlm_dashed_shaft"/>
          <p:cNvCxnSpPr/>
          <p:nvPr/>
        </p:nvCxnSpPr>
        <p:spPr>
          <a:xfrm>
            <a:off x="1671177" y="1291364"/>
            <a:ext cx="592508" cy="0"/>
          </a:xfrm>
          <a:prstGeom prst="line">
            <a:avLst/>
          </a:prstGeom>
          <a:ln w="11394">
            <a:solidFill>
              <a:srgbClr val="000000"/>
            </a:solidFill>
            <a:custDash>
              <a:ds d="466667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23obs_film_dashed_shaft" descr="Editable line; source id s23obs_film_dashed_shaft"/>
          <p:cNvCxnSpPr/>
          <p:nvPr/>
        </p:nvCxnSpPr>
        <p:spPr>
          <a:xfrm>
            <a:off x="5446519" y="1709158"/>
            <a:ext cx="0" cy="151926"/>
          </a:xfrm>
          <a:prstGeom prst="line">
            <a:avLst/>
          </a:prstGeom>
          <a:ln w="11394">
            <a:solidFill>
              <a:srgbClr val="000000"/>
            </a:solidFill>
            <a:custDash>
              <a:ds d="466667" sp="3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main_title_name" descr="Editable text; source id main_title_name"/>
          <p:cNvSpPr txBox="1"/>
          <p:nvPr/>
        </p:nvSpPr>
        <p:spPr>
          <a:xfrm>
            <a:off x="4557756" y="98751"/>
            <a:ext cx="1352134" cy="25827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19"/>
              </a:lnSpc>
              <a:spcBef>
                <a:spcPts val="0"/>
              </a:spcBef>
              <a:spcAft>
                <a:spcPts val="0"/>
              </a:spcAft>
              <a:defRPr sz="149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95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Dex-VLA:</a:t>
            </a:r>
          </a:p>
        </p:txBody>
      </p:sp>
      <p:sp>
        <p:nvSpPr>
          <p:cNvPr id="306" name="stage1_expert_label_second" descr="Editable text; source id stage1_expert_label_second"/>
          <p:cNvSpPr txBox="1"/>
          <p:nvPr/>
        </p:nvSpPr>
        <p:spPr>
          <a:xfrm>
            <a:off x="2704269" y="2567536"/>
            <a:ext cx="1177420" cy="2050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6"/>
              </a:lnSpc>
              <a:spcBef>
                <a:spcPts val="0"/>
              </a:spcBef>
              <a:spcAft>
                <a:spcPts val="0"/>
              </a:spcAft>
              <a:def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Diffusion Expert</a:t>
            </a:r>
          </a:p>
        </p:txBody>
      </p:sp>
      <p:sp>
        <p:nvSpPr>
          <p:cNvPr id="307" name="stage23_expert_label_second" descr="Editable text; source id stage23_expert_label_second"/>
          <p:cNvSpPr txBox="1"/>
          <p:nvPr/>
        </p:nvSpPr>
        <p:spPr>
          <a:xfrm>
            <a:off x="7224044" y="2559940"/>
            <a:ext cx="1177420" cy="2050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36"/>
              </a:lnSpc>
              <a:spcBef>
                <a:spcPts val="0"/>
              </a:spcBef>
              <a:spcAft>
                <a:spcPts val="0"/>
              </a:spcAft>
              <a:def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1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Diffusion Expert</a:t>
            </a:r>
          </a:p>
        </p:txBody>
      </p:sp>
      <p:pic>
        <p:nvPicPr>
          <p:cNvPr id="308" name="stage1_robot_initial" descr="Exact source complex robot kinematics/motion artwork crop; no readable labels. Arrow between states is native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4175" y="2962541"/>
            <a:ext cx="364620" cy="432986"/>
          </a:xfrm>
          <a:prstGeom prst="rect">
            <a:avLst/>
          </a:prstGeom>
          <a:effectLst/>
        </p:spPr>
      </p:pic>
      <p:pic>
        <p:nvPicPr>
          <p:cNvPr id="309" name="stage1_robot_moved" descr="Exact source complex robot kinematics/motion artwork crop; no readable labels. Arrow between states is native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2355" y="2962541"/>
            <a:ext cx="379813" cy="432986"/>
          </a:xfrm>
          <a:prstGeom prst="rect">
            <a:avLst/>
          </a:prstGeom>
          <a:effectLst/>
        </p:spPr>
      </p:pic>
      <p:sp>
        <p:nvSpPr>
          <p:cNvPr id="310" name="stage1_robot_transition" descr="Editable line; source id stage1_robot_transition"/>
          <p:cNvSpPr/>
          <p:nvPr/>
        </p:nvSpPr>
        <p:spPr>
          <a:xfrm>
            <a:off x="3270191" y="3167641"/>
            <a:ext cx="79761" cy="22789"/>
          </a:xfrm>
          <a:custGeom>
            <a:avLst/>
            <a:gdLst/>
            <a:ahLst/>
            <a:cxnLst/>
            <a:rect l="l" t="t" r="r" b="b"/>
            <a:pathLst>
              <a:path w="10500" h="3000">
                <a:moveTo>
                  <a:pt x="0" y="1125"/>
                </a:moveTo>
                <a:lnTo>
                  <a:pt x="7500" y="1125"/>
                </a:lnTo>
                <a:lnTo>
                  <a:pt x="7500" y="0"/>
                </a:lnTo>
                <a:lnTo>
                  <a:pt x="10500" y="1500"/>
                </a:lnTo>
                <a:lnTo>
                  <a:pt x="7500" y="3000"/>
                </a:lnTo>
                <a:lnTo>
                  <a:pt x="7500" y="1875"/>
                </a:lnTo>
                <a:lnTo>
                  <a:pt x="0" y="1875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1" name="stage23_robot_initial" descr="Exact source complex robot kinematics/motion artwork crop; no readable labels. Arrow between states is native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8758" y="2954945"/>
            <a:ext cx="364620" cy="432986"/>
          </a:xfrm>
          <a:prstGeom prst="rect">
            <a:avLst/>
          </a:prstGeom>
          <a:effectLst/>
        </p:spPr>
      </p:pic>
      <p:pic>
        <p:nvPicPr>
          <p:cNvPr id="312" name="stage23_robot_moved" descr="Exact source complex robot kinematics/motion artwork crop; no readable labels. Arrow between states is native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534" y="2954945"/>
            <a:ext cx="372216" cy="432986"/>
          </a:xfrm>
          <a:prstGeom prst="rect">
            <a:avLst/>
          </a:prstGeom>
          <a:effectLst/>
        </p:spPr>
      </p:pic>
      <p:sp>
        <p:nvSpPr>
          <p:cNvPr id="313" name="stage23_robot_transition" descr="Editable line; source id stage23_robot_transition"/>
          <p:cNvSpPr/>
          <p:nvPr/>
        </p:nvSpPr>
        <p:spPr>
          <a:xfrm>
            <a:off x="7778572" y="3160045"/>
            <a:ext cx="75963" cy="22789"/>
          </a:xfrm>
          <a:custGeom>
            <a:avLst/>
            <a:gdLst/>
            <a:ahLst/>
            <a:cxnLst/>
            <a:rect l="l" t="t" r="r" b="b"/>
            <a:pathLst>
              <a:path w="10000" h="3000">
                <a:moveTo>
                  <a:pt x="0" y="1125"/>
                </a:moveTo>
                <a:lnTo>
                  <a:pt x="7000" y="1125"/>
                </a:lnTo>
                <a:lnTo>
                  <a:pt x="7000" y="0"/>
                </a:lnTo>
                <a:lnTo>
                  <a:pt x="10000" y="1500"/>
                </a:lnTo>
                <a:lnTo>
                  <a:pt x="7000" y="3000"/>
                </a:lnTo>
                <a:lnTo>
                  <a:pt x="7000" y="1875"/>
                </a:lnTo>
                <a:lnTo>
                  <a:pt x="0" y="1875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DexVLA Figure 2 — complete architecture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