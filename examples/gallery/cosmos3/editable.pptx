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44285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NVIDIA et al., Cosmos 3: Omnimodal World Models for Physical AI, arXiv:2606.02800v4, Figure 5, p.11 (23 June 2026). CC BY 4.0 https://creativecommons.org/licenses/by/4.0/. Reconstruction changes typography and editable geometry; brace remains a local text-free raster asset; diagonal header labels are native rotated text parts. No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_bg" descr="Editable shape; source id ar_bg"/>
          <p:cNvSpPr/>
          <p:nvPr/>
        </p:nvSpPr>
        <p:spPr>
          <a:xfrm>
            <a:off x="600891" y="1402079"/>
            <a:ext cx="3169919" cy="2412274"/>
          </a:xfrm>
          <a:prstGeom prst="rect">
            <a:avLst/>
          </a:prstGeom>
          <a:solidFill>
            <a:srgbClr val="F6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m_bg" descr="Editable shape; source id dm_bg"/>
          <p:cNvSpPr/>
          <p:nvPr/>
        </p:nvSpPr>
        <p:spPr>
          <a:xfrm>
            <a:off x="3875314" y="1402079"/>
            <a:ext cx="3169919" cy="2412274"/>
          </a:xfrm>
          <a:prstGeom prst="rect">
            <a:avLst/>
          </a:prstGeom>
          <a:solidFill>
            <a:srgbClr val="FF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repeat_brace" descr="Exact inspected source pixel crop; retained due unsupported arbitrary-angle labels or curved bra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02" y="1402079"/>
            <a:ext cx="156754" cy="2429691"/>
          </a:xfrm>
          <a:prstGeom prst="rect">
            <a:avLst/>
          </a:prstGeom>
          <a:effectLst/>
        </p:spPr>
      </p:pic>
      <p:sp>
        <p:nvSpPr>
          <p:cNvPr id="5" name="repeat_times" descr="Editable text; source id repeat_times"/>
          <p:cNvSpPr txBox="1"/>
          <p:nvPr/>
        </p:nvSpPr>
        <p:spPr>
          <a:xfrm>
            <a:off x="87085" y="2499359"/>
            <a:ext cx="148045" cy="25254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defRPr sz="1577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7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6" name="repeat_L" descr="Editable text; source id repeat_L"/>
          <p:cNvSpPr txBox="1"/>
          <p:nvPr/>
        </p:nvSpPr>
        <p:spPr>
          <a:xfrm>
            <a:off x="235131" y="2499359"/>
            <a:ext cx="148045" cy="25254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defRPr sz="1577" b="0" i="1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7" b="0" i="1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7" name="vit" descr="Editable shape; source id vit"/>
          <p:cNvSpPr/>
          <p:nvPr/>
        </p:nvSpPr>
        <p:spPr>
          <a:xfrm>
            <a:off x="775062" y="130628"/>
            <a:ext cx="1036319" cy="391885"/>
          </a:xfrm>
          <a:prstGeom prst="rect">
            <a:avLst/>
          </a:prstGeom>
          <a:solidFill>
            <a:srgbClr val="EEF5FA"/>
          </a:solidFill>
          <a:ln w="6095">
            <a:solidFill>
              <a:srgbClr val="12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it_label" descr="Editable text; source id vit_label"/>
          <p:cNvSpPr txBox="1"/>
          <p:nvPr/>
        </p:nvSpPr>
        <p:spPr>
          <a:xfrm>
            <a:off x="801188" y="165462"/>
            <a:ext cx="984068" cy="33963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260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126082"/>
                </a:solidFill>
                <a:latin typeface="Times New Roman"/>
                <a:ea typeface="Times New Roman"/>
                <a:cs typeface="Times New Roman"/>
              </a:rPr>
              <a:t>Vision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260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126082"/>
                </a:solidFill>
                <a:latin typeface="Times New Roman"/>
                <a:ea typeface="Times New Roman"/>
                <a:cs typeface="Times New Roman"/>
              </a:rPr>
              <a:t>Encoder (ViT)</a:t>
            </a:r>
          </a:p>
        </p:txBody>
      </p:sp>
      <p:sp>
        <p:nvSpPr>
          <p:cNvPr id="9" name="lang" descr="Editable shape; source id lang"/>
          <p:cNvSpPr/>
          <p:nvPr/>
        </p:nvSpPr>
        <p:spPr>
          <a:xfrm>
            <a:off x="1846217" y="130628"/>
            <a:ext cx="1759131" cy="391885"/>
          </a:xfrm>
          <a:prstGeom prst="rect">
            <a:avLst/>
          </a:prstGeom>
          <a:solidFill>
            <a:srgbClr val="F2F0FC"/>
          </a:solidFill>
          <a:ln w="6095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ng_label" descr="Editable text; source id lang_label"/>
          <p:cNvSpPr txBox="1"/>
          <p:nvPr/>
        </p:nvSpPr>
        <p:spPr>
          <a:xfrm>
            <a:off x="1872342" y="165462"/>
            <a:ext cx="1706879" cy="33963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Language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Tokenizer</a:t>
            </a:r>
          </a:p>
        </p:txBody>
      </p:sp>
      <p:sp>
        <p:nvSpPr>
          <p:cNvPr id="11" name="vae" descr="Editable shape; source id vae"/>
          <p:cNvSpPr/>
          <p:nvPr/>
        </p:nvSpPr>
        <p:spPr>
          <a:xfrm>
            <a:off x="3866605" y="130628"/>
            <a:ext cx="1036319" cy="391885"/>
          </a:xfrm>
          <a:prstGeom prst="rect">
            <a:avLst/>
          </a:prstGeom>
          <a:solidFill>
            <a:srgbClr val="FFF7EE"/>
          </a:solidFill>
          <a:ln w="6095">
            <a:solidFill>
              <a:srgbClr val="A65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ae_label" descr="Editable text; source id vae_label"/>
          <p:cNvSpPr txBox="1"/>
          <p:nvPr/>
        </p:nvSpPr>
        <p:spPr>
          <a:xfrm>
            <a:off x="3892731" y="165462"/>
            <a:ext cx="984068" cy="33963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rPr>
              <a:t>Vision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rPr>
              <a:t>Encoder (VAE)</a:t>
            </a:r>
          </a:p>
        </p:txBody>
      </p:sp>
      <p:sp>
        <p:nvSpPr>
          <p:cNvPr id="13" name="audio" descr="Editable shape; source id audio"/>
          <p:cNvSpPr/>
          <p:nvPr/>
        </p:nvSpPr>
        <p:spPr>
          <a:xfrm>
            <a:off x="4937759" y="130628"/>
            <a:ext cx="1036319" cy="391885"/>
          </a:xfrm>
          <a:prstGeom prst="rect">
            <a:avLst/>
          </a:prstGeom>
          <a:solidFill>
            <a:srgbClr val="F7EDF6"/>
          </a:solidFill>
          <a:ln w="6095">
            <a:solidFill>
              <a:srgbClr val="662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udio_label" descr="Editable text; source id audio_label"/>
          <p:cNvSpPr txBox="1"/>
          <p:nvPr/>
        </p:nvSpPr>
        <p:spPr>
          <a:xfrm>
            <a:off x="4963885" y="165462"/>
            <a:ext cx="984068" cy="33963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6624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66246D"/>
                </a:solidFill>
                <a:latin typeface="Times New Roman"/>
                <a:ea typeface="Times New Roman"/>
                <a:cs typeface="Times New Roman"/>
              </a:rPr>
              <a:t>Audio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6624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66246D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15" name="action" descr="Editable shape; source id action"/>
          <p:cNvSpPr/>
          <p:nvPr/>
        </p:nvSpPr>
        <p:spPr>
          <a:xfrm>
            <a:off x="6008914" y="130628"/>
            <a:ext cx="1036319" cy="391885"/>
          </a:xfrm>
          <a:prstGeom prst="rect">
            <a:avLst/>
          </a:prstGeom>
          <a:solidFill>
            <a:srgbClr val="F5F8F5"/>
          </a:solidFill>
          <a:ln w="6095">
            <a:solidFill>
              <a:srgbClr val="4D6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ction_label" descr="Editable text; source id action_label"/>
          <p:cNvSpPr txBox="1"/>
          <p:nvPr/>
        </p:nvSpPr>
        <p:spPr>
          <a:xfrm>
            <a:off x="6035039" y="165462"/>
            <a:ext cx="984068" cy="33963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4D6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4D684B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4D68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4D684B"/>
                </a:solidFill>
                <a:latin typeface="Times New Roman"/>
                <a:ea typeface="Times New Roman"/>
                <a:cs typeface="Times New Roman"/>
              </a:rPr>
              <a:t>Encoder</a:t>
            </a:r>
          </a:p>
        </p:txBody>
      </p:sp>
      <p:sp>
        <p:nvSpPr>
          <p:cNvPr id="17" name="ar_v0" descr="Editable shape; source id ar_v0"/>
          <p:cNvSpPr/>
          <p:nvPr/>
        </p:nvSpPr>
        <p:spPr>
          <a:xfrm>
            <a:off x="775062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0E5F0"/>
          </a:solidFill>
          <a:ln w="10450">
            <a:solidFill>
              <a:srgbClr val="00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r_v0b" descr="Editable text; source id ar_v0b"/>
          <p:cNvSpPr txBox="1"/>
          <p:nvPr/>
        </p:nvSpPr>
        <p:spPr>
          <a:xfrm>
            <a:off x="827314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19" name="ar_v0s" descr="Editable text; source id ar_v0s"/>
          <p:cNvSpPr txBox="1"/>
          <p:nvPr/>
        </p:nvSpPr>
        <p:spPr>
          <a:xfrm>
            <a:off x="905691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0" name="ar_v0u" descr="Editable text; source id ar_v0u"/>
          <p:cNvSpPr txBox="1"/>
          <p:nvPr/>
        </p:nvSpPr>
        <p:spPr>
          <a:xfrm>
            <a:off x="905691" y="627017"/>
            <a:ext cx="174171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21" name="ar_v1" descr="Editable shape; source id ar_v1"/>
          <p:cNvSpPr/>
          <p:nvPr/>
        </p:nvSpPr>
        <p:spPr>
          <a:xfrm>
            <a:off x="1132114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0E5F0"/>
          </a:solidFill>
          <a:ln w="10450">
            <a:solidFill>
              <a:srgbClr val="00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_v1b" descr="Editable text; source id ar_v1b"/>
          <p:cNvSpPr txBox="1"/>
          <p:nvPr/>
        </p:nvSpPr>
        <p:spPr>
          <a:xfrm>
            <a:off x="1184365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23" name="ar_v1s" descr="Editable text; source id ar_v1s"/>
          <p:cNvSpPr txBox="1"/>
          <p:nvPr/>
        </p:nvSpPr>
        <p:spPr>
          <a:xfrm>
            <a:off x="1262742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4" name="ar_v1u" descr="Editable text; source id ar_v1u"/>
          <p:cNvSpPr txBox="1"/>
          <p:nvPr/>
        </p:nvSpPr>
        <p:spPr>
          <a:xfrm>
            <a:off x="1262742" y="627017"/>
            <a:ext cx="174171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25" name="ar_ellipsis" descr="Editable shape; source id ar_ellipsis"/>
          <p:cNvSpPr/>
          <p:nvPr/>
        </p:nvSpPr>
        <p:spPr>
          <a:xfrm>
            <a:off x="1489165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0E5F0"/>
          </a:solidFill>
          <a:ln w="10450">
            <a:solidFill>
              <a:srgbClr val="00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r_ellipsisb" descr="Editable text; source id ar_ellipsisb"/>
          <p:cNvSpPr txBox="1"/>
          <p:nvPr/>
        </p:nvSpPr>
        <p:spPr>
          <a:xfrm>
            <a:off x="1541417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27" name="ar_l0" descr="Editable shape; source id ar_l0"/>
          <p:cNvSpPr/>
          <p:nvPr/>
        </p:nvSpPr>
        <p:spPr>
          <a:xfrm>
            <a:off x="1846217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E0DDFA"/>
          </a:solidFill>
          <a:ln w="10450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r_l0b" descr="Editable text; source id ar_l0b"/>
          <p:cNvSpPr txBox="1"/>
          <p:nvPr/>
        </p:nvSpPr>
        <p:spPr>
          <a:xfrm>
            <a:off x="1898468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29" name="ar_l0s" descr="Editable text; source id ar_l0s"/>
          <p:cNvSpPr txBox="1"/>
          <p:nvPr/>
        </p:nvSpPr>
        <p:spPr>
          <a:xfrm>
            <a:off x="1976845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0" name="ar_l1" descr="Editable shape; source id ar_l1"/>
          <p:cNvSpPr/>
          <p:nvPr/>
        </p:nvSpPr>
        <p:spPr>
          <a:xfrm>
            <a:off x="2203268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E0DDFA"/>
          </a:solidFill>
          <a:ln w="10450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r_l1b" descr="Editable text; source id ar_l1b"/>
          <p:cNvSpPr txBox="1"/>
          <p:nvPr/>
        </p:nvSpPr>
        <p:spPr>
          <a:xfrm>
            <a:off x="2255519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32" name="ar_l1s" descr="Editable text; source id ar_l1s"/>
          <p:cNvSpPr txBox="1"/>
          <p:nvPr/>
        </p:nvSpPr>
        <p:spPr>
          <a:xfrm>
            <a:off x="2333897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3" name="ar_ldots" descr="Editable shape; source id ar_ldots"/>
          <p:cNvSpPr/>
          <p:nvPr/>
        </p:nvSpPr>
        <p:spPr>
          <a:xfrm>
            <a:off x="2560319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E0DDFA"/>
          </a:solidFill>
          <a:ln w="10450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r_ldotsb" descr="Editable text; source id ar_ldotsb"/>
          <p:cNvSpPr txBox="1"/>
          <p:nvPr/>
        </p:nvSpPr>
        <p:spPr>
          <a:xfrm>
            <a:off x="2612571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35" name="specialEOS" descr="Editable shape; source id specialEOS"/>
          <p:cNvSpPr/>
          <p:nvPr/>
        </p:nvSpPr>
        <p:spPr>
          <a:xfrm>
            <a:off x="2917371" y="618308"/>
            <a:ext cx="330925" cy="217714"/>
          </a:xfrm>
          <a:prstGeom prst="roundRect">
            <a:avLst>
              <a:gd name="adj" fmla="val 16000"/>
            </a:avLst>
          </a:prstGeom>
          <a:solidFill>
            <a:srgbClr val="ECECEC"/>
          </a:solidFill>
          <a:ln w="8708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pecialtxtEOS" descr="Editable text; source id specialtxtEOS"/>
          <p:cNvSpPr txBox="1"/>
          <p:nvPr/>
        </p:nvSpPr>
        <p:spPr>
          <a:xfrm>
            <a:off x="2943497" y="679268"/>
            <a:ext cx="278674" cy="11321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EOS</a:t>
            </a:r>
          </a:p>
        </p:txBody>
      </p:sp>
      <p:sp>
        <p:nvSpPr>
          <p:cNvPr id="37" name="specialBOG" descr="Editable shape; source id specialBOG"/>
          <p:cNvSpPr/>
          <p:nvPr/>
        </p:nvSpPr>
        <p:spPr>
          <a:xfrm>
            <a:off x="3274422" y="618308"/>
            <a:ext cx="330925" cy="217714"/>
          </a:xfrm>
          <a:prstGeom prst="roundRect">
            <a:avLst>
              <a:gd name="adj" fmla="val 16000"/>
            </a:avLst>
          </a:prstGeom>
          <a:solidFill>
            <a:srgbClr val="ECECEC"/>
          </a:solidFill>
          <a:ln w="8708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pecialtxtBOG" descr="Editable text; source id specialtxtBOG"/>
          <p:cNvSpPr txBox="1"/>
          <p:nvPr/>
        </p:nvSpPr>
        <p:spPr>
          <a:xfrm>
            <a:off x="3300548" y="679268"/>
            <a:ext cx="278674" cy="11321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BOG</a:t>
            </a:r>
          </a:p>
        </p:txBody>
      </p:sp>
      <p:sp>
        <p:nvSpPr>
          <p:cNvPr id="39" name="in0" descr="Editable shape; source id in0"/>
          <p:cNvSpPr/>
          <p:nvPr/>
        </p:nvSpPr>
        <p:spPr>
          <a:xfrm>
            <a:off x="3866605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A65000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n0b" descr="Editable text; source id in0b"/>
          <p:cNvSpPr txBox="1"/>
          <p:nvPr/>
        </p:nvSpPr>
        <p:spPr>
          <a:xfrm>
            <a:off x="3918857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41" name="in0s" descr="Editable text; source id in0s"/>
          <p:cNvSpPr txBox="1"/>
          <p:nvPr/>
        </p:nvSpPr>
        <p:spPr>
          <a:xfrm>
            <a:off x="3997234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2" name="in0u" descr="Editable text; source id in0u"/>
          <p:cNvSpPr txBox="1"/>
          <p:nvPr/>
        </p:nvSpPr>
        <p:spPr>
          <a:xfrm>
            <a:off x="3997234" y="627017"/>
            <a:ext cx="174171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43" name="in0tilde" descr="Editable text; source id in0tilde"/>
          <p:cNvSpPr txBox="1"/>
          <p:nvPr/>
        </p:nvSpPr>
        <p:spPr>
          <a:xfrm>
            <a:off x="3918857" y="627017"/>
            <a:ext cx="104502" cy="1306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46"/>
              </a:lnSpc>
              <a:spcBef>
                <a:spcPts val="0"/>
              </a:spcBef>
              <a:spcAft>
                <a:spcPts val="0"/>
              </a:spcAft>
              <a:def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44" name="in1" descr="Editable shape; source id in1"/>
          <p:cNvSpPr/>
          <p:nvPr/>
        </p:nvSpPr>
        <p:spPr>
          <a:xfrm>
            <a:off x="4223657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A65000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n1b" descr="Editable text; source id in1b"/>
          <p:cNvSpPr txBox="1"/>
          <p:nvPr/>
        </p:nvSpPr>
        <p:spPr>
          <a:xfrm>
            <a:off x="4275908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46" name="in1s" descr="Editable text; source id in1s"/>
          <p:cNvSpPr txBox="1"/>
          <p:nvPr/>
        </p:nvSpPr>
        <p:spPr>
          <a:xfrm>
            <a:off x="4354285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7" name="in1u" descr="Editable text; source id in1u"/>
          <p:cNvSpPr txBox="1"/>
          <p:nvPr/>
        </p:nvSpPr>
        <p:spPr>
          <a:xfrm>
            <a:off x="4354285" y="627017"/>
            <a:ext cx="174171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48" name="in1tilde" descr="Editable text; source id in1tilde"/>
          <p:cNvSpPr txBox="1"/>
          <p:nvPr/>
        </p:nvSpPr>
        <p:spPr>
          <a:xfrm>
            <a:off x="4275908" y="627017"/>
            <a:ext cx="104502" cy="1306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46"/>
              </a:lnSpc>
              <a:spcBef>
                <a:spcPts val="0"/>
              </a:spcBef>
              <a:spcAft>
                <a:spcPts val="0"/>
              </a:spcAft>
              <a:def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49" name="in2" descr="Editable shape; source id in2"/>
          <p:cNvSpPr/>
          <p:nvPr/>
        </p:nvSpPr>
        <p:spPr>
          <a:xfrm>
            <a:off x="4580708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A65000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n2b" descr="Editable text; source id in2b"/>
          <p:cNvSpPr txBox="1"/>
          <p:nvPr/>
        </p:nvSpPr>
        <p:spPr>
          <a:xfrm>
            <a:off x="4632959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51" name="in3" descr="Editable shape; source id in3"/>
          <p:cNvSpPr/>
          <p:nvPr/>
        </p:nvSpPr>
        <p:spPr>
          <a:xfrm>
            <a:off x="4937759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76237E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n3b" descr="Editable text; source id in3b"/>
          <p:cNvSpPr txBox="1"/>
          <p:nvPr/>
        </p:nvSpPr>
        <p:spPr>
          <a:xfrm>
            <a:off x="4990011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53" name="in3s" descr="Editable text; source id in3s"/>
          <p:cNvSpPr txBox="1"/>
          <p:nvPr/>
        </p:nvSpPr>
        <p:spPr>
          <a:xfrm>
            <a:off x="5068388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54" name="in3tilde" descr="Editable text; source id in3tilde"/>
          <p:cNvSpPr txBox="1"/>
          <p:nvPr/>
        </p:nvSpPr>
        <p:spPr>
          <a:xfrm>
            <a:off x="4990011" y="627017"/>
            <a:ext cx="104502" cy="1306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46"/>
              </a:lnSpc>
              <a:spcBef>
                <a:spcPts val="0"/>
              </a:spcBef>
              <a:spcAft>
                <a:spcPts val="0"/>
              </a:spcAft>
              <a:def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55" name="in4" descr="Editable shape; source id in4"/>
          <p:cNvSpPr/>
          <p:nvPr/>
        </p:nvSpPr>
        <p:spPr>
          <a:xfrm>
            <a:off x="5294811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76237E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n4b" descr="Editable text; source id in4b"/>
          <p:cNvSpPr txBox="1"/>
          <p:nvPr/>
        </p:nvSpPr>
        <p:spPr>
          <a:xfrm>
            <a:off x="5347062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57" name="in4s" descr="Editable text; source id in4s"/>
          <p:cNvSpPr txBox="1"/>
          <p:nvPr/>
        </p:nvSpPr>
        <p:spPr>
          <a:xfrm>
            <a:off x="5425439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8" name="in4tilde" descr="Editable text; source id in4tilde"/>
          <p:cNvSpPr txBox="1"/>
          <p:nvPr/>
        </p:nvSpPr>
        <p:spPr>
          <a:xfrm>
            <a:off x="5347062" y="627017"/>
            <a:ext cx="104502" cy="1306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46"/>
              </a:lnSpc>
              <a:spcBef>
                <a:spcPts val="0"/>
              </a:spcBef>
              <a:spcAft>
                <a:spcPts val="0"/>
              </a:spcAft>
              <a:def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59" name="in5" descr="Editable shape; source id in5"/>
          <p:cNvSpPr/>
          <p:nvPr/>
        </p:nvSpPr>
        <p:spPr>
          <a:xfrm>
            <a:off x="5651862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76237E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in5b" descr="Editable text; source id in5b"/>
          <p:cNvSpPr txBox="1"/>
          <p:nvPr/>
        </p:nvSpPr>
        <p:spPr>
          <a:xfrm>
            <a:off x="5704114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61" name="in6" descr="Editable shape; source id in6"/>
          <p:cNvSpPr/>
          <p:nvPr/>
        </p:nvSpPr>
        <p:spPr>
          <a:xfrm>
            <a:off x="6008914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375D37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in6b" descr="Editable text; source id in6b"/>
          <p:cNvSpPr txBox="1"/>
          <p:nvPr/>
        </p:nvSpPr>
        <p:spPr>
          <a:xfrm>
            <a:off x="6061165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63" name="in6s" descr="Editable text; source id in6s"/>
          <p:cNvSpPr txBox="1"/>
          <p:nvPr/>
        </p:nvSpPr>
        <p:spPr>
          <a:xfrm>
            <a:off x="6139542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4" name="in6tilde" descr="Editable text; source id in6tilde"/>
          <p:cNvSpPr txBox="1"/>
          <p:nvPr/>
        </p:nvSpPr>
        <p:spPr>
          <a:xfrm>
            <a:off x="6061165" y="627017"/>
            <a:ext cx="104502" cy="1306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46"/>
              </a:lnSpc>
              <a:spcBef>
                <a:spcPts val="0"/>
              </a:spcBef>
              <a:spcAft>
                <a:spcPts val="0"/>
              </a:spcAft>
              <a:def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65" name="in7" descr="Editable shape; source id in7"/>
          <p:cNvSpPr/>
          <p:nvPr/>
        </p:nvSpPr>
        <p:spPr>
          <a:xfrm>
            <a:off x="6365965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375D37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in7b" descr="Editable text; source id in7b"/>
          <p:cNvSpPr txBox="1"/>
          <p:nvPr/>
        </p:nvSpPr>
        <p:spPr>
          <a:xfrm>
            <a:off x="6418216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67" name="in7s" descr="Editable text; source id in7s"/>
          <p:cNvSpPr txBox="1"/>
          <p:nvPr/>
        </p:nvSpPr>
        <p:spPr>
          <a:xfrm>
            <a:off x="6496594" y="722811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68" name="in7tilde" descr="Editable text; source id in7tilde"/>
          <p:cNvSpPr txBox="1"/>
          <p:nvPr/>
        </p:nvSpPr>
        <p:spPr>
          <a:xfrm>
            <a:off x="6418216" y="627017"/>
            <a:ext cx="104502" cy="1306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946"/>
              </a:lnSpc>
              <a:spcBef>
                <a:spcPts val="0"/>
              </a:spcBef>
              <a:spcAft>
                <a:spcPts val="0"/>
              </a:spcAft>
              <a:def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2" b="0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69" name="in8" descr="Editable shape; source id in8"/>
          <p:cNvSpPr/>
          <p:nvPr/>
        </p:nvSpPr>
        <p:spPr>
          <a:xfrm>
            <a:off x="6723016" y="61830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AF7F3"/>
          </a:solidFill>
          <a:ln w="10450">
            <a:solidFill>
              <a:srgbClr val="375D37"/>
            </a:solidFill>
            <a:custDash>
              <a:ds d="333333" sp="3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in8b" descr="Editable text; source id in8b"/>
          <p:cNvSpPr txBox="1"/>
          <p:nvPr/>
        </p:nvSpPr>
        <p:spPr>
          <a:xfrm>
            <a:off x="6775268" y="635725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71" name="out0" descr="Editable shape; source id out0"/>
          <p:cNvSpPr/>
          <p:nvPr/>
        </p:nvSpPr>
        <p:spPr>
          <a:xfrm>
            <a:off x="3866605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BE1C5"/>
          </a:solidFill>
          <a:ln w="10450">
            <a:solidFill>
              <a:srgbClr val="A65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ut0b" descr="Editable text; source id out0b"/>
          <p:cNvSpPr txBox="1"/>
          <p:nvPr/>
        </p:nvSpPr>
        <p:spPr>
          <a:xfrm>
            <a:off x="3918857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73" name="out0s" descr="Editable text; source id out0s"/>
          <p:cNvSpPr txBox="1"/>
          <p:nvPr/>
        </p:nvSpPr>
        <p:spPr>
          <a:xfrm>
            <a:off x="3997234" y="4101737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74" name="out0u" descr="Editable text; source id out0u"/>
          <p:cNvSpPr txBox="1"/>
          <p:nvPr/>
        </p:nvSpPr>
        <p:spPr>
          <a:xfrm>
            <a:off x="3997234" y="4005942"/>
            <a:ext cx="174171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75" name="out1" descr="Editable shape; source id out1"/>
          <p:cNvSpPr/>
          <p:nvPr/>
        </p:nvSpPr>
        <p:spPr>
          <a:xfrm>
            <a:off x="4223657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BE1C5"/>
          </a:solidFill>
          <a:ln w="10450">
            <a:solidFill>
              <a:srgbClr val="A65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ut1b" descr="Editable text; source id out1b"/>
          <p:cNvSpPr txBox="1"/>
          <p:nvPr/>
        </p:nvSpPr>
        <p:spPr>
          <a:xfrm>
            <a:off x="4275908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77" name="out1s" descr="Editable text; source id out1s"/>
          <p:cNvSpPr txBox="1"/>
          <p:nvPr/>
        </p:nvSpPr>
        <p:spPr>
          <a:xfrm>
            <a:off x="4354285" y="4101737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78" name="out1u" descr="Editable text; source id out1u"/>
          <p:cNvSpPr txBox="1"/>
          <p:nvPr/>
        </p:nvSpPr>
        <p:spPr>
          <a:xfrm>
            <a:off x="4354285" y="4005942"/>
            <a:ext cx="174171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79" name="out2" descr="Editable shape; source id out2"/>
          <p:cNvSpPr/>
          <p:nvPr/>
        </p:nvSpPr>
        <p:spPr>
          <a:xfrm>
            <a:off x="4580708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BE1C5"/>
          </a:solidFill>
          <a:ln w="10450">
            <a:solidFill>
              <a:srgbClr val="A65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ut2b" descr="Editable text; source id out2b"/>
          <p:cNvSpPr txBox="1"/>
          <p:nvPr/>
        </p:nvSpPr>
        <p:spPr>
          <a:xfrm>
            <a:off x="4632959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81" name="out3" descr="Editable shape; source id out3"/>
          <p:cNvSpPr/>
          <p:nvPr/>
        </p:nvSpPr>
        <p:spPr>
          <a:xfrm>
            <a:off x="4937759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EC5E0"/>
          </a:solidFill>
          <a:ln w="10450">
            <a:solidFill>
              <a:srgbClr val="76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ut3b" descr="Editable text; source id out3b"/>
          <p:cNvSpPr txBox="1"/>
          <p:nvPr/>
        </p:nvSpPr>
        <p:spPr>
          <a:xfrm>
            <a:off x="4990011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83" name="out3s" descr="Editable text; source id out3s"/>
          <p:cNvSpPr txBox="1"/>
          <p:nvPr/>
        </p:nvSpPr>
        <p:spPr>
          <a:xfrm>
            <a:off x="5068388" y="4101737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4" name="out4" descr="Editable shape; source id out4"/>
          <p:cNvSpPr/>
          <p:nvPr/>
        </p:nvSpPr>
        <p:spPr>
          <a:xfrm>
            <a:off x="5294811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EC5E0"/>
          </a:solidFill>
          <a:ln w="10450">
            <a:solidFill>
              <a:srgbClr val="76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ut4b" descr="Editable text; source id out4b"/>
          <p:cNvSpPr txBox="1"/>
          <p:nvPr/>
        </p:nvSpPr>
        <p:spPr>
          <a:xfrm>
            <a:off x="5347062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86" name="out4s" descr="Editable text; source id out4s"/>
          <p:cNvSpPr txBox="1"/>
          <p:nvPr/>
        </p:nvSpPr>
        <p:spPr>
          <a:xfrm>
            <a:off x="5425439" y="4101737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87" name="out5" descr="Editable shape; source id out5"/>
          <p:cNvSpPr/>
          <p:nvPr/>
        </p:nvSpPr>
        <p:spPr>
          <a:xfrm>
            <a:off x="5651862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EC5E0"/>
          </a:solidFill>
          <a:ln w="10450">
            <a:solidFill>
              <a:srgbClr val="76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ut5b" descr="Editable text; source id out5b"/>
          <p:cNvSpPr txBox="1"/>
          <p:nvPr/>
        </p:nvSpPr>
        <p:spPr>
          <a:xfrm>
            <a:off x="5704114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89" name="out6" descr="Editable shape; source id out6"/>
          <p:cNvSpPr/>
          <p:nvPr/>
        </p:nvSpPr>
        <p:spPr>
          <a:xfrm>
            <a:off x="6008914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DEADB"/>
          </a:solidFill>
          <a:ln w="10450">
            <a:solidFill>
              <a:srgbClr val="375D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ut6b" descr="Editable text; source id out6b"/>
          <p:cNvSpPr txBox="1"/>
          <p:nvPr/>
        </p:nvSpPr>
        <p:spPr>
          <a:xfrm>
            <a:off x="6061165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91" name="out6s" descr="Editable text; source id out6s"/>
          <p:cNvSpPr txBox="1"/>
          <p:nvPr/>
        </p:nvSpPr>
        <p:spPr>
          <a:xfrm>
            <a:off x="6139542" y="4101737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2" name="out7" descr="Editable shape; source id out7"/>
          <p:cNvSpPr/>
          <p:nvPr/>
        </p:nvSpPr>
        <p:spPr>
          <a:xfrm>
            <a:off x="6365965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DEADB"/>
          </a:solidFill>
          <a:ln w="10450">
            <a:solidFill>
              <a:srgbClr val="375D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ut7b" descr="Editable text; source id out7b"/>
          <p:cNvSpPr txBox="1"/>
          <p:nvPr/>
        </p:nvSpPr>
        <p:spPr>
          <a:xfrm>
            <a:off x="6418216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94" name="out7s" descr="Editable text; source id out7s"/>
          <p:cNvSpPr txBox="1"/>
          <p:nvPr/>
        </p:nvSpPr>
        <p:spPr>
          <a:xfrm>
            <a:off x="6496594" y="4101737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5" name="out8" descr="Editable shape; source id out8"/>
          <p:cNvSpPr/>
          <p:nvPr/>
        </p:nvSpPr>
        <p:spPr>
          <a:xfrm>
            <a:off x="6723016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DEADB"/>
          </a:solidFill>
          <a:ln w="10450">
            <a:solidFill>
              <a:srgbClr val="375D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ut8b" descr="Editable text; source id out8b"/>
          <p:cNvSpPr txBox="1"/>
          <p:nvPr/>
        </p:nvSpPr>
        <p:spPr>
          <a:xfrm>
            <a:off x="6775268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97" name="arout0" descr="Editable shape; source id arout0"/>
          <p:cNvSpPr/>
          <p:nvPr/>
        </p:nvSpPr>
        <p:spPr>
          <a:xfrm>
            <a:off x="2029097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E0DDFA"/>
          </a:solidFill>
          <a:ln w="10450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arout0b" descr="Editable text; source id arout0b"/>
          <p:cNvSpPr txBox="1"/>
          <p:nvPr/>
        </p:nvSpPr>
        <p:spPr>
          <a:xfrm>
            <a:off x="2081348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99" name="arout0s" descr="Editable text; source id arout0s"/>
          <p:cNvSpPr txBox="1"/>
          <p:nvPr/>
        </p:nvSpPr>
        <p:spPr>
          <a:xfrm>
            <a:off x="2159725" y="4101737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00" name="arout1" descr="Editable shape; source id arout1"/>
          <p:cNvSpPr/>
          <p:nvPr/>
        </p:nvSpPr>
        <p:spPr>
          <a:xfrm>
            <a:off x="2386148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E0DDFA"/>
          </a:solidFill>
          <a:ln w="10450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arout1b" descr="Editable text; source id arout1b"/>
          <p:cNvSpPr txBox="1"/>
          <p:nvPr/>
        </p:nvSpPr>
        <p:spPr>
          <a:xfrm>
            <a:off x="2438399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02" name="arout1s" descr="Editable text; source id arout1s"/>
          <p:cNvSpPr txBox="1"/>
          <p:nvPr/>
        </p:nvSpPr>
        <p:spPr>
          <a:xfrm>
            <a:off x="2516777" y="4101737"/>
            <a:ext cx="87085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03" name="arout2" descr="Editable shape; source id arout2"/>
          <p:cNvSpPr/>
          <p:nvPr/>
        </p:nvSpPr>
        <p:spPr>
          <a:xfrm>
            <a:off x="2743199" y="3997234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E0DDFA"/>
          </a:solidFill>
          <a:ln w="10450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arout2b" descr="Editable text; source id arout2b"/>
          <p:cNvSpPr txBox="1"/>
          <p:nvPr/>
        </p:nvSpPr>
        <p:spPr>
          <a:xfrm>
            <a:off x="2795451" y="4014651"/>
            <a:ext cx="243839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234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cxnSp>
        <p:nvCxnSpPr>
          <p:cNvPr id="105" name="arbracket" descr="Editable line; source id arbracket"/>
          <p:cNvCxnSpPr/>
          <p:nvPr/>
        </p:nvCxnSpPr>
        <p:spPr>
          <a:xfrm>
            <a:off x="775062" y="966651"/>
            <a:ext cx="2830286" cy="0"/>
          </a:xfrm>
          <a:prstGeom prst="line">
            <a:avLst/>
          </a:prstGeom>
          <a:ln w="8708">
            <a:solidFill>
              <a:srgbClr val="1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arbrleft" descr="Editable line; source id arbrleft"/>
          <p:cNvCxnSpPr/>
          <p:nvPr/>
        </p:nvCxnSpPr>
        <p:spPr>
          <a:xfrm>
            <a:off x="775062" y="905691"/>
            <a:ext cx="0" cy="60960"/>
          </a:xfrm>
          <a:prstGeom prst="line">
            <a:avLst/>
          </a:prstGeom>
          <a:ln w="8708">
            <a:solidFill>
              <a:srgbClr val="1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arbrright" descr="Editable line; source id arbrright"/>
          <p:cNvCxnSpPr/>
          <p:nvPr/>
        </p:nvCxnSpPr>
        <p:spPr>
          <a:xfrm>
            <a:off x="3605348" y="905691"/>
            <a:ext cx="0" cy="60960"/>
          </a:xfrm>
          <a:prstGeom prst="line">
            <a:avLst/>
          </a:prstGeom>
          <a:ln w="8708">
            <a:solidFill>
              <a:srgbClr val="1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arheading" descr="Editable text; source id arheading"/>
          <p:cNvSpPr txBox="1"/>
          <p:nvPr/>
        </p:nvSpPr>
        <p:spPr>
          <a:xfrm>
            <a:off x="775062" y="1010194"/>
            <a:ext cx="2830285" cy="22642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AR subsequence</a:t>
            </a:r>
          </a:p>
        </p:txBody>
      </p:sp>
      <p:cxnSp>
        <p:nvCxnSpPr>
          <p:cNvPr id="109" name="dmbracket" descr="Editable line; source id dmbracket"/>
          <p:cNvCxnSpPr/>
          <p:nvPr/>
        </p:nvCxnSpPr>
        <p:spPr>
          <a:xfrm>
            <a:off x="3866605" y="966651"/>
            <a:ext cx="3178629" cy="0"/>
          </a:xfrm>
          <a:prstGeom prst="line">
            <a:avLst/>
          </a:prstGeom>
          <a:ln w="8708">
            <a:solidFill>
              <a:srgbClr val="A65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dmbrleft" descr="Editable line; source id dmbrleft"/>
          <p:cNvCxnSpPr/>
          <p:nvPr/>
        </p:nvCxnSpPr>
        <p:spPr>
          <a:xfrm>
            <a:off x="3866605" y="905691"/>
            <a:ext cx="0" cy="60960"/>
          </a:xfrm>
          <a:prstGeom prst="line">
            <a:avLst/>
          </a:prstGeom>
          <a:ln w="8708">
            <a:solidFill>
              <a:srgbClr val="A65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dmbrright" descr="Editable line; source id dmbrright"/>
          <p:cNvCxnSpPr/>
          <p:nvPr/>
        </p:nvCxnSpPr>
        <p:spPr>
          <a:xfrm>
            <a:off x="7045234" y="905691"/>
            <a:ext cx="0" cy="60960"/>
          </a:xfrm>
          <a:prstGeom prst="line">
            <a:avLst/>
          </a:prstGeom>
          <a:ln w="8708">
            <a:solidFill>
              <a:srgbClr val="A65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dmheading" descr="Editable text; source id dmheading"/>
          <p:cNvSpPr txBox="1"/>
          <p:nvPr/>
        </p:nvSpPr>
        <p:spPr>
          <a:xfrm>
            <a:off x="3866605" y="1010194"/>
            <a:ext cx="3178628" cy="22642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1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1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rPr>
              <a:t>Diffusion subsequence</a:t>
            </a:r>
          </a:p>
        </p:txBody>
      </p:sp>
      <p:sp>
        <p:nvSpPr>
          <p:cNvPr id="113" name="arnode1" descr="Editable shape; source id arnode1"/>
          <p:cNvSpPr/>
          <p:nvPr/>
        </p:nvSpPr>
        <p:spPr>
          <a:xfrm>
            <a:off x="1497874" y="1480457"/>
            <a:ext cx="1384662" cy="287382"/>
          </a:xfrm>
          <a:prstGeom prst="rect">
            <a:avLst/>
          </a:prstGeom>
          <a:solidFill>
            <a:srgbClr val="E7E5FC"/>
          </a:solidFill>
          <a:ln w="13062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arlabel1" descr="Editable text; source id arlabel1"/>
          <p:cNvSpPr txBox="1"/>
          <p:nvPr/>
        </p:nvSpPr>
        <p:spPr>
          <a:xfrm>
            <a:off x="1541417" y="1506582"/>
            <a:ext cx="1297577" cy="2438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Layer Norm</a:t>
            </a:r>
          </a:p>
        </p:txBody>
      </p:sp>
      <p:sp>
        <p:nvSpPr>
          <p:cNvPr id="115" name="arnode2" descr="Editable shape; source id arnode2"/>
          <p:cNvSpPr/>
          <p:nvPr/>
        </p:nvSpPr>
        <p:spPr>
          <a:xfrm>
            <a:off x="1497874" y="2960914"/>
            <a:ext cx="1384662" cy="287382"/>
          </a:xfrm>
          <a:prstGeom prst="rect">
            <a:avLst/>
          </a:prstGeom>
          <a:solidFill>
            <a:srgbClr val="E7E5FC"/>
          </a:solidFill>
          <a:ln w="13062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arlabel2" descr="Editable text; source id arlabel2"/>
          <p:cNvSpPr txBox="1"/>
          <p:nvPr/>
        </p:nvSpPr>
        <p:spPr>
          <a:xfrm>
            <a:off x="1541417" y="2987039"/>
            <a:ext cx="1297577" cy="2438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Layer Norm</a:t>
            </a:r>
          </a:p>
        </p:txBody>
      </p:sp>
      <p:sp>
        <p:nvSpPr>
          <p:cNvPr id="117" name="arnode3" descr="Editable shape; source id arnode3"/>
          <p:cNvSpPr/>
          <p:nvPr/>
        </p:nvSpPr>
        <p:spPr>
          <a:xfrm>
            <a:off x="1497874" y="3483428"/>
            <a:ext cx="1384662" cy="287382"/>
          </a:xfrm>
          <a:prstGeom prst="rect">
            <a:avLst/>
          </a:prstGeom>
          <a:solidFill>
            <a:srgbClr val="E7E5FC"/>
          </a:solidFill>
          <a:ln w="13062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arlabel3" descr="Editable text; source id arlabel3"/>
          <p:cNvSpPr txBox="1"/>
          <p:nvPr/>
        </p:nvSpPr>
        <p:spPr>
          <a:xfrm>
            <a:off x="1541417" y="3509554"/>
            <a:ext cx="1297577" cy="2438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MLP</a:t>
            </a:r>
          </a:p>
        </p:txBody>
      </p:sp>
      <p:sp>
        <p:nvSpPr>
          <p:cNvPr id="119" name="ararrow1" descr="Editable line; source id ararrow1"/>
          <p:cNvSpPr/>
          <p:nvPr/>
        </p:nvSpPr>
        <p:spPr>
          <a:xfrm>
            <a:off x="2168434" y="1262743"/>
            <a:ext cx="43543" cy="200297"/>
          </a:xfrm>
          <a:custGeom>
            <a:avLst/>
            <a:gdLst/>
            <a:ahLst/>
            <a:cxnLst/>
            <a:rect l="l" t="t" r="r" b="b"/>
            <a:pathLst>
              <a:path w="5000" h="23000">
                <a:moveTo>
                  <a:pt x="3150" y="0"/>
                </a:moveTo>
                <a:lnTo>
                  <a:pt x="3150" y="16000"/>
                </a:lnTo>
                <a:lnTo>
                  <a:pt x="5000" y="16000"/>
                </a:lnTo>
                <a:lnTo>
                  <a:pt x="2500" y="23000"/>
                </a:lnTo>
                <a:lnTo>
                  <a:pt x="0" y="16000"/>
                </a:lnTo>
                <a:lnTo>
                  <a:pt x="1850" y="16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ararrow2" descr="Editable line; source id ararrow2"/>
          <p:cNvSpPr/>
          <p:nvPr/>
        </p:nvSpPr>
        <p:spPr>
          <a:xfrm>
            <a:off x="2168434" y="1785257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ararrow3" descr="Editable line; source id ararrow3"/>
          <p:cNvSpPr/>
          <p:nvPr/>
        </p:nvSpPr>
        <p:spPr>
          <a:xfrm>
            <a:off x="2168434" y="2743200"/>
            <a:ext cx="43543" cy="200297"/>
          </a:xfrm>
          <a:custGeom>
            <a:avLst/>
            <a:gdLst/>
            <a:ahLst/>
            <a:cxnLst/>
            <a:rect l="l" t="t" r="r" b="b"/>
            <a:pathLst>
              <a:path w="5000" h="23000">
                <a:moveTo>
                  <a:pt x="3150" y="0"/>
                </a:moveTo>
                <a:lnTo>
                  <a:pt x="3150" y="16000"/>
                </a:lnTo>
                <a:lnTo>
                  <a:pt x="5000" y="16000"/>
                </a:lnTo>
                <a:lnTo>
                  <a:pt x="2500" y="23000"/>
                </a:lnTo>
                <a:lnTo>
                  <a:pt x="0" y="16000"/>
                </a:lnTo>
                <a:lnTo>
                  <a:pt x="1850" y="16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ararrow4" descr="Editable line; source id ararrow4"/>
          <p:cNvSpPr/>
          <p:nvPr/>
        </p:nvSpPr>
        <p:spPr>
          <a:xfrm>
            <a:off x="2168434" y="3265714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ararrow5" descr="Editable line; source id ararrow5"/>
          <p:cNvSpPr/>
          <p:nvPr/>
        </p:nvSpPr>
        <p:spPr>
          <a:xfrm>
            <a:off x="2168434" y="3788228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arrole" descr="Editable text; source id arrole"/>
          <p:cNvSpPr txBox="1"/>
          <p:nvPr/>
        </p:nvSpPr>
        <p:spPr>
          <a:xfrm>
            <a:off x="1454331" y="4441371"/>
            <a:ext cx="1471748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Reasoner</a:t>
            </a:r>
          </a:p>
        </p:txBody>
      </p:sp>
      <p:sp>
        <p:nvSpPr>
          <p:cNvPr id="125" name="dmnode1" descr="Editable shape; source id dmnode1"/>
          <p:cNvSpPr/>
          <p:nvPr/>
        </p:nvSpPr>
        <p:spPr>
          <a:xfrm>
            <a:off x="4763588" y="1480457"/>
            <a:ext cx="1384662" cy="287382"/>
          </a:xfrm>
          <a:prstGeom prst="rect">
            <a:avLst/>
          </a:prstGeom>
          <a:solidFill>
            <a:srgbClr val="FFF1E2"/>
          </a:solidFill>
          <a:ln w="13062">
            <a:solidFill>
              <a:srgbClr val="A65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dmlabel1" descr="Editable text; source id dmlabel1"/>
          <p:cNvSpPr txBox="1"/>
          <p:nvPr/>
        </p:nvSpPr>
        <p:spPr>
          <a:xfrm>
            <a:off x="4807131" y="1506582"/>
            <a:ext cx="1297577" cy="2438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Layer Norm</a:t>
            </a:r>
          </a:p>
        </p:txBody>
      </p:sp>
      <p:sp>
        <p:nvSpPr>
          <p:cNvPr id="127" name="dmnode2" descr="Editable shape; source id dmnode2"/>
          <p:cNvSpPr/>
          <p:nvPr/>
        </p:nvSpPr>
        <p:spPr>
          <a:xfrm>
            <a:off x="4763588" y="2960914"/>
            <a:ext cx="1384662" cy="287382"/>
          </a:xfrm>
          <a:prstGeom prst="rect">
            <a:avLst/>
          </a:prstGeom>
          <a:solidFill>
            <a:srgbClr val="FFF1E2"/>
          </a:solidFill>
          <a:ln w="13062">
            <a:solidFill>
              <a:srgbClr val="A65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dmlabel2" descr="Editable text; source id dmlabel2"/>
          <p:cNvSpPr txBox="1"/>
          <p:nvPr/>
        </p:nvSpPr>
        <p:spPr>
          <a:xfrm>
            <a:off x="4807131" y="2987039"/>
            <a:ext cx="1297577" cy="2438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Layer Norm</a:t>
            </a:r>
          </a:p>
        </p:txBody>
      </p:sp>
      <p:sp>
        <p:nvSpPr>
          <p:cNvPr id="129" name="dmnode3" descr="Editable shape; source id dmnode3"/>
          <p:cNvSpPr/>
          <p:nvPr/>
        </p:nvSpPr>
        <p:spPr>
          <a:xfrm>
            <a:off x="4763588" y="3483428"/>
            <a:ext cx="1384662" cy="287382"/>
          </a:xfrm>
          <a:prstGeom prst="rect">
            <a:avLst/>
          </a:prstGeom>
          <a:solidFill>
            <a:srgbClr val="FFF1E2"/>
          </a:solidFill>
          <a:ln w="13062">
            <a:solidFill>
              <a:srgbClr val="A65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dmlabel3" descr="Editable text; source id dmlabel3"/>
          <p:cNvSpPr txBox="1"/>
          <p:nvPr/>
        </p:nvSpPr>
        <p:spPr>
          <a:xfrm>
            <a:off x="4807131" y="3509554"/>
            <a:ext cx="1297577" cy="2438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MLP</a:t>
            </a:r>
          </a:p>
        </p:txBody>
      </p:sp>
      <p:sp>
        <p:nvSpPr>
          <p:cNvPr id="131" name="dmarrow1" descr="Editable line; source id dmarrow1"/>
          <p:cNvSpPr/>
          <p:nvPr/>
        </p:nvSpPr>
        <p:spPr>
          <a:xfrm>
            <a:off x="5434148" y="1262743"/>
            <a:ext cx="43543" cy="200297"/>
          </a:xfrm>
          <a:custGeom>
            <a:avLst/>
            <a:gdLst/>
            <a:ahLst/>
            <a:cxnLst/>
            <a:rect l="l" t="t" r="r" b="b"/>
            <a:pathLst>
              <a:path w="5000" h="23000">
                <a:moveTo>
                  <a:pt x="3150" y="0"/>
                </a:moveTo>
                <a:lnTo>
                  <a:pt x="3150" y="16000"/>
                </a:lnTo>
                <a:lnTo>
                  <a:pt x="5000" y="16000"/>
                </a:lnTo>
                <a:lnTo>
                  <a:pt x="2500" y="23000"/>
                </a:lnTo>
                <a:lnTo>
                  <a:pt x="0" y="16000"/>
                </a:lnTo>
                <a:lnTo>
                  <a:pt x="1850" y="16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dmarrow2" descr="Editable line; source id dmarrow2"/>
          <p:cNvSpPr/>
          <p:nvPr/>
        </p:nvSpPr>
        <p:spPr>
          <a:xfrm>
            <a:off x="5434148" y="1785257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dmarrow3" descr="Editable line; source id dmarrow3"/>
          <p:cNvSpPr/>
          <p:nvPr/>
        </p:nvSpPr>
        <p:spPr>
          <a:xfrm>
            <a:off x="5434148" y="2743200"/>
            <a:ext cx="43543" cy="200297"/>
          </a:xfrm>
          <a:custGeom>
            <a:avLst/>
            <a:gdLst/>
            <a:ahLst/>
            <a:cxnLst/>
            <a:rect l="l" t="t" r="r" b="b"/>
            <a:pathLst>
              <a:path w="5000" h="23000">
                <a:moveTo>
                  <a:pt x="3150" y="0"/>
                </a:moveTo>
                <a:lnTo>
                  <a:pt x="3150" y="16000"/>
                </a:lnTo>
                <a:lnTo>
                  <a:pt x="5000" y="16000"/>
                </a:lnTo>
                <a:lnTo>
                  <a:pt x="2500" y="23000"/>
                </a:lnTo>
                <a:lnTo>
                  <a:pt x="0" y="16000"/>
                </a:lnTo>
                <a:lnTo>
                  <a:pt x="1850" y="16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dmarrow4" descr="Editable line; source id dmarrow4"/>
          <p:cNvSpPr/>
          <p:nvPr/>
        </p:nvSpPr>
        <p:spPr>
          <a:xfrm>
            <a:off x="5434148" y="3265714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dmarrow5" descr="Editable line; source id dmarrow5"/>
          <p:cNvSpPr/>
          <p:nvPr/>
        </p:nvSpPr>
        <p:spPr>
          <a:xfrm>
            <a:off x="5434148" y="3788228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dmrole" descr="Editable text; source id dmrole"/>
          <p:cNvSpPr txBox="1"/>
          <p:nvPr/>
        </p:nvSpPr>
        <p:spPr>
          <a:xfrm>
            <a:off x="4720045" y="4441371"/>
            <a:ext cx="1471748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</p:txBody>
      </p:sp>
      <p:sp>
        <p:nvSpPr>
          <p:cNvPr id="137" name="attention" descr="Editable shape; source id attention"/>
          <p:cNvSpPr/>
          <p:nvPr/>
        </p:nvSpPr>
        <p:spPr>
          <a:xfrm>
            <a:off x="853439" y="2002971"/>
            <a:ext cx="5939245" cy="722811"/>
          </a:xfrm>
          <a:prstGeom prst="rect">
            <a:avLst/>
          </a:prstGeom>
          <a:solidFill>
            <a:srgbClr val="ECECEC"/>
          </a:solidFill>
          <a:ln w="17417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attentiontitle" descr="Editable text; source id attentiontitle"/>
          <p:cNvSpPr txBox="1"/>
          <p:nvPr/>
        </p:nvSpPr>
        <p:spPr>
          <a:xfrm>
            <a:off x="1828799" y="2046514"/>
            <a:ext cx="3971108" cy="2438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95"/>
              </a:lnSpc>
              <a:spcBef>
                <a:spcPts val="0"/>
              </a:spcBef>
              <a:spcAft>
                <a:spcPts val="0"/>
              </a:spcAft>
              <a:defRPr sz="147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7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Shared Multimodal Attention</a:t>
            </a:r>
          </a:p>
        </p:txBody>
      </p:sp>
      <p:sp>
        <p:nvSpPr>
          <p:cNvPr id="139" name="causal" descr="Editable text; source id causal"/>
          <p:cNvSpPr txBox="1"/>
          <p:nvPr/>
        </p:nvSpPr>
        <p:spPr>
          <a:xfrm>
            <a:off x="1314994" y="2272937"/>
            <a:ext cx="174171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Causal Self-Attn</a:t>
            </a:r>
          </a:p>
        </p:txBody>
      </p:sp>
      <p:sp>
        <p:nvSpPr>
          <p:cNvPr id="140" name="full" descr="Editable text; source id full"/>
          <p:cNvSpPr txBox="1"/>
          <p:nvPr/>
        </p:nvSpPr>
        <p:spPr>
          <a:xfrm>
            <a:off x="4362994" y="2272937"/>
            <a:ext cx="2177142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Full Attention</a:t>
            </a:r>
          </a:p>
        </p:txBody>
      </p:sp>
      <p:cxnSp>
        <p:nvCxnSpPr>
          <p:cNvPr id="141" name="expand1" descr="Editable line; source id expand1"/>
          <p:cNvCxnSpPr/>
          <p:nvPr/>
        </p:nvCxnSpPr>
        <p:spPr>
          <a:xfrm flipV="1">
            <a:off x="6801394" y="1297577"/>
            <a:ext cx="1323702" cy="705394"/>
          </a:xfrm>
          <a:prstGeom prst="line">
            <a:avLst/>
          </a:prstGeom>
          <a:ln w="12191">
            <a:solidFill>
              <a:srgbClr val="B6B6B6"/>
            </a:solidFill>
            <a:custDash>
              <a:ds d="428571" sp="428571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expand2" descr="Editable line; source id expand2"/>
          <p:cNvCxnSpPr/>
          <p:nvPr/>
        </p:nvCxnSpPr>
        <p:spPr>
          <a:xfrm>
            <a:off x="6801394" y="2734491"/>
            <a:ext cx="1323702" cy="870857"/>
          </a:xfrm>
          <a:prstGeom prst="line">
            <a:avLst/>
          </a:prstGeom>
          <a:ln w="12191">
            <a:solidFill>
              <a:srgbClr val="B6B6B6"/>
            </a:solidFill>
            <a:custDash>
              <a:ds d="428571" sp="428571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cell_0_0" descr="Editable shape; source id cell_0_0"/>
          <p:cNvSpPr/>
          <p:nvPr/>
        </p:nvSpPr>
        <p:spPr>
          <a:xfrm>
            <a:off x="8908868" y="1306285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cell_0_1" descr="Editable shape; source id cell_0_1"/>
          <p:cNvSpPr/>
          <p:nvPr/>
        </p:nvSpPr>
        <p:spPr>
          <a:xfrm>
            <a:off x="9136742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cell_0_2" descr="Editable shape; source id cell_0_2"/>
          <p:cNvSpPr/>
          <p:nvPr/>
        </p:nvSpPr>
        <p:spPr>
          <a:xfrm>
            <a:off x="9364617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cell_0_3" descr="Editable shape; source id cell_0_3"/>
          <p:cNvSpPr/>
          <p:nvPr/>
        </p:nvSpPr>
        <p:spPr>
          <a:xfrm>
            <a:off x="9592492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cell_0_4" descr="Editable shape; source id cell_0_4"/>
          <p:cNvSpPr/>
          <p:nvPr/>
        </p:nvSpPr>
        <p:spPr>
          <a:xfrm>
            <a:off x="9820366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cell_0_5" descr="Editable shape; source id cell_0_5"/>
          <p:cNvSpPr/>
          <p:nvPr/>
        </p:nvSpPr>
        <p:spPr>
          <a:xfrm>
            <a:off x="10048241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cell_0_6" descr="Editable shape; source id cell_0_6"/>
          <p:cNvSpPr/>
          <p:nvPr/>
        </p:nvSpPr>
        <p:spPr>
          <a:xfrm>
            <a:off x="10276115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cell_0_7" descr="Editable shape; source id cell_0_7"/>
          <p:cNvSpPr/>
          <p:nvPr/>
        </p:nvSpPr>
        <p:spPr>
          <a:xfrm>
            <a:off x="10503990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cell_0_8" descr="Editable shape; source id cell_0_8"/>
          <p:cNvSpPr/>
          <p:nvPr/>
        </p:nvSpPr>
        <p:spPr>
          <a:xfrm>
            <a:off x="10731864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cell_0_9" descr="Editable shape; source id cell_0_9"/>
          <p:cNvSpPr/>
          <p:nvPr/>
        </p:nvSpPr>
        <p:spPr>
          <a:xfrm>
            <a:off x="10959739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cell_0_10" descr="Editable shape; source id cell_0_10"/>
          <p:cNvSpPr/>
          <p:nvPr/>
        </p:nvSpPr>
        <p:spPr>
          <a:xfrm>
            <a:off x="11187614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cell_0_11" descr="Editable shape; source id cell_0_11"/>
          <p:cNvSpPr/>
          <p:nvPr/>
        </p:nvSpPr>
        <p:spPr>
          <a:xfrm>
            <a:off x="11415488" y="1306285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cell_1_0" descr="Editable shape; source id cell_1_0"/>
          <p:cNvSpPr/>
          <p:nvPr/>
        </p:nvSpPr>
        <p:spPr>
          <a:xfrm>
            <a:off x="8908868" y="1534160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cell_1_1" descr="Editable shape; source id cell_1_1"/>
          <p:cNvSpPr/>
          <p:nvPr/>
        </p:nvSpPr>
        <p:spPr>
          <a:xfrm>
            <a:off x="9136742" y="1534160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cell_1_2" descr="Editable shape; source id cell_1_2"/>
          <p:cNvSpPr/>
          <p:nvPr/>
        </p:nvSpPr>
        <p:spPr>
          <a:xfrm>
            <a:off x="9364617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cell_1_3" descr="Editable shape; source id cell_1_3"/>
          <p:cNvSpPr/>
          <p:nvPr/>
        </p:nvSpPr>
        <p:spPr>
          <a:xfrm>
            <a:off x="9592492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cell_1_4" descr="Editable shape; source id cell_1_4"/>
          <p:cNvSpPr/>
          <p:nvPr/>
        </p:nvSpPr>
        <p:spPr>
          <a:xfrm>
            <a:off x="9820366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cell_1_5" descr="Editable shape; source id cell_1_5"/>
          <p:cNvSpPr/>
          <p:nvPr/>
        </p:nvSpPr>
        <p:spPr>
          <a:xfrm>
            <a:off x="10048241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cell_1_6" descr="Editable shape; source id cell_1_6"/>
          <p:cNvSpPr/>
          <p:nvPr/>
        </p:nvSpPr>
        <p:spPr>
          <a:xfrm>
            <a:off x="10276115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cell_1_7" descr="Editable shape; source id cell_1_7"/>
          <p:cNvSpPr/>
          <p:nvPr/>
        </p:nvSpPr>
        <p:spPr>
          <a:xfrm>
            <a:off x="10503990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cell_1_8" descr="Editable shape; source id cell_1_8"/>
          <p:cNvSpPr/>
          <p:nvPr/>
        </p:nvSpPr>
        <p:spPr>
          <a:xfrm>
            <a:off x="10731864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cell_1_9" descr="Editable shape; source id cell_1_9"/>
          <p:cNvSpPr/>
          <p:nvPr/>
        </p:nvSpPr>
        <p:spPr>
          <a:xfrm>
            <a:off x="10959739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cell_1_10" descr="Editable shape; source id cell_1_10"/>
          <p:cNvSpPr/>
          <p:nvPr/>
        </p:nvSpPr>
        <p:spPr>
          <a:xfrm>
            <a:off x="11187614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cell_1_11" descr="Editable shape; source id cell_1_11"/>
          <p:cNvSpPr/>
          <p:nvPr/>
        </p:nvSpPr>
        <p:spPr>
          <a:xfrm>
            <a:off x="11415488" y="1534160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cell_2_0" descr="Editable shape; source id cell_2_0"/>
          <p:cNvSpPr/>
          <p:nvPr/>
        </p:nvSpPr>
        <p:spPr>
          <a:xfrm>
            <a:off x="8908868" y="1762034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cell_2_1" descr="Editable shape; source id cell_2_1"/>
          <p:cNvSpPr/>
          <p:nvPr/>
        </p:nvSpPr>
        <p:spPr>
          <a:xfrm>
            <a:off x="9136742" y="1762034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cell_2_2" descr="Editable shape; source id cell_2_2"/>
          <p:cNvSpPr/>
          <p:nvPr/>
        </p:nvSpPr>
        <p:spPr>
          <a:xfrm>
            <a:off x="9364617" y="1762034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cell_2_3" descr="Editable shape; source id cell_2_3"/>
          <p:cNvSpPr/>
          <p:nvPr/>
        </p:nvSpPr>
        <p:spPr>
          <a:xfrm>
            <a:off x="9592492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cell_2_4" descr="Editable shape; source id cell_2_4"/>
          <p:cNvSpPr/>
          <p:nvPr/>
        </p:nvSpPr>
        <p:spPr>
          <a:xfrm>
            <a:off x="9820366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cell_2_5" descr="Editable shape; source id cell_2_5"/>
          <p:cNvSpPr/>
          <p:nvPr/>
        </p:nvSpPr>
        <p:spPr>
          <a:xfrm>
            <a:off x="10048241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cell_2_6" descr="Editable shape; source id cell_2_6"/>
          <p:cNvSpPr/>
          <p:nvPr/>
        </p:nvSpPr>
        <p:spPr>
          <a:xfrm>
            <a:off x="10276115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cell_2_7" descr="Editable shape; source id cell_2_7"/>
          <p:cNvSpPr/>
          <p:nvPr/>
        </p:nvSpPr>
        <p:spPr>
          <a:xfrm>
            <a:off x="10503990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cell_2_8" descr="Editable shape; source id cell_2_8"/>
          <p:cNvSpPr/>
          <p:nvPr/>
        </p:nvSpPr>
        <p:spPr>
          <a:xfrm>
            <a:off x="10731864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cell_2_9" descr="Editable shape; source id cell_2_9"/>
          <p:cNvSpPr/>
          <p:nvPr/>
        </p:nvSpPr>
        <p:spPr>
          <a:xfrm>
            <a:off x="10959739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cell_2_10" descr="Editable shape; source id cell_2_10"/>
          <p:cNvSpPr/>
          <p:nvPr/>
        </p:nvSpPr>
        <p:spPr>
          <a:xfrm>
            <a:off x="11187614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cell_2_11" descr="Editable shape; source id cell_2_11"/>
          <p:cNvSpPr/>
          <p:nvPr/>
        </p:nvSpPr>
        <p:spPr>
          <a:xfrm>
            <a:off x="11415488" y="1762034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cell_3_0" descr="Editable shape; source id cell_3_0"/>
          <p:cNvSpPr/>
          <p:nvPr/>
        </p:nvSpPr>
        <p:spPr>
          <a:xfrm>
            <a:off x="8908868" y="1989909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cell_3_1" descr="Editable shape; source id cell_3_1"/>
          <p:cNvSpPr/>
          <p:nvPr/>
        </p:nvSpPr>
        <p:spPr>
          <a:xfrm>
            <a:off x="9136742" y="1989909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cell_3_2" descr="Editable shape; source id cell_3_2"/>
          <p:cNvSpPr/>
          <p:nvPr/>
        </p:nvSpPr>
        <p:spPr>
          <a:xfrm>
            <a:off x="9364617" y="1989909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cell_3_3" descr="Editable shape; source id cell_3_3"/>
          <p:cNvSpPr/>
          <p:nvPr/>
        </p:nvSpPr>
        <p:spPr>
          <a:xfrm>
            <a:off x="9592492" y="1989909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cell_3_4" descr="Editable shape; source id cell_3_4"/>
          <p:cNvSpPr/>
          <p:nvPr/>
        </p:nvSpPr>
        <p:spPr>
          <a:xfrm>
            <a:off x="9820366" y="1989909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cell_3_5" descr="Editable shape; source id cell_3_5"/>
          <p:cNvSpPr/>
          <p:nvPr/>
        </p:nvSpPr>
        <p:spPr>
          <a:xfrm>
            <a:off x="10048241" y="1989909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cell_3_6" descr="Editable shape; source id cell_3_6"/>
          <p:cNvSpPr/>
          <p:nvPr/>
        </p:nvSpPr>
        <p:spPr>
          <a:xfrm>
            <a:off x="10276115" y="1989909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cell_3_7" descr="Editable shape; source id cell_3_7"/>
          <p:cNvSpPr/>
          <p:nvPr/>
        </p:nvSpPr>
        <p:spPr>
          <a:xfrm>
            <a:off x="10503990" y="1989909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cell_3_8" descr="Editable shape; source id cell_3_8"/>
          <p:cNvSpPr/>
          <p:nvPr/>
        </p:nvSpPr>
        <p:spPr>
          <a:xfrm>
            <a:off x="10731864" y="1989909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cell_3_9" descr="Editable shape; source id cell_3_9"/>
          <p:cNvSpPr/>
          <p:nvPr/>
        </p:nvSpPr>
        <p:spPr>
          <a:xfrm>
            <a:off x="10959739" y="1989909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cell_3_10" descr="Editable shape; source id cell_3_10"/>
          <p:cNvSpPr/>
          <p:nvPr/>
        </p:nvSpPr>
        <p:spPr>
          <a:xfrm>
            <a:off x="11187614" y="1989909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cell_3_11" descr="Editable shape; source id cell_3_11"/>
          <p:cNvSpPr/>
          <p:nvPr/>
        </p:nvSpPr>
        <p:spPr>
          <a:xfrm>
            <a:off x="11415488" y="1989909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cell_4_0" descr="Editable shape; source id cell_4_0"/>
          <p:cNvSpPr/>
          <p:nvPr/>
        </p:nvSpPr>
        <p:spPr>
          <a:xfrm>
            <a:off x="8908868" y="2217783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cell_4_1" descr="Editable shape; source id cell_4_1"/>
          <p:cNvSpPr/>
          <p:nvPr/>
        </p:nvSpPr>
        <p:spPr>
          <a:xfrm>
            <a:off x="9136742" y="2217783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cell_4_2" descr="Editable shape; source id cell_4_2"/>
          <p:cNvSpPr/>
          <p:nvPr/>
        </p:nvSpPr>
        <p:spPr>
          <a:xfrm>
            <a:off x="9364617" y="2217783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cell_4_3" descr="Editable shape; source id cell_4_3"/>
          <p:cNvSpPr/>
          <p:nvPr/>
        </p:nvSpPr>
        <p:spPr>
          <a:xfrm>
            <a:off x="9592492" y="2217783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cell_4_4" descr="Editable shape; source id cell_4_4"/>
          <p:cNvSpPr/>
          <p:nvPr/>
        </p:nvSpPr>
        <p:spPr>
          <a:xfrm>
            <a:off x="9820366" y="2217783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cell_4_5" descr="Editable shape; source id cell_4_5"/>
          <p:cNvSpPr/>
          <p:nvPr/>
        </p:nvSpPr>
        <p:spPr>
          <a:xfrm>
            <a:off x="10048241" y="2217783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cell_4_6" descr="Editable shape; source id cell_4_6"/>
          <p:cNvSpPr/>
          <p:nvPr/>
        </p:nvSpPr>
        <p:spPr>
          <a:xfrm>
            <a:off x="10276115" y="2217783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cell_4_7" descr="Editable shape; source id cell_4_7"/>
          <p:cNvSpPr/>
          <p:nvPr/>
        </p:nvSpPr>
        <p:spPr>
          <a:xfrm>
            <a:off x="10503990" y="2217783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cell_4_8" descr="Editable shape; source id cell_4_8"/>
          <p:cNvSpPr/>
          <p:nvPr/>
        </p:nvSpPr>
        <p:spPr>
          <a:xfrm>
            <a:off x="10731864" y="2217783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cell_4_9" descr="Editable shape; source id cell_4_9"/>
          <p:cNvSpPr/>
          <p:nvPr/>
        </p:nvSpPr>
        <p:spPr>
          <a:xfrm>
            <a:off x="10959739" y="2217783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cell_4_10" descr="Editable shape; source id cell_4_10"/>
          <p:cNvSpPr/>
          <p:nvPr/>
        </p:nvSpPr>
        <p:spPr>
          <a:xfrm>
            <a:off x="11187614" y="2217783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cell_4_11" descr="Editable shape; source id cell_4_11"/>
          <p:cNvSpPr/>
          <p:nvPr/>
        </p:nvSpPr>
        <p:spPr>
          <a:xfrm>
            <a:off x="11415488" y="2217783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cell_5_0" descr="Editable shape; source id cell_5_0"/>
          <p:cNvSpPr/>
          <p:nvPr/>
        </p:nvSpPr>
        <p:spPr>
          <a:xfrm>
            <a:off x="8908868" y="2445658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cell_5_1" descr="Editable shape; source id cell_5_1"/>
          <p:cNvSpPr/>
          <p:nvPr/>
        </p:nvSpPr>
        <p:spPr>
          <a:xfrm>
            <a:off x="9136742" y="2445658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cell_5_2" descr="Editable shape; source id cell_5_2"/>
          <p:cNvSpPr/>
          <p:nvPr/>
        </p:nvSpPr>
        <p:spPr>
          <a:xfrm>
            <a:off x="9364617" y="2445658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cell_5_3" descr="Editable shape; source id cell_5_3"/>
          <p:cNvSpPr/>
          <p:nvPr/>
        </p:nvSpPr>
        <p:spPr>
          <a:xfrm>
            <a:off x="9592492" y="2445658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cell_5_4" descr="Editable shape; source id cell_5_4"/>
          <p:cNvSpPr/>
          <p:nvPr/>
        </p:nvSpPr>
        <p:spPr>
          <a:xfrm>
            <a:off x="9820366" y="2445658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cell_5_5" descr="Editable shape; source id cell_5_5"/>
          <p:cNvSpPr/>
          <p:nvPr/>
        </p:nvSpPr>
        <p:spPr>
          <a:xfrm>
            <a:off x="10048241" y="2445658"/>
            <a:ext cx="227874" cy="227874"/>
          </a:xfrm>
          <a:prstGeom prst="rect">
            <a:avLst/>
          </a:prstGeom>
          <a:solidFill>
            <a:srgbClr val="B1ADE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cell_5_6" descr="Editable shape; source id cell_5_6"/>
          <p:cNvSpPr/>
          <p:nvPr/>
        </p:nvSpPr>
        <p:spPr>
          <a:xfrm>
            <a:off x="10276115" y="2445658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cell_5_7" descr="Editable shape; source id cell_5_7"/>
          <p:cNvSpPr/>
          <p:nvPr/>
        </p:nvSpPr>
        <p:spPr>
          <a:xfrm>
            <a:off x="10503990" y="2445658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cell_5_8" descr="Editable shape; source id cell_5_8"/>
          <p:cNvSpPr/>
          <p:nvPr/>
        </p:nvSpPr>
        <p:spPr>
          <a:xfrm>
            <a:off x="10731864" y="2445658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cell_5_9" descr="Editable shape; source id cell_5_9"/>
          <p:cNvSpPr/>
          <p:nvPr/>
        </p:nvSpPr>
        <p:spPr>
          <a:xfrm>
            <a:off x="10959739" y="2445658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cell_5_10" descr="Editable shape; source id cell_5_10"/>
          <p:cNvSpPr/>
          <p:nvPr/>
        </p:nvSpPr>
        <p:spPr>
          <a:xfrm>
            <a:off x="11187614" y="2445658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cell_5_11" descr="Editable shape; source id cell_5_11"/>
          <p:cNvSpPr/>
          <p:nvPr/>
        </p:nvSpPr>
        <p:spPr>
          <a:xfrm>
            <a:off x="11415488" y="2445658"/>
            <a:ext cx="227874" cy="227874"/>
          </a:xfrm>
          <a:prstGeom prst="rect">
            <a:avLst/>
          </a:prstGeom>
          <a:solidFill>
            <a:srgbClr val="F7F7F7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cell_6_0" descr="Editable shape; source id cell_6_0"/>
          <p:cNvSpPr/>
          <p:nvPr/>
        </p:nvSpPr>
        <p:spPr>
          <a:xfrm>
            <a:off x="8908868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cell_6_1" descr="Editable shape; source id cell_6_1"/>
          <p:cNvSpPr/>
          <p:nvPr/>
        </p:nvSpPr>
        <p:spPr>
          <a:xfrm>
            <a:off x="9136742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cell_6_2" descr="Editable shape; source id cell_6_2"/>
          <p:cNvSpPr/>
          <p:nvPr/>
        </p:nvSpPr>
        <p:spPr>
          <a:xfrm>
            <a:off x="9364617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cell_6_3" descr="Editable shape; source id cell_6_3"/>
          <p:cNvSpPr/>
          <p:nvPr/>
        </p:nvSpPr>
        <p:spPr>
          <a:xfrm>
            <a:off x="9592492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cell_6_4" descr="Editable shape; source id cell_6_4"/>
          <p:cNvSpPr/>
          <p:nvPr/>
        </p:nvSpPr>
        <p:spPr>
          <a:xfrm>
            <a:off x="9820366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cell_6_5" descr="Editable shape; source id cell_6_5"/>
          <p:cNvSpPr/>
          <p:nvPr/>
        </p:nvSpPr>
        <p:spPr>
          <a:xfrm>
            <a:off x="10048241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cell_6_6" descr="Editable shape; source id cell_6_6"/>
          <p:cNvSpPr/>
          <p:nvPr/>
        </p:nvSpPr>
        <p:spPr>
          <a:xfrm>
            <a:off x="10276115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cell_6_7" descr="Editable shape; source id cell_6_7"/>
          <p:cNvSpPr/>
          <p:nvPr/>
        </p:nvSpPr>
        <p:spPr>
          <a:xfrm>
            <a:off x="10503990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cell_6_8" descr="Editable shape; source id cell_6_8"/>
          <p:cNvSpPr/>
          <p:nvPr/>
        </p:nvSpPr>
        <p:spPr>
          <a:xfrm>
            <a:off x="10731864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cell_6_9" descr="Editable shape; source id cell_6_9"/>
          <p:cNvSpPr/>
          <p:nvPr/>
        </p:nvSpPr>
        <p:spPr>
          <a:xfrm>
            <a:off x="10959739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cell_6_10" descr="Editable shape; source id cell_6_10"/>
          <p:cNvSpPr/>
          <p:nvPr/>
        </p:nvSpPr>
        <p:spPr>
          <a:xfrm>
            <a:off x="11187614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cell_6_11" descr="Editable shape; source id cell_6_11"/>
          <p:cNvSpPr/>
          <p:nvPr/>
        </p:nvSpPr>
        <p:spPr>
          <a:xfrm>
            <a:off x="11415488" y="2673533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cell_7_0" descr="Editable shape; source id cell_7_0"/>
          <p:cNvSpPr/>
          <p:nvPr/>
        </p:nvSpPr>
        <p:spPr>
          <a:xfrm>
            <a:off x="8908868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cell_7_1" descr="Editable shape; source id cell_7_1"/>
          <p:cNvSpPr/>
          <p:nvPr/>
        </p:nvSpPr>
        <p:spPr>
          <a:xfrm>
            <a:off x="9136742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cell_7_2" descr="Editable shape; source id cell_7_2"/>
          <p:cNvSpPr/>
          <p:nvPr/>
        </p:nvSpPr>
        <p:spPr>
          <a:xfrm>
            <a:off x="9364617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cell_7_3" descr="Editable shape; source id cell_7_3"/>
          <p:cNvSpPr/>
          <p:nvPr/>
        </p:nvSpPr>
        <p:spPr>
          <a:xfrm>
            <a:off x="9592492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cell_7_4" descr="Editable shape; source id cell_7_4"/>
          <p:cNvSpPr/>
          <p:nvPr/>
        </p:nvSpPr>
        <p:spPr>
          <a:xfrm>
            <a:off x="9820366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cell_7_5" descr="Editable shape; source id cell_7_5"/>
          <p:cNvSpPr/>
          <p:nvPr/>
        </p:nvSpPr>
        <p:spPr>
          <a:xfrm>
            <a:off x="10048241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cell_7_6" descr="Editable shape; source id cell_7_6"/>
          <p:cNvSpPr/>
          <p:nvPr/>
        </p:nvSpPr>
        <p:spPr>
          <a:xfrm>
            <a:off x="10276115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cell_7_7" descr="Editable shape; source id cell_7_7"/>
          <p:cNvSpPr/>
          <p:nvPr/>
        </p:nvSpPr>
        <p:spPr>
          <a:xfrm>
            <a:off x="10503990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cell_7_8" descr="Editable shape; source id cell_7_8"/>
          <p:cNvSpPr/>
          <p:nvPr/>
        </p:nvSpPr>
        <p:spPr>
          <a:xfrm>
            <a:off x="10731864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cell_7_9" descr="Editable shape; source id cell_7_9"/>
          <p:cNvSpPr/>
          <p:nvPr/>
        </p:nvSpPr>
        <p:spPr>
          <a:xfrm>
            <a:off x="10959739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cell_7_10" descr="Editable shape; source id cell_7_10"/>
          <p:cNvSpPr/>
          <p:nvPr/>
        </p:nvSpPr>
        <p:spPr>
          <a:xfrm>
            <a:off x="11187614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cell_7_11" descr="Editable shape; source id cell_7_11"/>
          <p:cNvSpPr/>
          <p:nvPr/>
        </p:nvSpPr>
        <p:spPr>
          <a:xfrm>
            <a:off x="11415488" y="2901407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cell_8_0" descr="Editable shape; source id cell_8_0"/>
          <p:cNvSpPr/>
          <p:nvPr/>
        </p:nvSpPr>
        <p:spPr>
          <a:xfrm>
            <a:off x="8908868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cell_8_1" descr="Editable shape; source id cell_8_1"/>
          <p:cNvSpPr/>
          <p:nvPr/>
        </p:nvSpPr>
        <p:spPr>
          <a:xfrm>
            <a:off x="9136742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cell_8_2" descr="Editable shape; source id cell_8_2"/>
          <p:cNvSpPr/>
          <p:nvPr/>
        </p:nvSpPr>
        <p:spPr>
          <a:xfrm>
            <a:off x="9364617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cell_8_3" descr="Editable shape; source id cell_8_3"/>
          <p:cNvSpPr/>
          <p:nvPr/>
        </p:nvSpPr>
        <p:spPr>
          <a:xfrm>
            <a:off x="9592492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cell_8_4" descr="Editable shape; source id cell_8_4"/>
          <p:cNvSpPr/>
          <p:nvPr/>
        </p:nvSpPr>
        <p:spPr>
          <a:xfrm>
            <a:off x="9820366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cell_8_5" descr="Editable shape; source id cell_8_5"/>
          <p:cNvSpPr/>
          <p:nvPr/>
        </p:nvSpPr>
        <p:spPr>
          <a:xfrm>
            <a:off x="10048241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cell_8_6" descr="Editable shape; source id cell_8_6"/>
          <p:cNvSpPr/>
          <p:nvPr/>
        </p:nvSpPr>
        <p:spPr>
          <a:xfrm>
            <a:off x="10276115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cell_8_7" descr="Editable shape; source id cell_8_7"/>
          <p:cNvSpPr/>
          <p:nvPr/>
        </p:nvSpPr>
        <p:spPr>
          <a:xfrm>
            <a:off x="10503990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cell_8_8" descr="Editable shape; source id cell_8_8"/>
          <p:cNvSpPr/>
          <p:nvPr/>
        </p:nvSpPr>
        <p:spPr>
          <a:xfrm>
            <a:off x="10731864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cell_8_9" descr="Editable shape; source id cell_8_9"/>
          <p:cNvSpPr/>
          <p:nvPr/>
        </p:nvSpPr>
        <p:spPr>
          <a:xfrm>
            <a:off x="10959739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cell_8_10" descr="Editable shape; source id cell_8_10"/>
          <p:cNvSpPr/>
          <p:nvPr/>
        </p:nvSpPr>
        <p:spPr>
          <a:xfrm>
            <a:off x="11187614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cell_8_11" descr="Editable shape; source id cell_8_11"/>
          <p:cNvSpPr/>
          <p:nvPr/>
        </p:nvSpPr>
        <p:spPr>
          <a:xfrm>
            <a:off x="11415488" y="3129282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cell_9_0" descr="Editable shape; source id cell_9_0"/>
          <p:cNvSpPr/>
          <p:nvPr/>
        </p:nvSpPr>
        <p:spPr>
          <a:xfrm>
            <a:off x="8908868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cell_9_1" descr="Editable shape; source id cell_9_1"/>
          <p:cNvSpPr/>
          <p:nvPr/>
        </p:nvSpPr>
        <p:spPr>
          <a:xfrm>
            <a:off x="9136742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cell_9_2" descr="Editable shape; source id cell_9_2"/>
          <p:cNvSpPr/>
          <p:nvPr/>
        </p:nvSpPr>
        <p:spPr>
          <a:xfrm>
            <a:off x="9364617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cell_9_3" descr="Editable shape; source id cell_9_3"/>
          <p:cNvSpPr/>
          <p:nvPr/>
        </p:nvSpPr>
        <p:spPr>
          <a:xfrm>
            <a:off x="9592492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cell_9_4" descr="Editable shape; source id cell_9_4"/>
          <p:cNvSpPr/>
          <p:nvPr/>
        </p:nvSpPr>
        <p:spPr>
          <a:xfrm>
            <a:off x="9820366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cell_9_5" descr="Editable shape; source id cell_9_5"/>
          <p:cNvSpPr/>
          <p:nvPr/>
        </p:nvSpPr>
        <p:spPr>
          <a:xfrm>
            <a:off x="10048241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cell_9_6" descr="Editable shape; source id cell_9_6"/>
          <p:cNvSpPr/>
          <p:nvPr/>
        </p:nvSpPr>
        <p:spPr>
          <a:xfrm>
            <a:off x="10276115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cell_9_7" descr="Editable shape; source id cell_9_7"/>
          <p:cNvSpPr/>
          <p:nvPr/>
        </p:nvSpPr>
        <p:spPr>
          <a:xfrm>
            <a:off x="10503990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cell_9_8" descr="Editable shape; source id cell_9_8"/>
          <p:cNvSpPr/>
          <p:nvPr/>
        </p:nvSpPr>
        <p:spPr>
          <a:xfrm>
            <a:off x="10731864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cell_9_9" descr="Editable shape; source id cell_9_9"/>
          <p:cNvSpPr/>
          <p:nvPr/>
        </p:nvSpPr>
        <p:spPr>
          <a:xfrm>
            <a:off x="10959739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cell_9_10" descr="Editable shape; source id cell_9_10"/>
          <p:cNvSpPr/>
          <p:nvPr/>
        </p:nvSpPr>
        <p:spPr>
          <a:xfrm>
            <a:off x="11187614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cell_9_11" descr="Editable shape; source id cell_9_11"/>
          <p:cNvSpPr/>
          <p:nvPr/>
        </p:nvSpPr>
        <p:spPr>
          <a:xfrm>
            <a:off x="11415488" y="3357156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cell_10_0" descr="Editable shape; source id cell_10_0"/>
          <p:cNvSpPr/>
          <p:nvPr/>
        </p:nvSpPr>
        <p:spPr>
          <a:xfrm>
            <a:off x="8908868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cell_10_1" descr="Editable shape; source id cell_10_1"/>
          <p:cNvSpPr/>
          <p:nvPr/>
        </p:nvSpPr>
        <p:spPr>
          <a:xfrm>
            <a:off x="9136742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cell_10_2" descr="Editable shape; source id cell_10_2"/>
          <p:cNvSpPr/>
          <p:nvPr/>
        </p:nvSpPr>
        <p:spPr>
          <a:xfrm>
            <a:off x="9364617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cell_10_3" descr="Editable shape; source id cell_10_3"/>
          <p:cNvSpPr/>
          <p:nvPr/>
        </p:nvSpPr>
        <p:spPr>
          <a:xfrm>
            <a:off x="9592492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cell_10_4" descr="Editable shape; source id cell_10_4"/>
          <p:cNvSpPr/>
          <p:nvPr/>
        </p:nvSpPr>
        <p:spPr>
          <a:xfrm>
            <a:off x="9820366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cell_10_5" descr="Editable shape; source id cell_10_5"/>
          <p:cNvSpPr/>
          <p:nvPr/>
        </p:nvSpPr>
        <p:spPr>
          <a:xfrm>
            <a:off x="10048241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cell_10_6" descr="Editable shape; source id cell_10_6"/>
          <p:cNvSpPr/>
          <p:nvPr/>
        </p:nvSpPr>
        <p:spPr>
          <a:xfrm>
            <a:off x="10276115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cell_10_7" descr="Editable shape; source id cell_10_7"/>
          <p:cNvSpPr/>
          <p:nvPr/>
        </p:nvSpPr>
        <p:spPr>
          <a:xfrm>
            <a:off x="10503990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cell_10_8" descr="Editable shape; source id cell_10_8"/>
          <p:cNvSpPr/>
          <p:nvPr/>
        </p:nvSpPr>
        <p:spPr>
          <a:xfrm>
            <a:off x="10731864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cell_10_9" descr="Editable shape; source id cell_10_9"/>
          <p:cNvSpPr/>
          <p:nvPr/>
        </p:nvSpPr>
        <p:spPr>
          <a:xfrm>
            <a:off x="10959739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cell_10_10" descr="Editable shape; source id cell_10_10"/>
          <p:cNvSpPr/>
          <p:nvPr/>
        </p:nvSpPr>
        <p:spPr>
          <a:xfrm>
            <a:off x="11187614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cell_10_11" descr="Editable shape; source id cell_10_11"/>
          <p:cNvSpPr/>
          <p:nvPr/>
        </p:nvSpPr>
        <p:spPr>
          <a:xfrm>
            <a:off x="11415488" y="3585031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cell_11_0" descr="Editable shape; source id cell_11_0"/>
          <p:cNvSpPr/>
          <p:nvPr/>
        </p:nvSpPr>
        <p:spPr>
          <a:xfrm>
            <a:off x="8908868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cell_11_1" descr="Editable shape; source id cell_11_1"/>
          <p:cNvSpPr/>
          <p:nvPr/>
        </p:nvSpPr>
        <p:spPr>
          <a:xfrm>
            <a:off x="9136742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cell_11_2" descr="Editable shape; source id cell_11_2"/>
          <p:cNvSpPr/>
          <p:nvPr/>
        </p:nvSpPr>
        <p:spPr>
          <a:xfrm>
            <a:off x="9364617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cell_11_3" descr="Editable shape; source id cell_11_3"/>
          <p:cNvSpPr/>
          <p:nvPr/>
        </p:nvSpPr>
        <p:spPr>
          <a:xfrm>
            <a:off x="9592492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cell_11_4" descr="Editable shape; source id cell_11_4"/>
          <p:cNvSpPr/>
          <p:nvPr/>
        </p:nvSpPr>
        <p:spPr>
          <a:xfrm>
            <a:off x="9820366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cell_11_5" descr="Editable shape; source id cell_11_5"/>
          <p:cNvSpPr/>
          <p:nvPr/>
        </p:nvSpPr>
        <p:spPr>
          <a:xfrm>
            <a:off x="10048241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cell_11_6" descr="Editable shape; source id cell_11_6"/>
          <p:cNvSpPr/>
          <p:nvPr/>
        </p:nvSpPr>
        <p:spPr>
          <a:xfrm>
            <a:off x="10276115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cell_11_7" descr="Editable shape; source id cell_11_7"/>
          <p:cNvSpPr/>
          <p:nvPr/>
        </p:nvSpPr>
        <p:spPr>
          <a:xfrm>
            <a:off x="10503990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cell_11_8" descr="Editable shape; source id cell_11_8"/>
          <p:cNvSpPr/>
          <p:nvPr/>
        </p:nvSpPr>
        <p:spPr>
          <a:xfrm>
            <a:off x="10731864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cell_11_9" descr="Editable shape; source id cell_11_9"/>
          <p:cNvSpPr/>
          <p:nvPr/>
        </p:nvSpPr>
        <p:spPr>
          <a:xfrm>
            <a:off x="10959739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cell_11_10" descr="Editable shape; source id cell_11_10"/>
          <p:cNvSpPr/>
          <p:nvPr/>
        </p:nvSpPr>
        <p:spPr>
          <a:xfrm>
            <a:off x="11187614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cell_11_11" descr="Editable shape; source id cell_11_11"/>
          <p:cNvSpPr/>
          <p:nvPr/>
        </p:nvSpPr>
        <p:spPr>
          <a:xfrm>
            <a:off x="11415488" y="3812905"/>
            <a:ext cx="227874" cy="227874"/>
          </a:xfrm>
          <a:prstGeom prst="rect">
            <a:avLst/>
          </a:prstGeom>
          <a:solidFill>
            <a:srgbClr val="EDCDAB"/>
          </a:solidFill>
          <a:ln w="5660"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matrix_border" descr="Editable shape; source id matrix_border"/>
          <p:cNvSpPr/>
          <p:nvPr/>
        </p:nvSpPr>
        <p:spPr>
          <a:xfrm>
            <a:off x="8908868" y="1306285"/>
            <a:ext cx="2734491" cy="2734491"/>
          </a:xfrm>
          <a:prstGeom prst="rect">
            <a:avLst/>
          </a:prstGeom>
          <a:noFill/>
          <a:ln w="17417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8" name="matrix_v" descr="Editable line; source id matrix_v"/>
          <p:cNvCxnSpPr/>
          <p:nvPr/>
        </p:nvCxnSpPr>
        <p:spPr>
          <a:xfrm>
            <a:off x="10276114" y="1306285"/>
            <a:ext cx="0" cy="2734492"/>
          </a:xfrm>
          <a:prstGeom prst="line">
            <a:avLst/>
          </a:prstGeom>
          <a:ln w="17417">
            <a:solidFill>
              <a:srgbClr val="7777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matrix_h" descr="Editable line; source id matrix_h"/>
          <p:cNvCxnSpPr/>
          <p:nvPr/>
        </p:nvCxnSpPr>
        <p:spPr>
          <a:xfrm>
            <a:off x="8908868" y="2673531"/>
            <a:ext cx="2734491" cy="0"/>
          </a:xfrm>
          <a:prstGeom prst="line">
            <a:avLst/>
          </a:prstGeom>
          <a:ln w="17417">
            <a:solidFill>
              <a:srgbClr val="7777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masktitle" descr="Editable text; source id masktitle"/>
          <p:cNvSpPr txBox="1"/>
          <p:nvPr/>
        </p:nvSpPr>
        <p:spPr>
          <a:xfrm>
            <a:off x="9283336" y="52251"/>
            <a:ext cx="2002971" cy="2960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Attention Mask</a:t>
            </a:r>
          </a:p>
        </p:txBody>
      </p:sp>
      <p:sp>
        <p:nvSpPr>
          <p:cNvPr id="291" name="keys" descr="Editable text; source id keys"/>
          <p:cNvSpPr txBox="1"/>
          <p:nvPr/>
        </p:nvSpPr>
        <p:spPr>
          <a:xfrm>
            <a:off x="9866811" y="539931"/>
            <a:ext cx="1132114" cy="21771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19"/>
              </a:lnSpc>
              <a:spcBef>
                <a:spcPts val="0"/>
              </a:spcBef>
              <a:spcAft>
                <a:spcPts val="0"/>
              </a:spcAft>
              <a:defRPr sz="1234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4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Keys (K)</a:t>
            </a:r>
          </a:p>
        </p:txBody>
      </p:sp>
      <p:sp>
        <p:nvSpPr>
          <p:cNvPr id="292" name="kar" descr="Editable text; source id kar"/>
          <p:cNvSpPr txBox="1"/>
          <p:nvPr/>
        </p:nvSpPr>
        <p:spPr>
          <a:xfrm>
            <a:off x="9466216" y="696685"/>
            <a:ext cx="156754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293" name="karsub" descr="Editable text; source id karsub"/>
          <p:cNvSpPr txBox="1"/>
          <p:nvPr/>
        </p:nvSpPr>
        <p:spPr>
          <a:xfrm>
            <a:off x="9553302" y="783771"/>
            <a:ext cx="209005" cy="12191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294" name="kdm" descr="Editable text; source id kdm"/>
          <p:cNvSpPr txBox="1"/>
          <p:nvPr/>
        </p:nvSpPr>
        <p:spPr>
          <a:xfrm>
            <a:off x="10824754" y="696685"/>
            <a:ext cx="156754" cy="200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1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295" name="kdmsub" descr="Editable text; source id kdmsub"/>
          <p:cNvSpPr txBox="1"/>
          <p:nvPr/>
        </p:nvSpPr>
        <p:spPr>
          <a:xfrm>
            <a:off x="10911839" y="783771"/>
            <a:ext cx="209005" cy="12191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296" name="key_ar" descr="Editable line; source id key_ar"/>
          <p:cNvSpPr/>
          <p:nvPr/>
        </p:nvSpPr>
        <p:spPr>
          <a:xfrm>
            <a:off x="8943703" y="910046"/>
            <a:ext cx="1306286" cy="43543"/>
          </a:xfrm>
          <a:custGeom>
            <a:avLst/>
            <a:gdLst/>
            <a:ahLst/>
            <a:cxnLst/>
            <a:rect l="l" t="t" r="r" b="b"/>
            <a:pathLst>
              <a:path w="150000" h="5000">
                <a:moveTo>
                  <a:pt x="0" y="2000"/>
                </a:moveTo>
                <a:lnTo>
                  <a:pt x="143000" y="2000"/>
                </a:lnTo>
                <a:lnTo>
                  <a:pt x="143000" y="0"/>
                </a:lnTo>
                <a:lnTo>
                  <a:pt x="150000" y="2500"/>
                </a:lnTo>
                <a:lnTo>
                  <a:pt x="143000" y="5000"/>
                </a:lnTo>
                <a:lnTo>
                  <a:pt x="143000" y="3000"/>
                </a:lnTo>
                <a:lnTo>
                  <a:pt x="0" y="3000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key_arreverse" descr="Editable line; source id key_arreverse"/>
          <p:cNvSpPr/>
          <p:nvPr/>
        </p:nvSpPr>
        <p:spPr>
          <a:xfrm>
            <a:off x="8943703" y="910046"/>
            <a:ext cx="1306286" cy="43543"/>
          </a:xfrm>
          <a:custGeom>
            <a:avLst/>
            <a:gdLst/>
            <a:ahLst/>
            <a:cxnLst/>
            <a:rect l="l" t="t" r="r" b="b"/>
            <a:pathLst>
              <a:path w="150000" h="5000">
                <a:moveTo>
                  <a:pt x="150000" y="3000"/>
                </a:moveTo>
                <a:lnTo>
                  <a:pt x="7000" y="3000"/>
                </a:lnTo>
                <a:lnTo>
                  <a:pt x="7000" y="5000"/>
                </a:lnTo>
                <a:lnTo>
                  <a:pt x="0" y="2500"/>
                </a:lnTo>
                <a:lnTo>
                  <a:pt x="7000" y="0"/>
                </a:lnTo>
                <a:lnTo>
                  <a:pt x="7000" y="2000"/>
                </a:lnTo>
                <a:lnTo>
                  <a:pt x="150000" y="2000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key_dm" descr="Editable line; source id key_dm"/>
          <p:cNvSpPr/>
          <p:nvPr/>
        </p:nvSpPr>
        <p:spPr>
          <a:xfrm>
            <a:off x="10310948" y="910046"/>
            <a:ext cx="1306286" cy="43543"/>
          </a:xfrm>
          <a:custGeom>
            <a:avLst/>
            <a:gdLst/>
            <a:ahLst/>
            <a:cxnLst/>
            <a:rect l="l" t="t" r="r" b="b"/>
            <a:pathLst>
              <a:path w="150000" h="5000">
                <a:moveTo>
                  <a:pt x="0" y="2000"/>
                </a:moveTo>
                <a:lnTo>
                  <a:pt x="143000" y="2000"/>
                </a:lnTo>
                <a:lnTo>
                  <a:pt x="143000" y="0"/>
                </a:lnTo>
                <a:lnTo>
                  <a:pt x="150000" y="2500"/>
                </a:lnTo>
                <a:lnTo>
                  <a:pt x="143000" y="5000"/>
                </a:lnTo>
                <a:lnTo>
                  <a:pt x="143000" y="3000"/>
                </a:lnTo>
                <a:lnTo>
                  <a:pt x="0" y="3000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key_dmreverse" descr="Editable line; source id key_dmreverse"/>
          <p:cNvSpPr/>
          <p:nvPr/>
        </p:nvSpPr>
        <p:spPr>
          <a:xfrm>
            <a:off x="10310948" y="910046"/>
            <a:ext cx="1306286" cy="43543"/>
          </a:xfrm>
          <a:custGeom>
            <a:avLst/>
            <a:gdLst/>
            <a:ahLst/>
            <a:cxnLst/>
            <a:rect l="l" t="t" r="r" b="b"/>
            <a:pathLst>
              <a:path w="150000" h="5000">
                <a:moveTo>
                  <a:pt x="150000" y="3000"/>
                </a:moveTo>
                <a:lnTo>
                  <a:pt x="7000" y="3000"/>
                </a:lnTo>
                <a:lnTo>
                  <a:pt x="7000" y="5000"/>
                </a:lnTo>
                <a:lnTo>
                  <a:pt x="0" y="2500"/>
                </a:lnTo>
                <a:lnTo>
                  <a:pt x="7000" y="0"/>
                </a:lnTo>
                <a:lnTo>
                  <a:pt x="7000" y="2000"/>
                </a:lnTo>
                <a:lnTo>
                  <a:pt x="150000" y="2000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query_ar" descr="Editable line; source id query_ar"/>
          <p:cNvSpPr/>
          <p:nvPr/>
        </p:nvSpPr>
        <p:spPr>
          <a:xfrm>
            <a:off x="8469086" y="1349829"/>
            <a:ext cx="43543" cy="1288869"/>
          </a:xfrm>
          <a:custGeom>
            <a:avLst/>
            <a:gdLst/>
            <a:ahLst/>
            <a:cxnLst/>
            <a:rect l="l" t="t" r="r" b="b"/>
            <a:pathLst>
              <a:path w="5000" h="148000">
                <a:moveTo>
                  <a:pt x="3000" y="0"/>
                </a:moveTo>
                <a:lnTo>
                  <a:pt x="3000" y="141000"/>
                </a:lnTo>
                <a:lnTo>
                  <a:pt x="5000" y="141000"/>
                </a:lnTo>
                <a:lnTo>
                  <a:pt x="2500" y="148000"/>
                </a:lnTo>
                <a:lnTo>
                  <a:pt x="0" y="141000"/>
                </a:lnTo>
                <a:lnTo>
                  <a:pt x="2000" y="141000"/>
                </a:lnTo>
                <a:lnTo>
                  <a:pt x="2000" y="0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query_arreverse" descr="Editable line; source id query_arreverse"/>
          <p:cNvSpPr/>
          <p:nvPr/>
        </p:nvSpPr>
        <p:spPr>
          <a:xfrm>
            <a:off x="8469086" y="1349829"/>
            <a:ext cx="43543" cy="1288869"/>
          </a:xfrm>
          <a:custGeom>
            <a:avLst/>
            <a:gdLst/>
            <a:ahLst/>
            <a:cxnLst/>
            <a:rect l="l" t="t" r="r" b="b"/>
            <a:pathLst>
              <a:path w="5000" h="148000">
                <a:moveTo>
                  <a:pt x="2000" y="148000"/>
                </a:moveTo>
                <a:lnTo>
                  <a:pt x="2000" y="7000"/>
                </a:lnTo>
                <a:lnTo>
                  <a:pt x="0" y="7000"/>
                </a:lnTo>
                <a:lnTo>
                  <a:pt x="2500" y="0"/>
                </a:lnTo>
                <a:lnTo>
                  <a:pt x="5000" y="7000"/>
                </a:lnTo>
                <a:lnTo>
                  <a:pt x="3000" y="7000"/>
                </a:lnTo>
                <a:lnTo>
                  <a:pt x="3000" y="148000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query_dm" descr="Editable line; source id query_dm"/>
          <p:cNvSpPr/>
          <p:nvPr/>
        </p:nvSpPr>
        <p:spPr>
          <a:xfrm>
            <a:off x="8469086" y="2717074"/>
            <a:ext cx="43543" cy="1297577"/>
          </a:xfrm>
          <a:custGeom>
            <a:avLst/>
            <a:gdLst/>
            <a:ahLst/>
            <a:cxnLst/>
            <a:rect l="l" t="t" r="r" b="b"/>
            <a:pathLst>
              <a:path w="5000" h="149000">
                <a:moveTo>
                  <a:pt x="3000" y="0"/>
                </a:moveTo>
                <a:lnTo>
                  <a:pt x="3000" y="142000"/>
                </a:lnTo>
                <a:lnTo>
                  <a:pt x="5000" y="142000"/>
                </a:lnTo>
                <a:lnTo>
                  <a:pt x="2500" y="149000"/>
                </a:lnTo>
                <a:lnTo>
                  <a:pt x="0" y="142000"/>
                </a:lnTo>
                <a:lnTo>
                  <a:pt x="2000" y="142000"/>
                </a:lnTo>
                <a:lnTo>
                  <a:pt x="2000" y="0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query_dmreverse" descr="Editable line; source id query_dmreverse"/>
          <p:cNvSpPr/>
          <p:nvPr/>
        </p:nvSpPr>
        <p:spPr>
          <a:xfrm>
            <a:off x="8469086" y="2717074"/>
            <a:ext cx="43543" cy="1297577"/>
          </a:xfrm>
          <a:custGeom>
            <a:avLst/>
            <a:gdLst/>
            <a:ahLst/>
            <a:cxnLst/>
            <a:rect l="l" t="t" r="r" b="b"/>
            <a:pathLst>
              <a:path w="5000" h="149000">
                <a:moveTo>
                  <a:pt x="2000" y="149000"/>
                </a:moveTo>
                <a:lnTo>
                  <a:pt x="2000" y="7000"/>
                </a:lnTo>
                <a:lnTo>
                  <a:pt x="0" y="7000"/>
                </a:lnTo>
                <a:lnTo>
                  <a:pt x="2500" y="0"/>
                </a:lnTo>
                <a:lnTo>
                  <a:pt x="5000" y="7000"/>
                </a:lnTo>
                <a:lnTo>
                  <a:pt x="3000" y="7000"/>
                </a:lnTo>
                <a:lnTo>
                  <a:pt x="3000" y="149000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queries" descr="Editable text; source id queries"/>
          <p:cNvSpPr txBox="1"/>
          <p:nvPr/>
        </p:nvSpPr>
        <p:spPr>
          <a:xfrm rot="16200000">
            <a:off x="7593874" y="2516777"/>
            <a:ext cx="1062445" cy="24383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577"/>
              </a:lnSpc>
              <a:spcBef>
                <a:spcPts val="0"/>
              </a:spcBef>
              <a:spcAft>
                <a:spcPts val="0"/>
              </a:spcAft>
              <a:defRPr sz="1371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71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Queries (Q)</a:t>
            </a:r>
          </a:p>
        </p:txBody>
      </p:sp>
      <p:sp>
        <p:nvSpPr>
          <p:cNvPr id="305" name="qar" descr="Editable text; source id qar"/>
          <p:cNvSpPr txBox="1"/>
          <p:nvPr/>
        </p:nvSpPr>
        <p:spPr>
          <a:xfrm rot="16200000">
            <a:off x="8247016" y="1968137"/>
            <a:ext cx="174171" cy="21771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1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0" i="1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06" name="qarsub" descr="Editable text; source id qarsub"/>
          <p:cNvSpPr txBox="1"/>
          <p:nvPr/>
        </p:nvSpPr>
        <p:spPr>
          <a:xfrm rot="16200000">
            <a:off x="8255725" y="1846217"/>
            <a:ext cx="200297" cy="1306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307" name="qdm" descr="Editable text; source id qdm"/>
          <p:cNvSpPr txBox="1"/>
          <p:nvPr/>
        </p:nvSpPr>
        <p:spPr>
          <a:xfrm rot="16200000">
            <a:off x="8247016" y="3335382"/>
            <a:ext cx="174171" cy="21771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1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2" b="0" i="1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08" name="qdmsub" descr="Editable text; source id qdmsub"/>
          <p:cNvSpPr txBox="1"/>
          <p:nvPr/>
        </p:nvSpPr>
        <p:spPr>
          <a:xfrm rot="16200000">
            <a:off x="8255725" y="3213462"/>
            <a:ext cx="200297" cy="13062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1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1" i="0" lang="zh-CN" dirty="0">
                <a:solidFill>
                  <a:srgbClr val="A65000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309" name="rowv0" descr="Editable text; source id rowv0"/>
          <p:cNvSpPr txBox="1"/>
          <p:nvPr/>
        </p:nvSpPr>
        <p:spPr>
          <a:xfrm>
            <a:off x="8604068" y="1341119"/>
            <a:ext cx="104502" cy="18287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310" name="rowvsub0" descr="Editable text; source id rowvsub0"/>
          <p:cNvSpPr txBox="1"/>
          <p:nvPr/>
        </p:nvSpPr>
        <p:spPr>
          <a:xfrm>
            <a:off x="8691154" y="1428205"/>
            <a:ext cx="78377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11" name="rowvsup0" descr="Editable text; source id rowvsup0"/>
          <p:cNvSpPr txBox="1"/>
          <p:nvPr/>
        </p:nvSpPr>
        <p:spPr>
          <a:xfrm>
            <a:off x="8682445" y="1314994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312" name="rowv1" descr="Editable text; source id rowv1"/>
          <p:cNvSpPr txBox="1"/>
          <p:nvPr/>
        </p:nvSpPr>
        <p:spPr>
          <a:xfrm>
            <a:off x="8604068" y="2699657"/>
            <a:ext cx="104502" cy="18287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313" name="rowvsub1" descr="Editable text; source id rowvsub1"/>
          <p:cNvSpPr txBox="1"/>
          <p:nvPr/>
        </p:nvSpPr>
        <p:spPr>
          <a:xfrm>
            <a:off x="8691154" y="2786742"/>
            <a:ext cx="78377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14" name="rowvsup1" descr="Editable text; source id rowvsup1"/>
          <p:cNvSpPr txBox="1"/>
          <p:nvPr/>
        </p:nvSpPr>
        <p:spPr>
          <a:xfrm>
            <a:off x="8682445" y="267353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315" name="row0" descr="Editable text; source id row0"/>
          <p:cNvSpPr txBox="1"/>
          <p:nvPr/>
        </p:nvSpPr>
        <p:spPr>
          <a:xfrm>
            <a:off x="8586651" y="1576251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17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316" name="row1" descr="Editable text; source id row1"/>
          <p:cNvSpPr txBox="1"/>
          <p:nvPr/>
        </p:nvSpPr>
        <p:spPr>
          <a:xfrm>
            <a:off x="8586651" y="1802674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317" name="rowsub1" descr="Editable text; source id rowsub1"/>
          <p:cNvSpPr txBox="1"/>
          <p:nvPr/>
        </p:nvSpPr>
        <p:spPr>
          <a:xfrm>
            <a:off x="8673736" y="1881051"/>
            <a:ext cx="78377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18" name="row2" descr="Editable text; source id row2"/>
          <p:cNvSpPr txBox="1"/>
          <p:nvPr/>
        </p:nvSpPr>
        <p:spPr>
          <a:xfrm>
            <a:off x="8586651" y="2037805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17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319" name="row3" descr="Editable text; source id row3"/>
          <p:cNvSpPr txBox="1"/>
          <p:nvPr/>
        </p:nvSpPr>
        <p:spPr>
          <a:xfrm>
            <a:off x="8586651" y="2281645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EOS</a:t>
            </a:r>
          </a:p>
        </p:txBody>
      </p:sp>
      <p:sp>
        <p:nvSpPr>
          <p:cNvPr id="320" name="row4" descr="Editable text; source id row4"/>
          <p:cNvSpPr txBox="1"/>
          <p:nvPr/>
        </p:nvSpPr>
        <p:spPr>
          <a:xfrm>
            <a:off x="8586651" y="2516777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BOG</a:t>
            </a:r>
          </a:p>
        </p:txBody>
      </p:sp>
      <p:sp>
        <p:nvSpPr>
          <p:cNvPr id="321" name="row5" descr="Editable text; source id row5"/>
          <p:cNvSpPr txBox="1"/>
          <p:nvPr/>
        </p:nvSpPr>
        <p:spPr>
          <a:xfrm>
            <a:off x="8586651" y="2943497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17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322" name="row6" descr="Editable text; source id row6"/>
          <p:cNvSpPr txBox="1"/>
          <p:nvPr/>
        </p:nvSpPr>
        <p:spPr>
          <a:xfrm>
            <a:off x="8586651" y="3152502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323" name="rowsub6" descr="Editable text; source id rowsub6"/>
          <p:cNvSpPr txBox="1"/>
          <p:nvPr/>
        </p:nvSpPr>
        <p:spPr>
          <a:xfrm>
            <a:off x="8673736" y="3230879"/>
            <a:ext cx="78377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24" name="rowtilde6" descr="Editable text; source id rowtilde6"/>
          <p:cNvSpPr txBox="1"/>
          <p:nvPr/>
        </p:nvSpPr>
        <p:spPr>
          <a:xfrm>
            <a:off x="8604068" y="3108959"/>
            <a:ext cx="104502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325" name="row7" descr="Editable text; source id row7"/>
          <p:cNvSpPr txBox="1"/>
          <p:nvPr/>
        </p:nvSpPr>
        <p:spPr>
          <a:xfrm>
            <a:off x="8586651" y="3396342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17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326" name="row8" descr="Editable text; source id row8"/>
          <p:cNvSpPr txBox="1"/>
          <p:nvPr/>
        </p:nvSpPr>
        <p:spPr>
          <a:xfrm>
            <a:off x="8586651" y="3631474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1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27" name="rowsub8" descr="Editable text; source id rowsub8"/>
          <p:cNvSpPr txBox="1"/>
          <p:nvPr/>
        </p:nvSpPr>
        <p:spPr>
          <a:xfrm>
            <a:off x="8673736" y="3709851"/>
            <a:ext cx="78377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28" name="rowtilde8" descr="Editable text; source id rowtilde8"/>
          <p:cNvSpPr txBox="1"/>
          <p:nvPr/>
        </p:nvSpPr>
        <p:spPr>
          <a:xfrm>
            <a:off x="8604068" y="3587931"/>
            <a:ext cx="104502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329" name="row9" descr="Editable text; source id row9"/>
          <p:cNvSpPr txBox="1"/>
          <p:nvPr/>
        </p:nvSpPr>
        <p:spPr>
          <a:xfrm>
            <a:off x="8586651" y="3857897"/>
            <a:ext cx="278674" cy="17417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17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028" b="0" i="0" lang="zh-CN" dirty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⋯</a:t>
            </a:r>
          </a:p>
        </p:txBody>
      </p:sp>
      <p:sp>
        <p:nvSpPr>
          <p:cNvPr id="330" name="causalmask" descr="Editable text; source id causalmask"/>
          <p:cNvSpPr txBox="1"/>
          <p:nvPr/>
        </p:nvSpPr>
        <p:spPr>
          <a:xfrm>
            <a:off x="9178834" y="1828799"/>
            <a:ext cx="827314" cy="33963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Causal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1" i="0" lang="zh-CN" dirty="0">
                <a:solidFill>
                  <a:srgbClr val="100099"/>
                </a:solidFill>
                <a:latin typeface="Times New Roman"/>
                <a:ea typeface="Times New Roman"/>
                <a:cs typeface="Times New Roman"/>
              </a:rPr>
              <a:t>(triangular)</a:t>
            </a:r>
          </a:p>
        </p:txBody>
      </p:sp>
      <p:sp>
        <p:nvSpPr>
          <p:cNvPr id="331" name="zero" descr="Editable text; source id zero"/>
          <p:cNvSpPr txBox="1"/>
          <p:nvPr/>
        </p:nvSpPr>
        <p:spPr>
          <a:xfrm>
            <a:off x="10633165" y="1828799"/>
            <a:ext cx="661851" cy="33963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C0C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C0C0C0"/>
                </a:solidFill>
                <a:latin typeface="Times New Roman"/>
                <a:ea typeface="Times New Roman"/>
                <a:cs typeface="Times New Roman"/>
              </a:rPr>
              <a:t>Masked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0" i="0" lang="zh-CN" dirty="0">
                <a:solidFill>
                  <a:srgbClr val="C0C0C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0" lang="zh-CN" dirty="0">
                <a:solidFill>
                  <a:srgbClr val="C0C0C0"/>
                </a:solidFill>
                <a:latin typeface="Times New Roman"/>
                <a:ea typeface="Times New Roman"/>
                <a:cs typeface="Times New Roman"/>
              </a:rPr>
              <a:t>(zero)</a:t>
            </a:r>
          </a:p>
        </p:txBody>
      </p:sp>
      <p:sp>
        <p:nvSpPr>
          <p:cNvPr id="332" name="fullleft" descr="Editable text; source id fullleft"/>
          <p:cNvSpPr txBox="1"/>
          <p:nvPr/>
        </p:nvSpPr>
        <p:spPr>
          <a:xfrm>
            <a:off x="9274628" y="3196045"/>
            <a:ext cx="679268" cy="3483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AD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1" i="0" lang="zh-CN" dirty="0">
                <a:solidFill>
                  <a:srgbClr val="AD5700"/>
                </a:solidFill>
                <a:latin typeface="Times New Roman"/>
                <a:ea typeface="Times New Roman"/>
                <a:cs typeface="Times New Roman"/>
              </a:rPr>
              <a:t>Full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AD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1" i="0" lang="zh-CN" dirty="0">
                <a:solidFill>
                  <a:srgbClr val="AD5700"/>
                </a:solidFill>
                <a:latin typeface="Times New Roman"/>
                <a:ea typeface="Times New Roman"/>
                <a:cs typeface="Times New Roman"/>
              </a:rPr>
              <a:t>attend</a:t>
            </a:r>
          </a:p>
        </p:txBody>
      </p:sp>
      <p:sp>
        <p:nvSpPr>
          <p:cNvPr id="333" name="fullright" descr="Editable text; source id fullright"/>
          <p:cNvSpPr txBox="1"/>
          <p:nvPr/>
        </p:nvSpPr>
        <p:spPr>
          <a:xfrm>
            <a:off x="10641874" y="3196045"/>
            <a:ext cx="679268" cy="34834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AD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1" i="0" lang="zh-CN" dirty="0">
                <a:solidFill>
                  <a:srgbClr val="AD5700"/>
                </a:solidFill>
                <a:latin typeface="Times New Roman"/>
                <a:ea typeface="Times New Roman"/>
                <a:cs typeface="Times New Roman"/>
              </a:rPr>
              <a:t>Full</a:t>
            </a:r>
          </a:p>
          <a:p>
            <a:pPr algn="ctr" fontAlgn="base">
              <a:lnSpc>
                <a:spcPts val="1148"/>
              </a:lnSpc>
              <a:spcBef>
                <a:spcPts val="0"/>
              </a:spcBef>
              <a:spcAft>
                <a:spcPts val="0"/>
              </a:spcAft>
              <a:defRPr sz="1028" b="1" i="0" lang="zh-CN" dirty="0">
                <a:solidFill>
                  <a:srgbClr val="AD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1" i="0" lang="zh-CN" dirty="0">
                <a:solidFill>
                  <a:srgbClr val="AD5700"/>
                </a:solidFill>
                <a:latin typeface="Times New Roman"/>
                <a:ea typeface="Times New Roman"/>
                <a:cs typeface="Times New Roman"/>
              </a:rPr>
              <a:t>attend</a:t>
            </a:r>
          </a:p>
        </p:txBody>
      </p:sp>
      <p:sp>
        <p:nvSpPr>
          <p:cNvPr id="334" name="legend_ar" descr="Editable shape; source id legend_ar"/>
          <p:cNvSpPr/>
          <p:nvPr/>
        </p:nvSpPr>
        <p:spPr>
          <a:xfrm>
            <a:off x="8961119" y="4197531"/>
            <a:ext cx="139337" cy="104502"/>
          </a:xfrm>
          <a:prstGeom prst="rect">
            <a:avLst/>
          </a:prstGeom>
          <a:solidFill>
            <a:srgbClr val="B1ADEB"/>
          </a:solidFill>
          <a:ln w="609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legend_artxt" descr="Editable text; source id legend_artxt"/>
          <p:cNvSpPr txBox="1"/>
          <p:nvPr/>
        </p:nvSpPr>
        <p:spPr>
          <a:xfrm>
            <a:off x="9178834" y="4145279"/>
            <a:ext cx="2612571" cy="26125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55"/>
              </a:lnSpc>
              <a:spcBef>
                <a:spcPts val="0"/>
              </a:spcBef>
              <a:spcAft>
                <a:spcPts val="0"/>
              </a:spcAft>
              <a:defRPr sz="143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 causal self-attention</a:t>
            </a:r>
          </a:p>
        </p:txBody>
      </p:sp>
      <p:sp>
        <p:nvSpPr>
          <p:cNvPr id="336" name="legend_dm" descr="Editable shape; source id legend_dm"/>
          <p:cNvSpPr/>
          <p:nvPr/>
        </p:nvSpPr>
        <p:spPr>
          <a:xfrm>
            <a:off x="8961119" y="4423954"/>
            <a:ext cx="139337" cy="104502"/>
          </a:xfrm>
          <a:prstGeom prst="rect">
            <a:avLst/>
          </a:prstGeom>
          <a:solidFill>
            <a:srgbClr val="EDCDAB"/>
          </a:solidFill>
          <a:ln w="609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legend_dmtxt" descr="Editable text; source id legend_dmtxt"/>
          <p:cNvSpPr txBox="1"/>
          <p:nvPr/>
        </p:nvSpPr>
        <p:spPr>
          <a:xfrm>
            <a:off x="9178834" y="4371702"/>
            <a:ext cx="2612571" cy="26125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55"/>
              </a:lnSpc>
              <a:spcBef>
                <a:spcPts val="0"/>
              </a:spcBef>
              <a:spcAft>
                <a:spcPts val="0"/>
              </a:spcAft>
              <a:defRPr sz="143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 full attention</a:t>
            </a:r>
          </a:p>
        </p:txBody>
      </p:sp>
      <p:sp>
        <p:nvSpPr>
          <p:cNvPr id="338" name="tokenlegend" descr="Editable shape; source id tokenlegend"/>
          <p:cNvSpPr/>
          <p:nvPr/>
        </p:nvSpPr>
        <p:spPr>
          <a:xfrm>
            <a:off x="827314" y="4990011"/>
            <a:ext cx="10537371" cy="374468"/>
          </a:xfrm>
          <a:prstGeom prst="rect">
            <a:avLst/>
          </a:prstGeom>
          <a:noFill/>
          <a:ln w="8708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okensheading" descr="Editable text; source id tokensheading"/>
          <p:cNvSpPr txBox="1"/>
          <p:nvPr/>
        </p:nvSpPr>
        <p:spPr>
          <a:xfrm>
            <a:off x="914399" y="5042262"/>
            <a:ext cx="905691" cy="2960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Tokens:</a:t>
            </a:r>
          </a:p>
        </p:txBody>
      </p:sp>
      <p:sp>
        <p:nvSpPr>
          <p:cNvPr id="340" name="legend_v" descr="Editable shape; source id legend_v"/>
          <p:cNvSpPr/>
          <p:nvPr/>
        </p:nvSpPr>
        <p:spPr>
          <a:xfrm>
            <a:off x="1898468" y="506838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0E5F0"/>
          </a:solidFill>
          <a:ln w="10450">
            <a:solidFill>
              <a:srgbClr val="00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legend_txtv" descr="Editable text; source id legend_txtv"/>
          <p:cNvSpPr txBox="1"/>
          <p:nvPr/>
        </p:nvSpPr>
        <p:spPr>
          <a:xfrm>
            <a:off x="2281645" y="5033554"/>
            <a:ext cx="1219199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Vision (AR)</a:t>
            </a:r>
          </a:p>
        </p:txBody>
      </p:sp>
      <p:sp>
        <p:nvSpPr>
          <p:cNvPr id="342" name="legend_l" descr="Editable shape; source id legend_l"/>
          <p:cNvSpPr/>
          <p:nvPr/>
        </p:nvSpPr>
        <p:spPr>
          <a:xfrm>
            <a:off x="3553097" y="506838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E0DDFA"/>
          </a:solidFill>
          <a:ln w="10450">
            <a:solidFill>
              <a:srgbClr val="100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legend_txtl" descr="Editable text; source id legend_txtl"/>
          <p:cNvSpPr txBox="1"/>
          <p:nvPr/>
        </p:nvSpPr>
        <p:spPr>
          <a:xfrm>
            <a:off x="3944982" y="5033554"/>
            <a:ext cx="1132114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Language</a:t>
            </a:r>
          </a:p>
        </p:txBody>
      </p:sp>
      <p:sp>
        <p:nvSpPr>
          <p:cNvPr id="344" name="legend_sp" descr="Editable shape; source id legend_sp"/>
          <p:cNvSpPr/>
          <p:nvPr/>
        </p:nvSpPr>
        <p:spPr>
          <a:xfrm>
            <a:off x="5050971" y="506838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ECECEC"/>
          </a:solidFill>
          <a:ln w="1045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legend_txtsp" descr="Editable text; source id legend_txtsp"/>
          <p:cNvSpPr txBox="1"/>
          <p:nvPr/>
        </p:nvSpPr>
        <p:spPr>
          <a:xfrm>
            <a:off x="5442857" y="5033554"/>
            <a:ext cx="844731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Special</a:t>
            </a:r>
          </a:p>
        </p:txBody>
      </p:sp>
      <p:sp>
        <p:nvSpPr>
          <p:cNvPr id="346" name="legend_d" descr="Editable shape; source id legend_d"/>
          <p:cNvSpPr/>
          <p:nvPr/>
        </p:nvSpPr>
        <p:spPr>
          <a:xfrm>
            <a:off x="6313714" y="506838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BE1C5"/>
          </a:solidFill>
          <a:ln w="10450">
            <a:solidFill>
              <a:srgbClr val="A65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legend_txtd" descr="Editable text; source id legend_txtd"/>
          <p:cNvSpPr txBox="1"/>
          <p:nvPr/>
        </p:nvSpPr>
        <p:spPr>
          <a:xfrm>
            <a:off x="6696891" y="5033554"/>
            <a:ext cx="1323702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Vision (DM)</a:t>
            </a:r>
          </a:p>
        </p:txBody>
      </p:sp>
      <p:sp>
        <p:nvSpPr>
          <p:cNvPr id="348" name="legend_s" descr="Editable shape; source id legend_s"/>
          <p:cNvSpPr/>
          <p:nvPr/>
        </p:nvSpPr>
        <p:spPr>
          <a:xfrm>
            <a:off x="8038011" y="506838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EC5E0"/>
          </a:solidFill>
          <a:ln w="10450">
            <a:solidFill>
              <a:srgbClr val="76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legend_txts" descr="Editable text; source id legend_txts"/>
          <p:cNvSpPr txBox="1"/>
          <p:nvPr/>
        </p:nvSpPr>
        <p:spPr>
          <a:xfrm>
            <a:off x="8429896" y="5033554"/>
            <a:ext cx="748937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Audio</a:t>
            </a:r>
          </a:p>
        </p:txBody>
      </p:sp>
      <p:sp>
        <p:nvSpPr>
          <p:cNvPr id="350" name="legend_a" descr="Editable shape; source id legend_a"/>
          <p:cNvSpPr/>
          <p:nvPr/>
        </p:nvSpPr>
        <p:spPr>
          <a:xfrm>
            <a:off x="9187542" y="506838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DDEADB"/>
          </a:solidFill>
          <a:ln w="10450">
            <a:solidFill>
              <a:srgbClr val="375D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legend_txta" descr="Editable text; source id legend_txta"/>
          <p:cNvSpPr txBox="1"/>
          <p:nvPr/>
        </p:nvSpPr>
        <p:spPr>
          <a:xfrm>
            <a:off x="9570719" y="5033554"/>
            <a:ext cx="801188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</p:txBody>
      </p:sp>
      <p:sp>
        <p:nvSpPr>
          <p:cNvPr id="352" name="legend_n" descr="Editable shape; source id legend_n"/>
          <p:cNvSpPr/>
          <p:nvPr/>
        </p:nvSpPr>
        <p:spPr>
          <a:xfrm>
            <a:off x="10389325" y="5068388"/>
            <a:ext cx="330925" cy="217714"/>
          </a:xfrm>
          <a:prstGeom prst="roundRect">
            <a:avLst>
              <a:gd name="adj" fmla="val 20000"/>
            </a:avLst>
          </a:prstGeom>
          <a:solidFill>
            <a:srgbClr val="F4F4F4"/>
          </a:solidFill>
          <a:ln w="10450">
            <a:solidFill>
              <a:srgbClr val="BBBBBB"/>
            </a:solidFill>
            <a:custDash>
              <a:ds d="416667" sp="416667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legend_txtn" descr="Editable text; source id legend_txtn"/>
          <p:cNvSpPr txBox="1"/>
          <p:nvPr/>
        </p:nvSpPr>
        <p:spPr>
          <a:xfrm>
            <a:off x="10772502" y="5033554"/>
            <a:ext cx="574765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Noisy</a:t>
            </a:r>
          </a:p>
        </p:txBody>
      </p:sp>
      <p:sp>
        <p:nvSpPr>
          <p:cNvPr id="354" name="f1part0" descr="Editable text; source id f1part0"/>
          <p:cNvSpPr txBox="1"/>
          <p:nvPr/>
        </p:nvSpPr>
        <p:spPr>
          <a:xfrm>
            <a:off x="1576251" y="2420982"/>
            <a:ext cx="330925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Attn(</a:t>
            </a:r>
          </a:p>
        </p:txBody>
      </p:sp>
      <p:sp>
        <p:nvSpPr>
          <p:cNvPr id="355" name="f1part1" descr="Editable text; source id f1part1"/>
          <p:cNvSpPr txBox="1"/>
          <p:nvPr/>
        </p:nvSpPr>
        <p:spPr>
          <a:xfrm>
            <a:off x="1872342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56" name="f1part2" descr="Editable text; source id f1part2"/>
          <p:cNvSpPr txBox="1"/>
          <p:nvPr/>
        </p:nvSpPr>
        <p:spPr>
          <a:xfrm>
            <a:off x="1959428" y="249065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357" name="f1part3" descr="Editable text; source id f1part3"/>
          <p:cNvSpPr txBox="1"/>
          <p:nvPr/>
        </p:nvSpPr>
        <p:spPr>
          <a:xfrm>
            <a:off x="2090057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358" name="f1part4" descr="Editable text; source id f1part4"/>
          <p:cNvSpPr txBox="1"/>
          <p:nvPr/>
        </p:nvSpPr>
        <p:spPr>
          <a:xfrm>
            <a:off x="2159725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359" name="f1part5" descr="Editable text; source id f1part5"/>
          <p:cNvSpPr txBox="1"/>
          <p:nvPr/>
        </p:nvSpPr>
        <p:spPr>
          <a:xfrm>
            <a:off x="2246811" y="249065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360" name="f1part6" descr="Editable text; source id f1part6"/>
          <p:cNvSpPr txBox="1"/>
          <p:nvPr/>
        </p:nvSpPr>
        <p:spPr>
          <a:xfrm>
            <a:off x="2386148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361" name="f1part7" descr="Editable text; source id f1part7"/>
          <p:cNvSpPr txBox="1"/>
          <p:nvPr/>
        </p:nvSpPr>
        <p:spPr>
          <a:xfrm>
            <a:off x="2455817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362" name="f1part8" descr="Editable text; source id f1part8"/>
          <p:cNvSpPr txBox="1"/>
          <p:nvPr/>
        </p:nvSpPr>
        <p:spPr>
          <a:xfrm>
            <a:off x="2542902" y="249065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363" name="f1part9" descr="Editable text; source id f1part9"/>
          <p:cNvSpPr txBox="1"/>
          <p:nvPr/>
        </p:nvSpPr>
        <p:spPr>
          <a:xfrm>
            <a:off x="2743199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364" name="f2part0" descr="Editable text; source id f2part0"/>
          <p:cNvSpPr txBox="1"/>
          <p:nvPr/>
        </p:nvSpPr>
        <p:spPr>
          <a:xfrm>
            <a:off x="4415245" y="2420982"/>
            <a:ext cx="330925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Attn(</a:t>
            </a:r>
          </a:p>
        </p:txBody>
      </p:sp>
      <p:sp>
        <p:nvSpPr>
          <p:cNvPr id="365" name="f2part1" descr="Editable text; source id f2part1"/>
          <p:cNvSpPr txBox="1"/>
          <p:nvPr/>
        </p:nvSpPr>
        <p:spPr>
          <a:xfrm>
            <a:off x="4754879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366" name="f2part2" descr="Editable text; source id f2part2"/>
          <p:cNvSpPr txBox="1"/>
          <p:nvPr/>
        </p:nvSpPr>
        <p:spPr>
          <a:xfrm>
            <a:off x="4868091" y="249065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367" name="f2part3" descr="Editable text; source id f2part3"/>
          <p:cNvSpPr txBox="1"/>
          <p:nvPr/>
        </p:nvSpPr>
        <p:spPr>
          <a:xfrm>
            <a:off x="5024845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368" name="f2part4" descr="Editable text; source id f2part4"/>
          <p:cNvSpPr txBox="1"/>
          <p:nvPr/>
        </p:nvSpPr>
        <p:spPr>
          <a:xfrm>
            <a:off x="5094514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</a:t>
            </a:r>
          </a:p>
        </p:txBody>
      </p:sp>
      <p:sp>
        <p:nvSpPr>
          <p:cNvPr id="369" name="f2part5" descr="Editable text; source id f2part5"/>
          <p:cNvSpPr txBox="1"/>
          <p:nvPr/>
        </p:nvSpPr>
        <p:spPr>
          <a:xfrm>
            <a:off x="5120639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370" name="f2part6" descr="Editable text; source id f2part6"/>
          <p:cNvSpPr txBox="1"/>
          <p:nvPr/>
        </p:nvSpPr>
        <p:spPr>
          <a:xfrm>
            <a:off x="5259977" y="249065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371" name="f2part7" descr="Editable text; source id f2part7"/>
          <p:cNvSpPr txBox="1"/>
          <p:nvPr/>
        </p:nvSpPr>
        <p:spPr>
          <a:xfrm>
            <a:off x="5373188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;</a:t>
            </a:r>
          </a:p>
        </p:txBody>
      </p:sp>
      <p:sp>
        <p:nvSpPr>
          <p:cNvPr id="372" name="f2part8" descr="Editable text; source id f2part8"/>
          <p:cNvSpPr txBox="1"/>
          <p:nvPr/>
        </p:nvSpPr>
        <p:spPr>
          <a:xfrm>
            <a:off x="5434148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373" name="f2part9" descr="Editable text; source id f2part9"/>
          <p:cNvSpPr txBox="1"/>
          <p:nvPr/>
        </p:nvSpPr>
        <p:spPr>
          <a:xfrm>
            <a:off x="5564777" y="249065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374" name="f2part10" descr="Editable text; source id f2part10"/>
          <p:cNvSpPr txBox="1"/>
          <p:nvPr/>
        </p:nvSpPr>
        <p:spPr>
          <a:xfrm>
            <a:off x="5695405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375" name="f2part11" descr="Editable text; source id f2part11"/>
          <p:cNvSpPr txBox="1"/>
          <p:nvPr/>
        </p:nvSpPr>
        <p:spPr>
          <a:xfrm>
            <a:off x="5747656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376" name="f2part12" descr="Editable text; source id f2part12"/>
          <p:cNvSpPr txBox="1"/>
          <p:nvPr/>
        </p:nvSpPr>
        <p:spPr>
          <a:xfrm>
            <a:off x="5817325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</a:t>
            </a:r>
          </a:p>
        </p:txBody>
      </p:sp>
      <p:sp>
        <p:nvSpPr>
          <p:cNvPr id="377" name="f2part13" descr="Editable text; source id f2part13"/>
          <p:cNvSpPr txBox="1"/>
          <p:nvPr/>
        </p:nvSpPr>
        <p:spPr>
          <a:xfrm>
            <a:off x="5843451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378" name="f2part14" descr="Editable text; source id f2part14"/>
          <p:cNvSpPr txBox="1"/>
          <p:nvPr/>
        </p:nvSpPr>
        <p:spPr>
          <a:xfrm>
            <a:off x="5965371" y="249065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379" name="f2part15" descr="Editable text; source id f2part15"/>
          <p:cNvSpPr txBox="1"/>
          <p:nvPr/>
        </p:nvSpPr>
        <p:spPr>
          <a:xfrm>
            <a:off x="6095999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;</a:t>
            </a:r>
          </a:p>
        </p:txBody>
      </p:sp>
      <p:sp>
        <p:nvSpPr>
          <p:cNvPr id="380" name="f2part16" descr="Editable text; source id f2part16"/>
          <p:cNvSpPr txBox="1"/>
          <p:nvPr/>
        </p:nvSpPr>
        <p:spPr>
          <a:xfrm>
            <a:off x="6156959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1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381" name="f2part17" descr="Editable text; source id f2part17"/>
          <p:cNvSpPr txBox="1"/>
          <p:nvPr/>
        </p:nvSpPr>
        <p:spPr>
          <a:xfrm>
            <a:off x="6270171" y="2490651"/>
            <a:ext cx="191588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09"/>
              </a:lnSpc>
              <a:spcBef>
                <a:spcPts val="0"/>
              </a:spcBef>
              <a:spcAft>
                <a:spcPts val="0"/>
              </a:spcAft>
              <a:def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7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382" name="f2part18" descr="Editable text; source id f2part18"/>
          <p:cNvSpPr txBox="1"/>
          <p:nvPr/>
        </p:nvSpPr>
        <p:spPr>
          <a:xfrm>
            <a:off x="6400799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]</a:t>
            </a:r>
          </a:p>
        </p:txBody>
      </p:sp>
      <p:sp>
        <p:nvSpPr>
          <p:cNvPr id="383" name="f2part19" descr="Editable text; source id f2part19"/>
          <p:cNvSpPr txBox="1"/>
          <p:nvPr/>
        </p:nvSpPr>
        <p:spPr>
          <a:xfrm>
            <a:off x="6453051" y="2420982"/>
            <a:ext cx="191588" cy="16546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384" name="rowvtilde1" descr="Editable text; source id rowvtilde1"/>
          <p:cNvSpPr txBox="1"/>
          <p:nvPr/>
        </p:nvSpPr>
        <p:spPr>
          <a:xfrm>
            <a:off x="8604068" y="2656114"/>
            <a:ext cx="104502" cy="10450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385" name="diag_v_ar_0" descr="Editable text; source id diag_v_ar_0"/>
          <p:cNvSpPr txBox="1"/>
          <p:nvPr/>
        </p:nvSpPr>
        <p:spPr>
          <a:xfrm rot="18900000">
            <a:off x="8948419" y="1130752"/>
            <a:ext cx="67491" cy="153270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103"/>
              </a:lnSpc>
              <a:spcBef>
                <a:spcPts val="0"/>
              </a:spcBef>
              <a:spcAft>
                <a:spcPts val="0"/>
              </a:spcAft>
              <a:defRPr sz="95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9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386" name="diag_v_ar_1" descr="Editable text; source id diag_v_ar_1"/>
          <p:cNvSpPr txBox="1"/>
          <p:nvPr/>
        </p:nvSpPr>
        <p:spPr>
          <a:xfrm rot="18900000">
            <a:off x="9021051" y="1144866"/>
            <a:ext cx="52251" cy="104198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defRPr sz="623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23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87" name="diag_v_ar_2" descr="Editable text; source id diag_v_ar_2"/>
          <p:cNvSpPr txBox="1"/>
          <p:nvPr/>
        </p:nvSpPr>
        <p:spPr>
          <a:xfrm rot="18900000">
            <a:off x="8948950" y="1057886"/>
            <a:ext cx="124097" cy="104198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defRPr sz="623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23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  <p:sp>
        <p:nvSpPr>
          <p:cNvPr id="388" name="diag_dots1_0" descr="Editable text; source id diag_dots1_0"/>
          <p:cNvSpPr txBox="1"/>
          <p:nvPr/>
        </p:nvSpPr>
        <p:spPr>
          <a:xfrm rot="18900000">
            <a:off x="9153620" y="1137366"/>
            <a:ext cx="41365" cy="14325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def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389" name="diag_dots1_1" descr="Editable text; source id diag_dots1_1"/>
          <p:cNvSpPr txBox="1"/>
          <p:nvPr/>
        </p:nvSpPr>
        <p:spPr>
          <a:xfrm rot="18900000">
            <a:off x="9202883" y="1088103"/>
            <a:ext cx="41365" cy="14325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def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390" name="diag_dots1_2" descr="Editable text; source id diag_dots1_2"/>
          <p:cNvSpPr txBox="1"/>
          <p:nvPr/>
        </p:nvSpPr>
        <p:spPr>
          <a:xfrm rot="18900000">
            <a:off x="9252146" y="1038839"/>
            <a:ext cx="41365" cy="14325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def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391" name="diag_l_0" descr="Editable text; source id diag_l_0"/>
          <p:cNvSpPr txBox="1"/>
          <p:nvPr/>
        </p:nvSpPr>
        <p:spPr>
          <a:xfrm rot="18900000">
            <a:off x="9392171" y="1137225"/>
            <a:ext cx="52251" cy="16328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392" name="diag_l_1" descr="Editable text; source id diag_l_1"/>
          <p:cNvSpPr txBox="1"/>
          <p:nvPr/>
        </p:nvSpPr>
        <p:spPr>
          <a:xfrm rot="18900000">
            <a:off x="9463773" y="1148003"/>
            <a:ext cx="56605" cy="110707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768"/>
              </a:lnSpc>
              <a:spcBef>
                <a:spcPts val="0"/>
              </a:spcBef>
              <a:spcAft>
                <a:spcPts val="0"/>
              </a:spcAft>
              <a:defRPr sz="66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93" name="diag_dots2_0" descr="Editable text; source id diag_dots2_0"/>
          <p:cNvSpPr txBox="1"/>
          <p:nvPr/>
        </p:nvSpPr>
        <p:spPr>
          <a:xfrm rot="18900000">
            <a:off x="9606466" y="1137366"/>
            <a:ext cx="41365" cy="14325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def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394" name="diag_dots2_1" descr="Editable text; source id diag_dots2_1"/>
          <p:cNvSpPr txBox="1"/>
          <p:nvPr/>
        </p:nvSpPr>
        <p:spPr>
          <a:xfrm rot="18900000">
            <a:off x="9655729" y="1088103"/>
            <a:ext cx="41365" cy="14325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def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395" name="diag_dots2_2" descr="Editable text; source id diag_dots2_2"/>
          <p:cNvSpPr txBox="1"/>
          <p:nvPr/>
        </p:nvSpPr>
        <p:spPr>
          <a:xfrm rot="18900000">
            <a:off x="9704992" y="1038839"/>
            <a:ext cx="41365" cy="14325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def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396" name="diag_eos_0" descr="Editable text; source id diag_eos_0"/>
          <p:cNvSpPr txBox="1"/>
          <p:nvPr/>
        </p:nvSpPr>
        <p:spPr>
          <a:xfrm rot="18900000">
            <a:off x="9836850" y="1128393"/>
            <a:ext cx="176348" cy="113211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EOS</a:t>
            </a:r>
          </a:p>
        </p:txBody>
      </p:sp>
      <p:sp>
        <p:nvSpPr>
          <p:cNvPr id="397" name="diag_bog_0" descr="Editable text; source id diag_bog_0"/>
          <p:cNvSpPr txBox="1"/>
          <p:nvPr/>
        </p:nvSpPr>
        <p:spPr>
          <a:xfrm rot="18900000">
            <a:off x="10060084" y="1120696"/>
            <a:ext cx="198119" cy="113211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788"/>
              </a:lnSpc>
              <a:spcBef>
                <a:spcPts val="0"/>
              </a:spcBef>
              <a:spcAft>
                <a:spcPts val="0"/>
              </a:spcAft>
              <a:defRPr sz="68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BOG</a:t>
            </a:r>
          </a:p>
        </p:txBody>
      </p:sp>
      <p:sp>
        <p:nvSpPr>
          <p:cNvPr id="398" name="diag_v_dm_0" descr="Editable text; source id diag_v_dm_0"/>
          <p:cNvSpPr txBox="1"/>
          <p:nvPr/>
        </p:nvSpPr>
        <p:spPr>
          <a:xfrm rot="18900000">
            <a:off x="10355953" y="1130297"/>
            <a:ext cx="71845" cy="16328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399" name="diag_v_dm_1" descr="Editable text; source id diag_v_dm_1"/>
          <p:cNvSpPr txBox="1"/>
          <p:nvPr/>
        </p:nvSpPr>
        <p:spPr>
          <a:xfrm rot="18900000">
            <a:off x="10430424" y="1148003"/>
            <a:ext cx="56605" cy="110707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768"/>
              </a:lnSpc>
              <a:spcBef>
                <a:spcPts val="0"/>
              </a:spcBef>
              <a:spcAft>
                <a:spcPts val="0"/>
              </a:spcAft>
              <a:defRPr sz="66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00" name="diag_v_dm_2" descr="Editable text; source id diag_v_dm_2"/>
          <p:cNvSpPr txBox="1"/>
          <p:nvPr/>
        </p:nvSpPr>
        <p:spPr>
          <a:xfrm rot="18900000">
            <a:off x="10361293" y="1022536"/>
            <a:ext cx="150222" cy="110707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768"/>
              </a:lnSpc>
              <a:spcBef>
                <a:spcPts val="0"/>
              </a:spcBef>
              <a:spcAft>
                <a:spcPts val="0"/>
              </a:spcAft>
              <a:defRPr sz="66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DM</a:t>
            </a:r>
          </a:p>
        </p:txBody>
      </p:sp>
      <p:sp>
        <p:nvSpPr>
          <p:cNvPr id="401" name="diag_v_dm_3" descr="Editable text; source id diag_v_dm_3"/>
          <p:cNvSpPr txBox="1"/>
          <p:nvPr/>
        </p:nvSpPr>
        <p:spPr>
          <a:xfrm rot="18900000">
            <a:off x="10320539" y="1102698"/>
            <a:ext cx="65314" cy="125729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887"/>
              </a:lnSpc>
              <a:spcBef>
                <a:spcPts val="0"/>
              </a:spcBef>
              <a:spcAft>
                <a:spcPts val="0"/>
              </a:spcAft>
              <a:defRPr sz="77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402" name="diag_dots3_0" descr="Editable text; source id diag_dots3_0"/>
          <p:cNvSpPr txBox="1"/>
          <p:nvPr/>
        </p:nvSpPr>
        <p:spPr>
          <a:xfrm rot="18900000">
            <a:off x="10520865" y="1137366"/>
            <a:ext cx="41365" cy="14325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def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03" name="diag_dots3_1" descr="Editable text; source id diag_dots3_1"/>
          <p:cNvSpPr txBox="1"/>
          <p:nvPr/>
        </p:nvSpPr>
        <p:spPr>
          <a:xfrm rot="18900000">
            <a:off x="10570129" y="1088103"/>
            <a:ext cx="41365" cy="14325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def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04" name="diag_dots3_2" descr="Editable text; source id diag_dots3_2"/>
          <p:cNvSpPr txBox="1"/>
          <p:nvPr/>
        </p:nvSpPr>
        <p:spPr>
          <a:xfrm rot="18900000">
            <a:off x="10619392" y="1038839"/>
            <a:ext cx="41365" cy="14325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def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05" name="diag_s_0" descr="Editable text; source id diag_s_0"/>
          <p:cNvSpPr txBox="1"/>
          <p:nvPr/>
        </p:nvSpPr>
        <p:spPr>
          <a:xfrm rot="18900000">
            <a:off x="10781771" y="1124667"/>
            <a:ext cx="67491" cy="163285"/>
          </a:xfrm>
          <a:prstGeom prst="rect">
            <a:avLst/>
          </a:prstGeom>
          <a:noFill/>
          <a:effectLst/>
        </p:spPr>
        <p:txBody>
          <a:bodyPr wrap="none" anchor="t" tIns="4354" rIns="0" bIns="0" lIns="6531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406" name="diag_s_1" descr="Editable text; source id diag_s_1"/>
          <p:cNvSpPr txBox="1"/>
          <p:nvPr/>
        </p:nvSpPr>
        <p:spPr>
          <a:xfrm rot="18900000">
            <a:off x="10857144" y="1139295"/>
            <a:ext cx="56605" cy="110707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768"/>
              </a:lnSpc>
              <a:spcBef>
                <a:spcPts val="0"/>
              </a:spcBef>
              <a:spcAft>
                <a:spcPts val="0"/>
              </a:spcAft>
              <a:defRPr sz="66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07" name="diag_s_2" descr="Editable text; source id diag_s_2"/>
          <p:cNvSpPr txBox="1"/>
          <p:nvPr/>
        </p:nvSpPr>
        <p:spPr>
          <a:xfrm rot="18900000">
            <a:off x="10747259" y="1093990"/>
            <a:ext cx="65314" cy="125729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887"/>
              </a:lnSpc>
              <a:spcBef>
                <a:spcPts val="0"/>
              </a:spcBef>
              <a:spcAft>
                <a:spcPts val="0"/>
              </a:spcAft>
              <a:defRPr sz="77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408" name="diag_dots4_0" descr="Editable text; source id diag_dots4_0"/>
          <p:cNvSpPr txBox="1"/>
          <p:nvPr/>
        </p:nvSpPr>
        <p:spPr>
          <a:xfrm rot="18900000">
            <a:off x="10982420" y="1137366"/>
            <a:ext cx="41365" cy="14325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def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09" name="diag_dots4_1" descr="Editable text; source id diag_dots4_1"/>
          <p:cNvSpPr txBox="1"/>
          <p:nvPr/>
        </p:nvSpPr>
        <p:spPr>
          <a:xfrm rot="18900000">
            <a:off x="11031683" y="1088103"/>
            <a:ext cx="41365" cy="14325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def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10" name="diag_dots4_2" descr="Editable text; source id diag_dots4_2"/>
          <p:cNvSpPr txBox="1"/>
          <p:nvPr/>
        </p:nvSpPr>
        <p:spPr>
          <a:xfrm rot="18900000">
            <a:off x="11080946" y="1038839"/>
            <a:ext cx="41365" cy="14325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def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11" name="diag_a_0" descr="Editable text; source id diag_a_0"/>
          <p:cNvSpPr txBox="1"/>
          <p:nvPr/>
        </p:nvSpPr>
        <p:spPr>
          <a:xfrm rot="18900000">
            <a:off x="11234562" y="1119279"/>
            <a:ext cx="78377" cy="16328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182"/>
              </a:lnSpc>
              <a:spcBef>
                <a:spcPts val="0"/>
              </a:spcBef>
              <a:spcAft>
                <a:spcPts val="0"/>
              </a:spcAft>
              <a:defRPr sz="1028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28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412" name="diag_a_1" descr="Editable text; source id diag_a_1"/>
          <p:cNvSpPr txBox="1"/>
          <p:nvPr/>
        </p:nvSpPr>
        <p:spPr>
          <a:xfrm rot="18900000">
            <a:off x="11309990" y="1139295"/>
            <a:ext cx="56605" cy="110707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768"/>
              </a:lnSpc>
              <a:spcBef>
                <a:spcPts val="0"/>
              </a:spcBef>
              <a:spcAft>
                <a:spcPts val="0"/>
              </a:spcAft>
              <a:defRPr sz="66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68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13" name="diag_a_2" descr="Editable text; source id diag_a_2"/>
          <p:cNvSpPr txBox="1"/>
          <p:nvPr/>
        </p:nvSpPr>
        <p:spPr>
          <a:xfrm rot="18900000">
            <a:off x="11200105" y="1093990"/>
            <a:ext cx="65314" cy="125729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887"/>
              </a:lnSpc>
              <a:spcBef>
                <a:spcPts val="0"/>
              </a:spcBef>
              <a:spcAft>
                <a:spcPts val="0"/>
              </a:spcAft>
              <a:defRPr sz="77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~</a:t>
            </a:r>
          </a:p>
        </p:txBody>
      </p:sp>
      <p:sp>
        <p:nvSpPr>
          <p:cNvPr id="414" name="diag_dots5_0" descr="Editable text; source id diag_dots5_0"/>
          <p:cNvSpPr txBox="1"/>
          <p:nvPr/>
        </p:nvSpPr>
        <p:spPr>
          <a:xfrm rot="18900000">
            <a:off x="11435265" y="1137366"/>
            <a:ext cx="41365" cy="14325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def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15" name="diag_dots5_1" descr="Editable text; source id diag_dots5_1"/>
          <p:cNvSpPr txBox="1"/>
          <p:nvPr/>
        </p:nvSpPr>
        <p:spPr>
          <a:xfrm rot="18900000">
            <a:off x="11484529" y="1088103"/>
            <a:ext cx="41365" cy="14325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def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416" name="diag_dots5_2" descr="Editable text; source id diag_dots5_2"/>
          <p:cNvSpPr txBox="1"/>
          <p:nvPr/>
        </p:nvSpPr>
        <p:spPr>
          <a:xfrm rot="18900000">
            <a:off x="11533792" y="1038839"/>
            <a:ext cx="41365" cy="14325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def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