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2970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input_arrow" descr="Editable line; source id text_input_arrow"/>
          <p:cNvSpPr/>
          <p:nvPr/>
        </p:nvSpPr>
        <p:spPr>
          <a:xfrm>
            <a:off x="1280104" y="1082731"/>
            <a:ext cx="411663" cy="101506"/>
          </a:xfrm>
          <a:custGeom>
            <a:avLst/>
            <a:gdLst/>
            <a:ahLst/>
            <a:cxnLst/>
            <a:rect l="l" t="t" r="r" b="b"/>
            <a:pathLst>
              <a:path w="73000" h="18000">
                <a:moveTo>
                  <a:pt x="0" y="8000"/>
                </a:moveTo>
                <a:lnTo>
                  <a:pt x="57000" y="8000"/>
                </a:lnTo>
                <a:lnTo>
                  <a:pt x="57000" y="0"/>
                </a:lnTo>
                <a:lnTo>
                  <a:pt x="73000" y="9000"/>
                </a:lnTo>
                <a:lnTo>
                  <a:pt x="57000" y="18000"/>
                </a:lnTo>
                <a:lnTo>
                  <a:pt x="57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mage_input_arrow" descr="Editable line; source id image_input_arrow"/>
          <p:cNvSpPr/>
          <p:nvPr/>
        </p:nvSpPr>
        <p:spPr>
          <a:xfrm>
            <a:off x="1116566" y="3101573"/>
            <a:ext cx="575201" cy="101506"/>
          </a:xfrm>
          <a:custGeom>
            <a:avLst/>
            <a:gdLst/>
            <a:ahLst/>
            <a:cxnLst/>
            <a:rect l="l" t="t" r="r" b="b"/>
            <a:pathLst>
              <a:path w="102000" h="18000">
                <a:moveTo>
                  <a:pt x="0" y="8000"/>
                </a:moveTo>
                <a:lnTo>
                  <a:pt x="86000" y="8000"/>
                </a:lnTo>
                <a:lnTo>
                  <a:pt x="86000" y="0"/>
                </a:lnTo>
                <a:lnTo>
                  <a:pt x="102000" y="9000"/>
                </a:lnTo>
                <a:lnTo>
                  <a:pt x="86000" y="18000"/>
                </a:lnTo>
                <a:lnTo>
                  <a:pt x="86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rain_text_bus" descr="Editable line; source id train_text_bus"/>
          <p:cNvCxnSpPr/>
          <p:nvPr/>
        </p:nvCxnSpPr>
        <p:spPr>
          <a:xfrm>
            <a:off x="2605320" y="1133483"/>
            <a:ext cx="3152326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rain_text_down_0" descr="Editable line; source id train_text_down_0"/>
          <p:cNvSpPr/>
          <p:nvPr/>
        </p:nvSpPr>
        <p:spPr>
          <a:xfrm>
            <a:off x="3902342" y="1133484"/>
            <a:ext cx="101506" cy="332714"/>
          </a:xfrm>
          <a:custGeom>
            <a:avLst/>
            <a:gdLst/>
            <a:ahLst/>
            <a:cxnLst/>
            <a:rect l="l" t="t" r="r" b="b"/>
            <a:pathLst>
              <a:path w="18000" h="59000">
                <a:moveTo>
                  <a:pt x="10000" y="0"/>
                </a:moveTo>
                <a:lnTo>
                  <a:pt x="10000" y="43000"/>
                </a:lnTo>
                <a:lnTo>
                  <a:pt x="18000" y="43000"/>
                </a:lnTo>
                <a:lnTo>
                  <a:pt x="9000" y="59000"/>
                </a:lnTo>
                <a:lnTo>
                  <a:pt x="0" y="43000"/>
                </a:lnTo>
                <a:lnTo>
                  <a:pt x="8000" y="4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in_text_down_1" descr="Editable line; source id train_text_down_1"/>
          <p:cNvSpPr/>
          <p:nvPr/>
        </p:nvSpPr>
        <p:spPr>
          <a:xfrm>
            <a:off x="4353480" y="1133484"/>
            <a:ext cx="101506" cy="332714"/>
          </a:xfrm>
          <a:custGeom>
            <a:avLst/>
            <a:gdLst/>
            <a:ahLst/>
            <a:cxnLst/>
            <a:rect l="l" t="t" r="r" b="b"/>
            <a:pathLst>
              <a:path w="18000" h="59000">
                <a:moveTo>
                  <a:pt x="10000" y="0"/>
                </a:moveTo>
                <a:lnTo>
                  <a:pt x="10000" y="43000"/>
                </a:lnTo>
                <a:lnTo>
                  <a:pt x="18000" y="43000"/>
                </a:lnTo>
                <a:lnTo>
                  <a:pt x="9000" y="59000"/>
                </a:lnTo>
                <a:lnTo>
                  <a:pt x="0" y="43000"/>
                </a:lnTo>
                <a:lnTo>
                  <a:pt x="8000" y="4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in_text_down_2" descr="Editable line; source id train_text_down_2"/>
          <p:cNvSpPr/>
          <p:nvPr/>
        </p:nvSpPr>
        <p:spPr>
          <a:xfrm>
            <a:off x="4804618" y="1133484"/>
            <a:ext cx="101506" cy="332714"/>
          </a:xfrm>
          <a:custGeom>
            <a:avLst/>
            <a:gdLst/>
            <a:ahLst/>
            <a:cxnLst/>
            <a:rect l="l" t="t" r="r" b="b"/>
            <a:pathLst>
              <a:path w="18000" h="59000">
                <a:moveTo>
                  <a:pt x="10000" y="0"/>
                </a:moveTo>
                <a:lnTo>
                  <a:pt x="10000" y="43000"/>
                </a:lnTo>
                <a:lnTo>
                  <a:pt x="18000" y="43000"/>
                </a:lnTo>
                <a:lnTo>
                  <a:pt x="9000" y="59000"/>
                </a:lnTo>
                <a:lnTo>
                  <a:pt x="0" y="43000"/>
                </a:lnTo>
                <a:lnTo>
                  <a:pt x="8000" y="4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in_text_down_3" descr="Editable line; source id train_text_down_3"/>
          <p:cNvSpPr/>
          <p:nvPr/>
        </p:nvSpPr>
        <p:spPr>
          <a:xfrm>
            <a:off x="5706893" y="1133484"/>
            <a:ext cx="101506" cy="332714"/>
          </a:xfrm>
          <a:custGeom>
            <a:avLst/>
            <a:gdLst/>
            <a:ahLst/>
            <a:cxnLst/>
            <a:rect l="l" t="t" r="r" b="b"/>
            <a:pathLst>
              <a:path w="18000" h="59000">
                <a:moveTo>
                  <a:pt x="10000" y="0"/>
                </a:moveTo>
                <a:lnTo>
                  <a:pt x="10000" y="43000"/>
                </a:lnTo>
                <a:lnTo>
                  <a:pt x="18000" y="43000"/>
                </a:lnTo>
                <a:lnTo>
                  <a:pt x="9000" y="59000"/>
                </a:lnTo>
                <a:lnTo>
                  <a:pt x="0" y="43000"/>
                </a:lnTo>
                <a:lnTo>
                  <a:pt x="8000" y="4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rain_image_to_bus" descr="Editable line; source id train_image_to_bus"/>
          <p:cNvCxnSpPr/>
          <p:nvPr/>
        </p:nvCxnSpPr>
        <p:spPr>
          <a:xfrm>
            <a:off x="2605320" y="3163603"/>
            <a:ext cx="276322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rain_image_bus" descr="Editable line; source id train_image_bus"/>
          <p:cNvCxnSpPr/>
          <p:nvPr/>
        </p:nvCxnSpPr>
        <p:spPr>
          <a:xfrm>
            <a:off x="2881642" y="2261328"/>
            <a:ext cx="0" cy="1804551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ain_image_right_0" descr="Editable line; source id train_image_right_0"/>
          <p:cNvSpPr/>
          <p:nvPr/>
        </p:nvSpPr>
        <p:spPr>
          <a:xfrm>
            <a:off x="2881643" y="2210575"/>
            <a:ext cx="276322" cy="101506"/>
          </a:xfrm>
          <a:custGeom>
            <a:avLst/>
            <a:gdLst/>
            <a:ahLst/>
            <a:cxnLst/>
            <a:rect l="l" t="t" r="r" b="b"/>
            <a:pathLst>
              <a:path w="49000" h="18000">
                <a:moveTo>
                  <a:pt x="0" y="8000"/>
                </a:moveTo>
                <a:lnTo>
                  <a:pt x="33000" y="8000"/>
                </a:lnTo>
                <a:lnTo>
                  <a:pt x="33000" y="0"/>
                </a:lnTo>
                <a:lnTo>
                  <a:pt x="49000" y="9000"/>
                </a:lnTo>
                <a:lnTo>
                  <a:pt x="33000" y="18000"/>
                </a:lnTo>
                <a:lnTo>
                  <a:pt x="33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in_image_right_1" descr="Editable line; source id train_image_right_1"/>
          <p:cNvSpPr/>
          <p:nvPr/>
        </p:nvSpPr>
        <p:spPr>
          <a:xfrm>
            <a:off x="2881643" y="2661713"/>
            <a:ext cx="276322" cy="101506"/>
          </a:xfrm>
          <a:custGeom>
            <a:avLst/>
            <a:gdLst/>
            <a:ahLst/>
            <a:cxnLst/>
            <a:rect l="l" t="t" r="r" b="b"/>
            <a:pathLst>
              <a:path w="49000" h="18000">
                <a:moveTo>
                  <a:pt x="0" y="8000"/>
                </a:moveTo>
                <a:lnTo>
                  <a:pt x="33000" y="8000"/>
                </a:lnTo>
                <a:lnTo>
                  <a:pt x="33000" y="0"/>
                </a:lnTo>
                <a:lnTo>
                  <a:pt x="49000" y="9000"/>
                </a:lnTo>
                <a:lnTo>
                  <a:pt x="33000" y="18000"/>
                </a:lnTo>
                <a:lnTo>
                  <a:pt x="33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in_image_right_2" descr="Editable line; source id train_image_right_2"/>
          <p:cNvSpPr/>
          <p:nvPr/>
        </p:nvSpPr>
        <p:spPr>
          <a:xfrm>
            <a:off x="2881643" y="3112851"/>
            <a:ext cx="276322" cy="101506"/>
          </a:xfrm>
          <a:custGeom>
            <a:avLst/>
            <a:gdLst/>
            <a:ahLst/>
            <a:cxnLst/>
            <a:rect l="l" t="t" r="r" b="b"/>
            <a:pathLst>
              <a:path w="49000" h="18000">
                <a:moveTo>
                  <a:pt x="0" y="8000"/>
                </a:moveTo>
                <a:lnTo>
                  <a:pt x="33000" y="8000"/>
                </a:lnTo>
                <a:lnTo>
                  <a:pt x="33000" y="0"/>
                </a:lnTo>
                <a:lnTo>
                  <a:pt x="49000" y="9000"/>
                </a:lnTo>
                <a:lnTo>
                  <a:pt x="33000" y="18000"/>
                </a:lnTo>
                <a:lnTo>
                  <a:pt x="33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in_image_right_3" descr="Editable line; source id train_image_right_3"/>
          <p:cNvSpPr/>
          <p:nvPr/>
        </p:nvSpPr>
        <p:spPr>
          <a:xfrm>
            <a:off x="2881643" y="4015127"/>
            <a:ext cx="276322" cy="101506"/>
          </a:xfrm>
          <a:custGeom>
            <a:avLst/>
            <a:gdLst/>
            <a:ahLst/>
            <a:cxnLst/>
            <a:rect l="l" t="t" r="r" b="b"/>
            <a:pathLst>
              <a:path w="49000" h="18000">
                <a:moveTo>
                  <a:pt x="0" y="8000"/>
                </a:moveTo>
                <a:lnTo>
                  <a:pt x="33000" y="8000"/>
                </a:lnTo>
                <a:lnTo>
                  <a:pt x="33000" y="0"/>
                </a:lnTo>
                <a:lnTo>
                  <a:pt x="49000" y="9000"/>
                </a:lnTo>
                <a:lnTo>
                  <a:pt x="33000" y="18000"/>
                </a:lnTo>
                <a:lnTo>
                  <a:pt x="33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lass_bus" descr="Editable line; source id class_bus"/>
          <p:cNvCxnSpPr/>
          <p:nvPr/>
        </p:nvCxnSpPr>
        <p:spPr>
          <a:xfrm>
            <a:off x="7167452" y="513169"/>
            <a:ext cx="0" cy="1353413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lass_branch_0" descr="Editable line; source id class_branch_0"/>
          <p:cNvCxnSpPr/>
          <p:nvPr/>
        </p:nvCxnSpPr>
        <p:spPr>
          <a:xfrm>
            <a:off x="6891130" y="513169"/>
            <a:ext cx="276322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lass_branch_1" descr="Editable line; source id class_branch_1"/>
          <p:cNvCxnSpPr/>
          <p:nvPr/>
        </p:nvCxnSpPr>
        <p:spPr>
          <a:xfrm>
            <a:off x="6891130" y="851522"/>
            <a:ext cx="276322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lass_branch_2" descr="Editable line; source id class_branch_2"/>
          <p:cNvCxnSpPr/>
          <p:nvPr/>
        </p:nvCxnSpPr>
        <p:spPr>
          <a:xfrm>
            <a:off x="6891130" y="1189876"/>
            <a:ext cx="276322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lass_branch_3" descr="Editable line; source id class_branch_3"/>
          <p:cNvCxnSpPr/>
          <p:nvPr/>
        </p:nvCxnSpPr>
        <p:spPr>
          <a:xfrm>
            <a:off x="6891130" y="1866582"/>
            <a:ext cx="276322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lass_prompt_arrow" descr="Editable line; source id class_prompt_arrow"/>
          <p:cNvSpPr/>
          <p:nvPr/>
        </p:nvSpPr>
        <p:spPr>
          <a:xfrm>
            <a:off x="7167452" y="1139123"/>
            <a:ext cx="276322" cy="101506"/>
          </a:xfrm>
          <a:custGeom>
            <a:avLst/>
            <a:gdLst/>
            <a:ahLst/>
            <a:cxnLst/>
            <a:rect l="l" t="t" r="r" b="b"/>
            <a:pathLst>
              <a:path w="49000" h="18000">
                <a:moveTo>
                  <a:pt x="0" y="8000"/>
                </a:moveTo>
                <a:lnTo>
                  <a:pt x="33000" y="8000"/>
                </a:lnTo>
                <a:lnTo>
                  <a:pt x="33000" y="0"/>
                </a:lnTo>
                <a:lnTo>
                  <a:pt x="49000" y="9000"/>
                </a:lnTo>
                <a:lnTo>
                  <a:pt x="33000" y="18000"/>
                </a:lnTo>
                <a:lnTo>
                  <a:pt x="33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mpt_text_encoder_arrow" descr="Editable line; source id prompt_text_encoder_arrow"/>
          <p:cNvSpPr/>
          <p:nvPr/>
        </p:nvSpPr>
        <p:spPr>
          <a:xfrm>
            <a:off x="8582897" y="1139123"/>
            <a:ext cx="327075" cy="101506"/>
          </a:xfrm>
          <a:custGeom>
            <a:avLst/>
            <a:gdLst/>
            <a:ahLst/>
            <a:cxnLst/>
            <a:rect l="l" t="t" r="r" b="b"/>
            <a:pathLst>
              <a:path w="58000" h="18000">
                <a:moveTo>
                  <a:pt x="0" y="8000"/>
                </a:moveTo>
                <a:lnTo>
                  <a:pt x="42000" y="8000"/>
                </a:lnTo>
                <a:lnTo>
                  <a:pt x="42000" y="0"/>
                </a:lnTo>
                <a:lnTo>
                  <a:pt x="58000" y="9000"/>
                </a:lnTo>
                <a:lnTo>
                  <a:pt x="42000" y="18000"/>
                </a:lnTo>
                <a:lnTo>
                  <a:pt x="4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lassifier_text_bus" descr="Editable line; source id classifier_text_bus"/>
          <p:cNvCxnSpPr/>
          <p:nvPr/>
        </p:nvCxnSpPr>
        <p:spPr>
          <a:xfrm>
            <a:off x="9823526" y="1189876"/>
            <a:ext cx="2137265" cy="0"/>
          </a:xfrm>
          <a:prstGeom prst="line">
            <a:avLst/>
          </a:prstGeom>
          <a:ln w="11278">
            <a:solidFill>
              <a:srgbClr val="4D4D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lassifier_text_down_0" descr="Editable line; source id classifier_text_down_0"/>
          <p:cNvSpPr/>
          <p:nvPr/>
        </p:nvSpPr>
        <p:spPr>
          <a:xfrm>
            <a:off x="10105487" y="1189876"/>
            <a:ext cx="101506" cy="1291382"/>
          </a:xfrm>
          <a:custGeom>
            <a:avLst/>
            <a:gdLst/>
            <a:ahLst/>
            <a:cxnLst/>
            <a:rect l="l" t="t" r="r" b="b"/>
            <a:pathLst>
              <a:path w="18000" h="229000">
                <a:moveTo>
                  <a:pt x="10000" y="0"/>
                </a:moveTo>
                <a:lnTo>
                  <a:pt x="10000" y="213000"/>
                </a:lnTo>
                <a:lnTo>
                  <a:pt x="18000" y="213000"/>
                </a:lnTo>
                <a:lnTo>
                  <a:pt x="9000" y="229000"/>
                </a:lnTo>
                <a:lnTo>
                  <a:pt x="0" y="213000"/>
                </a:lnTo>
                <a:lnTo>
                  <a:pt x="8000" y="21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lassifier_text_down_1" descr="Editable line; source id classifier_text_down_1"/>
          <p:cNvSpPr/>
          <p:nvPr/>
        </p:nvSpPr>
        <p:spPr>
          <a:xfrm>
            <a:off x="10556625" y="1189876"/>
            <a:ext cx="101506" cy="1291382"/>
          </a:xfrm>
          <a:custGeom>
            <a:avLst/>
            <a:gdLst/>
            <a:ahLst/>
            <a:cxnLst/>
            <a:rect l="l" t="t" r="r" b="b"/>
            <a:pathLst>
              <a:path w="18000" h="229000">
                <a:moveTo>
                  <a:pt x="10000" y="0"/>
                </a:moveTo>
                <a:lnTo>
                  <a:pt x="10000" y="213000"/>
                </a:lnTo>
                <a:lnTo>
                  <a:pt x="18000" y="213000"/>
                </a:lnTo>
                <a:lnTo>
                  <a:pt x="9000" y="229000"/>
                </a:lnTo>
                <a:lnTo>
                  <a:pt x="0" y="213000"/>
                </a:lnTo>
                <a:lnTo>
                  <a:pt x="8000" y="21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assifier_text_down_2" descr="Editable line; source id classifier_text_down_2"/>
          <p:cNvSpPr/>
          <p:nvPr/>
        </p:nvSpPr>
        <p:spPr>
          <a:xfrm>
            <a:off x="11007763" y="1189876"/>
            <a:ext cx="101506" cy="1291382"/>
          </a:xfrm>
          <a:custGeom>
            <a:avLst/>
            <a:gdLst/>
            <a:ahLst/>
            <a:cxnLst/>
            <a:rect l="l" t="t" r="r" b="b"/>
            <a:pathLst>
              <a:path w="18000" h="229000">
                <a:moveTo>
                  <a:pt x="10000" y="0"/>
                </a:moveTo>
                <a:lnTo>
                  <a:pt x="10000" y="213000"/>
                </a:lnTo>
                <a:lnTo>
                  <a:pt x="18000" y="213000"/>
                </a:lnTo>
                <a:lnTo>
                  <a:pt x="9000" y="229000"/>
                </a:lnTo>
                <a:lnTo>
                  <a:pt x="0" y="213000"/>
                </a:lnTo>
                <a:lnTo>
                  <a:pt x="8000" y="21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assifier_text_down_3" descr="Editable line; source id classifier_text_down_3"/>
          <p:cNvSpPr/>
          <p:nvPr/>
        </p:nvSpPr>
        <p:spPr>
          <a:xfrm>
            <a:off x="11910039" y="1189876"/>
            <a:ext cx="101506" cy="1291382"/>
          </a:xfrm>
          <a:custGeom>
            <a:avLst/>
            <a:gdLst/>
            <a:ahLst/>
            <a:cxnLst/>
            <a:rect l="l" t="t" r="r" b="b"/>
            <a:pathLst>
              <a:path w="18000" h="229000">
                <a:moveTo>
                  <a:pt x="10000" y="0"/>
                </a:moveTo>
                <a:lnTo>
                  <a:pt x="10000" y="213000"/>
                </a:lnTo>
                <a:lnTo>
                  <a:pt x="18000" y="213000"/>
                </a:lnTo>
                <a:lnTo>
                  <a:pt x="9000" y="229000"/>
                </a:lnTo>
                <a:lnTo>
                  <a:pt x="0" y="213000"/>
                </a:lnTo>
                <a:lnTo>
                  <a:pt x="8000" y="213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_photo_arrow" descr="Editable line; source id prediction_photo_arrow"/>
          <p:cNvSpPr/>
          <p:nvPr/>
        </p:nvSpPr>
        <p:spPr>
          <a:xfrm>
            <a:off x="7799045" y="3225635"/>
            <a:ext cx="321436" cy="101506"/>
          </a:xfrm>
          <a:custGeom>
            <a:avLst/>
            <a:gdLst/>
            <a:ahLst/>
            <a:cxnLst/>
            <a:rect l="l" t="t" r="r" b="b"/>
            <a:pathLst>
              <a:path w="57000" h="18000">
                <a:moveTo>
                  <a:pt x="0" y="8000"/>
                </a:moveTo>
                <a:lnTo>
                  <a:pt x="41000" y="8000"/>
                </a:lnTo>
                <a:lnTo>
                  <a:pt x="41000" y="0"/>
                </a:lnTo>
                <a:lnTo>
                  <a:pt x="57000" y="9000"/>
                </a:lnTo>
                <a:lnTo>
                  <a:pt x="41000" y="18000"/>
                </a:lnTo>
                <a:lnTo>
                  <a:pt x="41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ediction_encoder_arrow" descr="Editable line; source id prediction_encoder_arrow"/>
          <p:cNvSpPr/>
          <p:nvPr/>
        </p:nvSpPr>
        <p:spPr>
          <a:xfrm>
            <a:off x="9034035" y="3225635"/>
            <a:ext cx="327075" cy="101506"/>
          </a:xfrm>
          <a:custGeom>
            <a:avLst/>
            <a:gdLst/>
            <a:ahLst/>
            <a:cxnLst/>
            <a:rect l="l" t="t" r="r" b="b"/>
            <a:pathLst>
              <a:path w="58000" h="18000">
                <a:moveTo>
                  <a:pt x="0" y="8000"/>
                </a:moveTo>
                <a:lnTo>
                  <a:pt x="42000" y="8000"/>
                </a:lnTo>
                <a:lnTo>
                  <a:pt x="42000" y="0"/>
                </a:lnTo>
                <a:lnTo>
                  <a:pt x="58000" y="9000"/>
                </a:lnTo>
                <a:lnTo>
                  <a:pt x="42000" y="18000"/>
                </a:lnTo>
                <a:lnTo>
                  <a:pt x="4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g_output_arrow" descr="Editable line; source id dog_output_arrow"/>
          <p:cNvSpPr/>
          <p:nvPr/>
        </p:nvSpPr>
        <p:spPr>
          <a:xfrm>
            <a:off x="11007763" y="3507597"/>
            <a:ext cx="101506" cy="327075"/>
          </a:xfrm>
          <a:custGeom>
            <a:avLst/>
            <a:gdLst/>
            <a:ahLst/>
            <a:cxnLst/>
            <a:rect l="l" t="t" r="r" b="b"/>
            <a:pathLst>
              <a:path w="18000" h="58000">
                <a:moveTo>
                  <a:pt x="10000" y="0"/>
                </a:moveTo>
                <a:lnTo>
                  <a:pt x="10000" y="42000"/>
                </a:lnTo>
                <a:lnTo>
                  <a:pt x="18000" y="42000"/>
                </a:lnTo>
                <a:lnTo>
                  <a:pt x="9000" y="58000"/>
                </a:lnTo>
                <a:lnTo>
                  <a:pt x="0" y="42000"/>
                </a:lnTo>
                <a:lnTo>
                  <a:pt x="8000" y="42000"/>
                </a:lnTo>
                <a:lnTo>
                  <a:pt x="800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in_text_encoder_polygon" descr="Editable shape; source id train_text_encoder_polygon"/>
          <p:cNvSpPr/>
          <p:nvPr/>
        </p:nvSpPr>
        <p:spPr>
          <a:xfrm>
            <a:off x="1697406" y="456777"/>
            <a:ext cx="902276" cy="1353413"/>
          </a:xfrm>
          <a:custGeom>
            <a:avLst/>
            <a:gdLst/>
            <a:ahLst/>
            <a:cxnLst/>
            <a:rect l="l" t="t" r="r" b="b"/>
            <a:pathLst>
              <a:path w="160000" h="240000">
                <a:moveTo>
                  <a:pt x="0" y="0"/>
                </a:moveTo>
                <a:lnTo>
                  <a:pt x="160000" y="40000"/>
                </a:lnTo>
                <a:lnTo>
                  <a:pt x="160000" y="200000"/>
                </a:lnTo>
                <a:lnTo>
                  <a:pt x="0" y="240000"/>
                </a:lnTo>
                <a:close/>
              </a:path>
            </a:pathLst>
          </a:custGeom>
          <a:solidFill>
            <a:srgbClr val="E1D5E7"/>
          </a:solidFill>
          <a:ln w="11278">
            <a:solidFill>
              <a:srgbClr val="9673A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in_image_encoder_polygon" descr="Editable shape; source id train_image_encoder_polygon"/>
          <p:cNvSpPr/>
          <p:nvPr/>
        </p:nvSpPr>
        <p:spPr>
          <a:xfrm>
            <a:off x="1697406" y="2486897"/>
            <a:ext cx="902276" cy="1353413"/>
          </a:xfrm>
          <a:custGeom>
            <a:avLst/>
            <a:gdLst/>
            <a:ahLst/>
            <a:cxnLst/>
            <a:rect l="l" t="t" r="r" b="b"/>
            <a:pathLst>
              <a:path w="160000" h="240000">
                <a:moveTo>
                  <a:pt x="0" y="0"/>
                </a:moveTo>
                <a:lnTo>
                  <a:pt x="160000" y="40000"/>
                </a:lnTo>
                <a:lnTo>
                  <a:pt x="160000" y="200000"/>
                </a:lnTo>
                <a:lnTo>
                  <a:pt x="0" y="240000"/>
                </a:lnTo>
                <a:close/>
              </a:path>
            </a:pathLst>
          </a:custGeom>
          <a:solidFill>
            <a:srgbClr val="D5E8D4"/>
          </a:solidFill>
          <a:ln w="11278">
            <a:solidFill>
              <a:srgbClr val="82B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lassifier_text_encoder_polygon" descr="Editable shape; source id classifier_text_encoder_polygon"/>
          <p:cNvSpPr/>
          <p:nvPr/>
        </p:nvSpPr>
        <p:spPr>
          <a:xfrm>
            <a:off x="8915611" y="513169"/>
            <a:ext cx="902276" cy="1353413"/>
          </a:xfrm>
          <a:custGeom>
            <a:avLst/>
            <a:gdLst/>
            <a:ahLst/>
            <a:cxnLst/>
            <a:rect l="l" t="t" r="r" b="b"/>
            <a:pathLst>
              <a:path w="160000" h="240000">
                <a:moveTo>
                  <a:pt x="0" y="0"/>
                </a:moveTo>
                <a:lnTo>
                  <a:pt x="160000" y="40000"/>
                </a:lnTo>
                <a:lnTo>
                  <a:pt x="160000" y="200000"/>
                </a:lnTo>
                <a:lnTo>
                  <a:pt x="0" y="240000"/>
                </a:lnTo>
                <a:close/>
              </a:path>
            </a:pathLst>
          </a:custGeom>
          <a:solidFill>
            <a:srgbClr val="E1D5E7"/>
          </a:solidFill>
          <a:ln w="11278">
            <a:solidFill>
              <a:srgbClr val="9673A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rediction_image_encoder_polygon" descr="Editable shape; source id prediction_image_encoder_polygon"/>
          <p:cNvSpPr/>
          <p:nvPr/>
        </p:nvSpPr>
        <p:spPr>
          <a:xfrm>
            <a:off x="8126120" y="2599682"/>
            <a:ext cx="902276" cy="1353413"/>
          </a:xfrm>
          <a:custGeom>
            <a:avLst/>
            <a:gdLst/>
            <a:ahLst/>
            <a:cxnLst/>
            <a:rect l="l" t="t" r="r" b="b"/>
            <a:pathLst>
              <a:path w="160000" h="240000">
                <a:moveTo>
                  <a:pt x="0" y="0"/>
                </a:moveTo>
                <a:lnTo>
                  <a:pt x="160000" y="40000"/>
                </a:lnTo>
                <a:lnTo>
                  <a:pt x="160000" y="200000"/>
                </a:lnTo>
                <a:lnTo>
                  <a:pt x="0" y="240000"/>
                </a:lnTo>
                <a:close/>
              </a:path>
            </a:pathLst>
          </a:custGeom>
          <a:solidFill>
            <a:srgbClr val="D5E8D4"/>
          </a:solidFill>
          <a:ln w="11278">
            <a:solidFill>
              <a:srgbClr val="82B366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rain_T_cell_0" descr="Editable shape; source id train_T_cell_0"/>
          <p:cNvSpPr/>
          <p:nvPr/>
        </p:nvSpPr>
        <p:spPr>
          <a:xfrm>
            <a:off x="3727526" y="147183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in_T_cell_1" descr="Editable shape; source id train_T_cell_1"/>
          <p:cNvSpPr/>
          <p:nvPr/>
        </p:nvSpPr>
        <p:spPr>
          <a:xfrm>
            <a:off x="4178664" y="147183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in_T_cell_2" descr="Editable shape; source id train_T_cell_2"/>
          <p:cNvSpPr/>
          <p:nvPr/>
        </p:nvSpPr>
        <p:spPr>
          <a:xfrm>
            <a:off x="4629801" y="147183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in_T_cell_3" descr="Editable shape; source id train_T_cell_3"/>
          <p:cNvSpPr/>
          <p:nvPr/>
        </p:nvSpPr>
        <p:spPr>
          <a:xfrm>
            <a:off x="5080939" y="147183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in_T_cell_4" descr="Editable shape; source id train_T_cell_4"/>
          <p:cNvSpPr/>
          <p:nvPr/>
        </p:nvSpPr>
        <p:spPr>
          <a:xfrm>
            <a:off x="5532077" y="147183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in_I_cell_0" descr="Editable shape; source id train_I_cell_0"/>
          <p:cNvSpPr/>
          <p:nvPr/>
        </p:nvSpPr>
        <p:spPr>
          <a:xfrm>
            <a:off x="3163603" y="2035759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in_I_cell_1" descr="Editable shape; source id train_I_cell_1"/>
          <p:cNvSpPr/>
          <p:nvPr/>
        </p:nvSpPr>
        <p:spPr>
          <a:xfrm>
            <a:off x="3163603" y="2486897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in_I_cell_2" descr="Editable shape; source id train_I_cell_2"/>
          <p:cNvSpPr/>
          <p:nvPr/>
        </p:nvSpPr>
        <p:spPr>
          <a:xfrm>
            <a:off x="3163603" y="2938035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in_I_cell_3" descr="Editable shape; source id train_I_cell_3"/>
          <p:cNvSpPr/>
          <p:nvPr/>
        </p:nvSpPr>
        <p:spPr>
          <a:xfrm>
            <a:off x="3163603" y="3389172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in_I_cell_4" descr="Editable shape; source id train_I_cell_4"/>
          <p:cNvSpPr/>
          <p:nvPr/>
        </p:nvSpPr>
        <p:spPr>
          <a:xfrm>
            <a:off x="3163603" y="3840310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trix_cell_0_1" descr="Editable shape; source id matrix_cell_0_1"/>
          <p:cNvSpPr/>
          <p:nvPr/>
        </p:nvSpPr>
        <p:spPr>
          <a:xfrm>
            <a:off x="4178664" y="203575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atrix_cell_0_2" descr="Editable shape; source id matrix_cell_0_2"/>
          <p:cNvSpPr/>
          <p:nvPr/>
        </p:nvSpPr>
        <p:spPr>
          <a:xfrm>
            <a:off x="4629801" y="203575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atrix_cell_0_3" descr="Editable shape; source id matrix_cell_0_3"/>
          <p:cNvSpPr/>
          <p:nvPr/>
        </p:nvSpPr>
        <p:spPr>
          <a:xfrm>
            <a:off x="5080939" y="203575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atrix_cell_0_4" descr="Editable shape; source id matrix_cell_0_4"/>
          <p:cNvSpPr/>
          <p:nvPr/>
        </p:nvSpPr>
        <p:spPr>
          <a:xfrm>
            <a:off x="5532077" y="203575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atrix_cell_1_0" descr="Editable shape; source id matrix_cell_1_0"/>
          <p:cNvSpPr/>
          <p:nvPr/>
        </p:nvSpPr>
        <p:spPr>
          <a:xfrm>
            <a:off x="3727526" y="2486897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atrix_cell_1_2" descr="Editable shape; source id matrix_cell_1_2"/>
          <p:cNvSpPr/>
          <p:nvPr/>
        </p:nvSpPr>
        <p:spPr>
          <a:xfrm>
            <a:off x="4629801" y="2486897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atrix_cell_1_3" descr="Editable shape; source id matrix_cell_1_3"/>
          <p:cNvSpPr/>
          <p:nvPr/>
        </p:nvSpPr>
        <p:spPr>
          <a:xfrm>
            <a:off x="5080939" y="2486897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atrix_cell_1_4" descr="Editable shape; source id matrix_cell_1_4"/>
          <p:cNvSpPr/>
          <p:nvPr/>
        </p:nvSpPr>
        <p:spPr>
          <a:xfrm>
            <a:off x="5532077" y="2486897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matrix_cell_2_0" descr="Editable shape; source id matrix_cell_2_0"/>
          <p:cNvSpPr/>
          <p:nvPr/>
        </p:nvSpPr>
        <p:spPr>
          <a:xfrm>
            <a:off x="3727526" y="2938035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matrix_cell_2_1" descr="Editable shape; source id matrix_cell_2_1"/>
          <p:cNvSpPr/>
          <p:nvPr/>
        </p:nvSpPr>
        <p:spPr>
          <a:xfrm>
            <a:off x="4178664" y="2938035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matrix_cell_2_3" descr="Editable shape; source id matrix_cell_2_3"/>
          <p:cNvSpPr/>
          <p:nvPr/>
        </p:nvSpPr>
        <p:spPr>
          <a:xfrm>
            <a:off x="5080939" y="2938035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trix_cell_2_4" descr="Editable shape; source id matrix_cell_2_4"/>
          <p:cNvSpPr/>
          <p:nvPr/>
        </p:nvSpPr>
        <p:spPr>
          <a:xfrm>
            <a:off x="5532077" y="2938035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matrix_cell_3_0" descr="Editable shape; source id matrix_cell_3_0"/>
          <p:cNvSpPr/>
          <p:nvPr/>
        </p:nvSpPr>
        <p:spPr>
          <a:xfrm>
            <a:off x="3727526" y="3389172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matrix_cell_3_1" descr="Editable shape; source id matrix_cell_3_1"/>
          <p:cNvSpPr/>
          <p:nvPr/>
        </p:nvSpPr>
        <p:spPr>
          <a:xfrm>
            <a:off x="4178664" y="3389172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matrix_cell_3_2" descr="Editable shape; source id matrix_cell_3_2"/>
          <p:cNvSpPr/>
          <p:nvPr/>
        </p:nvSpPr>
        <p:spPr>
          <a:xfrm>
            <a:off x="4629801" y="3389172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matrix_cell_3_4" descr="Editable shape; source id matrix_cell_3_4"/>
          <p:cNvSpPr/>
          <p:nvPr/>
        </p:nvSpPr>
        <p:spPr>
          <a:xfrm>
            <a:off x="5532077" y="3389172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atrix_cell_4_0" descr="Editable shape; source id matrix_cell_4_0"/>
          <p:cNvSpPr/>
          <p:nvPr/>
        </p:nvSpPr>
        <p:spPr>
          <a:xfrm>
            <a:off x="3727526" y="3840310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matrix_cell_4_1" descr="Editable shape; source id matrix_cell_4_1"/>
          <p:cNvSpPr/>
          <p:nvPr/>
        </p:nvSpPr>
        <p:spPr>
          <a:xfrm>
            <a:off x="4178664" y="3840310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matrix_cell_4_2" descr="Editable shape; source id matrix_cell_4_2"/>
          <p:cNvSpPr/>
          <p:nvPr/>
        </p:nvSpPr>
        <p:spPr>
          <a:xfrm>
            <a:off x="4629801" y="3840310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matrix_cell_4_3" descr="Editable shape; source id matrix_cell_4_3"/>
          <p:cNvSpPr/>
          <p:nvPr/>
        </p:nvSpPr>
        <p:spPr>
          <a:xfrm>
            <a:off x="5080939" y="3840310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lass_plane" descr="Editable shape; source id class_plane"/>
          <p:cNvSpPr/>
          <p:nvPr/>
        </p:nvSpPr>
        <p:spPr>
          <a:xfrm>
            <a:off x="6321568" y="343992"/>
            <a:ext cx="563922" cy="338353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lass_car" descr="Editable shape; source id class_car"/>
          <p:cNvSpPr/>
          <p:nvPr/>
        </p:nvSpPr>
        <p:spPr>
          <a:xfrm>
            <a:off x="6321568" y="682345"/>
            <a:ext cx="563922" cy="338353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lass_dog" descr="Editable shape; source id class_dog"/>
          <p:cNvSpPr/>
          <p:nvPr/>
        </p:nvSpPr>
        <p:spPr>
          <a:xfrm>
            <a:off x="6321568" y="1020699"/>
            <a:ext cx="563922" cy="338353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lass_bird" descr="Editable shape; source id class_bird"/>
          <p:cNvSpPr/>
          <p:nvPr/>
        </p:nvSpPr>
        <p:spPr>
          <a:xfrm>
            <a:off x="6321568" y="1697406"/>
            <a:ext cx="563922" cy="338353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lass_prompt" descr="Editable shape; source id class_prompt"/>
          <p:cNvSpPr/>
          <p:nvPr/>
        </p:nvSpPr>
        <p:spPr>
          <a:xfrm>
            <a:off x="7449413" y="964307"/>
            <a:ext cx="1127844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redict_T_cell_0" descr="Editable shape; source id predict_T_cell_0"/>
          <p:cNvSpPr/>
          <p:nvPr/>
        </p:nvSpPr>
        <p:spPr>
          <a:xfrm>
            <a:off x="9930671" y="248689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redict_T_cell_1" descr="Editable shape; source id predict_T_cell_1"/>
          <p:cNvSpPr/>
          <p:nvPr/>
        </p:nvSpPr>
        <p:spPr>
          <a:xfrm>
            <a:off x="10381809" y="248689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redict_T_cell_2" descr="Editable shape; source id predict_T_cell_2"/>
          <p:cNvSpPr/>
          <p:nvPr/>
        </p:nvSpPr>
        <p:spPr>
          <a:xfrm>
            <a:off x="10832947" y="248689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redict_T_cell_3" descr="Editable shape; source id predict_T_cell_3"/>
          <p:cNvSpPr/>
          <p:nvPr/>
        </p:nvSpPr>
        <p:spPr>
          <a:xfrm>
            <a:off x="11284084" y="248689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edict_T_cell_4" descr="Editable shape; source id predict_T_cell_4"/>
          <p:cNvSpPr/>
          <p:nvPr/>
        </p:nvSpPr>
        <p:spPr>
          <a:xfrm>
            <a:off x="11735222" y="2486897"/>
            <a:ext cx="451137" cy="451137"/>
          </a:xfrm>
          <a:prstGeom prst="rect">
            <a:avLst/>
          </a:prstGeom>
          <a:solidFill>
            <a:srgbClr val="E1D5E7"/>
          </a:solidFill>
          <a:ln w="11278">
            <a:solidFill>
              <a:srgbClr val="967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redict_I_cell" descr="Editable shape; source id predict_I_cell"/>
          <p:cNvSpPr/>
          <p:nvPr/>
        </p:nvSpPr>
        <p:spPr>
          <a:xfrm>
            <a:off x="9366749" y="3050819"/>
            <a:ext cx="451137" cy="451137"/>
          </a:xfrm>
          <a:prstGeom prst="rect">
            <a:avLst/>
          </a:prstGeom>
          <a:solidFill>
            <a:srgbClr val="D5E8D4"/>
          </a:solidFill>
          <a:ln w="11278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redict_result_cell_0" descr="Editable shape; source id predict_result_cell_0"/>
          <p:cNvSpPr/>
          <p:nvPr/>
        </p:nvSpPr>
        <p:spPr>
          <a:xfrm>
            <a:off x="9930671" y="305081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redict_result_cell_1" descr="Editable shape; source id predict_result_cell_1"/>
          <p:cNvSpPr/>
          <p:nvPr/>
        </p:nvSpPr>
        <p:spPr>
          <a:xfrm>
            <a:off x="10381809" y="305081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redict_result_cell_3" descr="Editable shape; source id predict_result_cell_3"/>
          <p:cNvSpPr/>
          <p:nvPr/>
        </p:nvSpPr>
        <p:spPr>
          <a:xfrm>
            <a:off x="11284084" y="305081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redict_result_cell_4" descr="Editable shape; source id predict_result_cell_4"/>
          <p:cNvSpPr/>
          <p:nvPr/>
        </p:nvSpPr>
        <p:spPr>
          <a:xfrm>
            <a:off x="11735222" y="3050819"/>
            <a:ext cx="451137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og_output_prompt" descr="Editable shape; source id dog_output_prompt"/>
          <p:cNvSpPr/>
          <p:nvPr/>
        </p:nvSpPr>
        <p:spPr>
          <a:xfrm>
            <a:off x="10494593" y="3840310"/>
            <a:ext cx="1127844" cy="451137"/>
          </a:xfrm>
          <a:prstGeom prst="rect">
            <a:avLst/>
          </a:prstGeom>
          <a:solidFill>
            <a:srgbClr val="FFFFFF"/>
          </a:solidFill>
          <a:ln w="11278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matrix_cell_0_0" descr="Editable shape; source id matrix_cell_0_0"/>
          <p:cNvSpPr/>
          <p:nvPr/>
        </p:nvSpPr>
        <p:spPr>
          <a:xfrm>
            <a:off x="3727526" y="2035759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atrix_cell_1_1" descr="Editable shape; source id matrix_cell_1_1"/>
          <p:cNvSpPr/>
          <p:nvPr/>
        </p:nvSpPr>
        <p:spPr>
          <a:xfrm>
            <a:off x="4178664" y="2486897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matrix_cell_2_2" descr="Editable shape; source id matrix_cell_2_2"/>
          <p:cNvSpPr/>
          <p:nvPr/>
        </p:nvSpPr>
        <p:spPr>
          <a:xfrm>
            <a:off x="4629801" y="2938035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atrix_cell_3_3" descr="Editable shape; source id matrix_cell_3_3"/>
          <p:cNvSpPr/>
          <p:nvPr/>
        </p:nvSpPr>
        <p:spPr>
          <a:xfrm>
            <a:off x="5080939" y="3389172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matrix_cell_4_4" descr="Editable shape; source id matrix_cell_4_4"/>
          <p:cNvSpPr/>
          <p:nvPr/>
        </p:nvSpPr>
        <p:spPr>
          <a:xfrm>
            <a:off x="5532077" y="3840310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predict_result_cell_2" descr="Editable shape; source id predict_result_cell_2"/>
          <p:cNvSpPr/>
          <p:nvPr/>
        </p:nvSpPr>
        <p:spPr>
          <a:xfrm>
            <a:off x="10832947" y="3050819"/>
            <a:ext cx="451137" cy="451137"/>
          </a:xfrm>
          <a:prstGeom prst="rect">
            <a:avLst/>
          </a:prstGeom>
          <a:solidFill>
            <a:srgbClr val="DAE8FC"/>
          </a:solidFill>
          <a:ln w="11278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_card_3" descr="Editable shape; source id text_card_3"/>
          <p:cNvSpPr/>
          <p:nvPr/>
        </p:nvSpPr>
        <p:spPr>
          <a:xfrm>
            <a:off x="259404" y="936110"/>
            <a:ext cx="1015060" cy="563922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_card_2" descr="Editable shape; source id text_card_2"/>
          <p:cNvSpPr/>
          <p:nvPr/>
        </p:nvSpPr>
        <p:spPr>
          <a:xfrm>
            <a:off x="203012" y="879718"/>
            <a:ext cx="1015060" cy="563922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_card_1" descr="Editable shape; source id text_card_1"/>
          <p:cNvSpPr/>
          <p:nvPr/>
        </p:nvSpPr>
        <p:spPr>
          <a:xfrm>
            <a:off x="146619" y="823326"/>
            <a:ext cx="1015060" cy="563922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_card_0" descr="Editable shape; source id text_card_0"/>
          <p:cNvSpPr/>
          <p:nvPr/>
        </p:nvSpPr>
        <p:spPr>
          <a:xfrm>
            <a:off x="90227" y="766934"/>
            <a:ext cx="1015060" cy="563922"/>
          </a:xfrm>
          <a:prstGeom prst="rect">
            <a:avLst/>
          </a:prstGeom>
          <a:solidFill>
            <a:srgbClr val="FFFFFF"/>
          </a:solidFill>
          <a:ln w="11278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train_photo_stack" descr="Exact independent text-free photo crop from the supplied CLIP source imag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5" y="2735023"/>
            <a:ext cx="857161" cy="857161"/>
          </a:xfrm>
          <a:prstGeom prst="rect">
            <a:avLst/>
          </a:prstGeom>
          <a:effectLst/>
        </p:spPr>
      </p:pic>
      <p:pic>
        <p:nvPicPr>
          <p:cNvPr id="91" name="prediction_photo" descr="Exact independent text-free photo crop from the supplied CLIP source imag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20" y="2932395"/>
            <a:ext cx="687985" cy="687985"/>
          </a:xfrm>
          <a:prstGeom prst="rect">
            <a:avLst/>
          </a:prstGeom>
          <a:effectLst/>
        </p:spPr>
      </p:pic>
      <p:sp>
        <p:nvSpPr>
          <p:cNvPr id="92" name="title_1" descr="Editable text; source id title_1"/>
          <p:cNvSpPr txBox="1"/>
          <p:nvPr/>
        </p:nvSpPr>
        <p:spPr>
          <a:xfrm>
            <a:off x="23966" y="8458"/>
            <a:ext cx="2032939" cy="2368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(1) Contrastive pre-training</a:t>
            </a:r>
          </a:p>
        </p:txBody>
      </p:sp>
      <p:sp>
        <p:nvSpPr>
          <p:cNvPr id="93" name="title_2" descr="Editable text; source id title_2"/>
          <p:cNvSpPr txBox="1"/>
          <p:nvPr/>
        </p:nvSpPr>
        <p:spPr>
          <a:xfrm>
            <a:off x="6227111" y="8458"/>
            <a:ext cx="3197439" cy="2368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(2) Create dataset classifier from label text</a:t>
            </a:r>
          </a:p>
        </p:txBody>
      </p:sp>
      <p:sp>
        <p:nvSpPr>
          <p:cNvPr id="94" name="title_3" descr="Editable text; source id title_3"/>
          <p:cNvSpPr txBox="1"/>
          <p:nvPr/>
        </p:nvSpPr>
        <p:spPr>
          <a:xfrm>
            <a:off x="6227111" y="2264147"/>
            <a:ext cx="2351555" cy="2368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(3) Use for zero-shot prediction</a:t>
            </a:r>
          </a:p>
        </p:txBody>
      </p:sp>
      <p:sp>
        <p:nvSpPr>
          <p:cNvPr id="95" name="pepper_line_1" descr="Editable text; source id pepper_line_1"/>
          <p:cNvSpPr txBox="1"/>
          <p:nvPr/>
        </p:nvSpPr>
        <p:spPr>
          <a:xfrm>
            <a:off x="191733" y="889587"/>
            <a:ext cx="834604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Pepper the</a:t>
            </a:r>
          </a:p>
        </p:txBody>
      </p:sp>
      <p:sp>
        <p:nvSpPr>
          <p:cNvPr id="96" name="pepper_line_2" descr="Editable text; source id pepper_line_2"/>
          <p:cNvSpPr txBox="1"/>
          <p:nvPr/>
        </p:nvSpPr>
        <p:spPr>
          <a:xfrm>
            <a:off x="193143" y="1044666"/>
            <a:ext cx="834604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aussie pup</a:t>
            </a:r>
          </a:p>
        </p:txBody>
      </p:sp>
      <p:sp>
        <p:nvSpPr>
          <p:cNvPr id="97" name="train_text_label_1" descr="Editable text; source id train_text_label_1"/>
          <p:cNvSpPr txBox="1"/>
          <p:nvPr/>
        </p:nvSpPr>
        <p:spPr>
          <a:xfrm>
            <a:off x="2016022" y="978405"/>
            <a:ext cx="280309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98" name="train_text_label_2" descr="Editable text; source id train_text_label_2"/>
          <p:cNvSpPr txBox="1"/>
          <p:nvPr/>
        </p:nvSpPr>
        <p:spPr>
          <a:xfrm>
            <a:off x="1890549" y="1136303"/>
            <a:ext cx="520218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9" name="train_image_label_1" descr="Editable text; source id train_image_label_1"/>
          <p:cNvSpPr txBox="1"/>
          <p:nvPr/>
        </p:nvSpPr>
        <p:spPr>
          <a:xfrm>
            <a:off x="1955400" y="3008525"/>
            <a:ext cx="391925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00" name="train_image_label_2" descr="Editable text; source id train_image_label_2"/>
          <p:cNvSpPr txBox="1"/>
          <p:nvPr/>
        </p:nvSpPr>
        <p:spPr>
          <a:xfrm>
            <a:off x="1890549" y="3166423"/>
            <a:ext cx="520218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1" name="classifier_text_label_1" descr="Editable text; source id classifier_text_label_1"/>
          <p:cNvSpPr txBox="1"/>
          <p:nvPr/>
        </p:nvSpPr>
        <p:spPr>
          <a:xfrm>
            <a:off x="9234227" y="1034797"/>
            <a:ext cx="280309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02" name="classifier_text_label_2" descr="Editable text; source id classifier_text_label_2"/>
          <p:cNvSpPr txBox="1"/>
          <p:nvPr/>
        </p:nvSpPr>
        <p:spPr>
          <a:xfrm>
            <a:off x="9108754" y="1192695"/>
            <a:ext cx="520218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3" name="prediction_image_label_1" descr="Editable text; source id prediction_image_label_1"/>
          <p:cNvSpPr txBox="1"/>
          <p:nvPr/>
        </p:nvSpPr>
        <p:spPr>
          <a:xfrm>
            <a:off x="8384114" y="3121309"/>
            <a:ext cx="391925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04" name="prediction_image_label_2" descr="Editable text; source id prediction_image_label_2"/>
          <p:cNvSpPr txBox="1"/>
          <p:nvPr/>
        </p:nvSpPr>
        <p:spPr>
          <a:xfrm>
            <a:off x="8319263" y="3279208"/>
            <a:ext cx="520218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5" name="train_T_1_base" descr="Editable text; source id train_T_1_base"/>
          <p:cNvSpPr txBox="1"/>
          <p:nvPr/>
        </p:nvSpPr>
        <p:spPr>
          <a:xfrm>
            <a:off x="3875555" y="159871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6" name="train_T_1_sub" descr="Editable text; source id train_T_1_sub"/>
          <p:cNvSpPr txBox="1"/>
          <p:nvPr/>
        </p:nvSpPr>
        <p:spPr>
          <a:xfrm>
            <a:off x="3958734" y="164947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7" name="train_T_2_base" descr="Editable text; source id train_T_2_base"/>
          <p:cNvSpPr txBox="1"/>
          <p:nvPr/>
        </p:nvSpPr>
        <p:spPr>
          <a:xfrm>
            <a:off x="4326693" y="159871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08" name="train_T_2_sub" descr="Editable text; source id train_T_2_sub"/>
          <p:cNvSpPr txBox="1"/>
          <p:nvPr/>
        </p:nvSpPr>
        <p:spPr>
          <a:xfrm>
            <a:off x="4409872" y="164947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9" name="train_T_3_base" descr="Editable text; source id train_T_3_base"/>
          <p:cNvSpPr txBox="1"/>
          <p:nvPr/>
        </p:nvSpPr>
        <p:spPr>
          <a:xfrm>
            <a:off x="4777831" y="159871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0" name="train_T_3_sub" descr="Editable text; source id train_T_3_sub"/>
          <p:cNvSpPr txBox="1"/>
          <p:nvPr/>
        </p:nvSpPr>
        <p:spPr>
          <a:xfrm>
            <a:off x="4859600" y="164947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1" name="train_T_ellipsis_0" descr="Editable shape; source id train_T_ellipsis_0"/>
          <p:cNvSpPr/>
          <p:nvPr/>
        </p:nvSpPr>
        <p:spPr>
          <a:xfrm>
            <a:off x="5272673" y="17256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rain_T_ellipsis_1" descr="Editable shape; source id train_T_ellipsis_1"/>
          <p:cNvSpPr/>
          <p:nvPr/>
        </p:nvSpPr>
        <p:spPr>
          <a:xfrm>
            <a:off x="5300869" y="17256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rain_T_ellipsis_2" descr="Editable shape; source id train_T_ellipsis_2"/>
          <p:cNvSpPr/>
          <p:nvPr/>
        </p:nvSpPr>
        <p:spPr>
          <a:xfrm>
            <a:off x="5329065" y="17256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rain_T_N_base" descr="Editable text; source id train_T_N_base"/>
          <p:cNvSpPr txBox="1"/>
          <p:nvPr/>
        </p:nvSpPr>
        <p:spPr>
          <a:xfrm>
            <a:off x="5668828" y="159871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5" name="train_T_N_sub" descr="Editable text; source id train_T_N_sub"/>
          <p:cNvSpPr txBox="1"/>
          <p:nvPr/>
        </p:nvSpPr>
        <p:spPr>
          <a:xfrm>
            <a:off x="5756236" y="1653702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6" name="train_I_1_base" descr="Editable text; source id train_I_1_base"/>
          <p:cNvSpPr txBox="1"/>
          <p:nvPr/>
        </p:nvSpPr>
        <p:spPr>
          <a:xfrm>
            <a:off x="3332780" y="2162641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7" name="train_I_1_sub" descr="Editable text; source id train_I_1_sub"/>
          <p:cNvSpPr txBox="1"/>
          <p:nvPr/>
        </p:nvSpPr>
        <p:spPr>
          <a:xfrm>
            <a:off x="3377894" y="22133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8" name="train_I_2_base" descr="Editable text; source id train_I_2_base"/>
          <p:cNvSpPr txBox="1"/>
          <p:nvPr/>
        </p:nvSpPr>
        <p:spPr>
          <a:xfrm>
            <a:off x="3332780" y="2613779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9" name="train_I_2_sub" descr="Editable text; source id train_I_2_sub"/>
          <p:cNvSpPr txBox="1"/>
          <p:nvPr/>
        </p:nvSpPr>
        <p:spPr>
          <a:xfrm>
            <a:off x="3377894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0" name="train_I_3_base" descr="Editable text; source id train_I_3_base"/>
          <p:cNvSpPr txBox="1"/>
          <p:nvPr/>
        </p:nvSpPr>
        <p:spPr>
          <a:xfrm>
            <a:off x="3332780" y="3064917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1" name="train_I_3_sub" descr="Editable text; source id train_I_3_sub"/>
          <p:cNvSpPr txBox="1"/>
          <p:nvPr/>
        </p:nvSpPr>
        <p:spPr>
          <a:xfrm>
            <a:off x="3376484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2" name="train_I_ellipsis_0" descr="Editable shape; source id train_I_ellipsis_0"/>
          <p:cNvSpPr/>
          <p:nvPr/>
        </p:nvSpPr>
        <p:spPr>
          <a:xfrm>
            <a:off x="3383533" y="3569628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rain_I_ellipsis_1" descr="Editable shape; source id train_I_ellipsis_1"/>
          <p:cNvSpPr/>
          <p:nvPr/>
        </p:nvSpPr>
        <p:spPr>
          <a:xfrm>
            <a:off x="3383533" y="3603463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rain_I_ellipsis_2" descr="Editable shape; source id train_I_ellipsis_2"/>
          <p:cNvSpPr/>
          <p:nvPr/>
        </p:nvSpPr>
        <p:spPr>
          <a:xfrm>
            <a:off x="3383533" y="3637298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rain_I_N_base" descr="Editable text; source id train_I_N_base"/>
          <p:cNvSpPr txBox="1"/>
          <p:nvPr/>
        </p:nvSpPr>
        <p:spPr>
          <a:xfrm>
            <a:off x="3321502" y="3967193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6" name="train_I_N_sub" descr="Editable text; source id train_I_N_sub"/>
          <p:cNvSpPr txBox="1"/>
          <p:nvPr/>
        </p:nvSpPr>
        <p:spPr>
          <a:xfrm>
            <a:off x="3370845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27" name="matrix_1_1_ibase" descr="Editable text; source id matrix_1_1_ibase"/>
          <p:cNvSpPr txBox="1"/>
          <p:nvPr/>
        </p:nvSpPr>
        <p:spPr>
          <a:xfrm>
            <a:off x="3806475" y="2162641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28" name="matrix_1_1_isub" descr="Editable text; source id matrix_1_1_isub"/>
          <p:cNvSpPr txBox="1"/>
          <p:nvPr/>
        </p:nvSpPr>
        <p:spPr>
          <a:xfrm>
            <a:off x="3851589" y="221903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9" name="matrix_1_1_tbase" descr="Editable text; source id matrix_1_1_tbase"/>
          <p:cNvSpPr txBox="1"/>
          <p:nvPr/>
        </p:nvSpPr>
        <p:spPr>
          <a:xfrm>
            <a:off x="3954504" y="2162641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0" name="matrix_1_1_tsub" descr="Editable text; source id matrix_1_1_tsub"/>
          <p:cNvSpPr txBox="1"/>
          <p:nvPr/>
        </p:nvSpPr>
        <p:spPr>
          <a:xfrm>
            <a:off x="4032044" y="221903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1" name="matrix_1_1_dot" descr="Editable shape; source id matrix_1_1_dot"/>
          <p:cNvSpPr/>
          <p:nvPr/>
        </p:nvSpPr>
        <p:spPr>
          <a:xfrm>
            <a:off x="3924899" y="223313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matrix_1_2_ibase" descr="Editable text; source id matrix_1_2_ibase"/>
          <p:cNvSpPr txBox="1"/>
          <p:nvPr/>
        </p:nvSpPr>
        <p:spPr>
          <a:xfrm>
            <a:off x="4257613" y="2162641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33" name="matrix_1_2_isub" descr="Editable text; source id matrix_1_2_isub"/>
          <p:cNvSpPr txBox="1"/>
          <p:nvPr/>
        </p:nvSpPr>
        <p:spPr>
          <a:xfrm>
            <a:off x="4302726" y="221903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4" name="matrix_1_2_tbase" descr="Editable text; source id matrix_1_2_tbase"/>
          <p:cNvSpPr txBox="1"/>
          <p:nvPr/>
        </p:nvSpPr>
        <p:spPr>
          <a:xfrm>
            <a:off x="4405642" y="2162641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5" name="matrix_1_2_tsub" descr="Editable text; source id matrix_1_2_tsub"/>
          <p:cNvSpPr txBox="1"/>
          <p:nvPr/>
        </p:nvSpPr>
        <p:spPr>
          <a:xfrm>
            <a:off x="4483182" y="22133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6" name="matrix_1_2_dot" descr="Editable shape; source id matrix_1_2_dot"/>
          <p:cNvSpPr/>
          <p:nvPr/>
        </p:nvSpPr>
        <p:spPr>
          <a:xfrm>
            <a:off x="4376036" y="223313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matrix_1_3_ibase" descr="Editable text; source id matrix_1_3_ibase"/>
          <p:cNvSpPr txBox="1"/>
          <p:nvPr/>
        </p:nvSpPr>
        <p:spPr>
          <a:xfrm>
            <a:off x="4708751" y="2162641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38" name="matrix_1_3_isub" descr="Editable text; source id matrix_1_3_isub"/>
          <p:cNvSpPr txBox="1"/>
          <p:nvPr/>
        </p:nvSpPr>
        <p:spPr>
          <a:xfrm>
            <a:off x="4753864" y="221903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9" name="matrix_1_3_tbase" descr="Editable text; source id matrix_1_3_tbase"/>
          <p:cNvSpPr txBox="1"/>
          <p:nvPr/>
        </p:nvSpPr>
        <p:spPr>
          <a:xfrm>
            <a:off x="4856780" y="2162641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40" name="matrix_1_3_tsub" descr="Editable text; source id matrix_1_3_tsub"/>
          <p:cNvSpPr txBox="1"/>
          <p:nvPr/>
        </p:nvSpPr>
        <p:spPr>
          <a:xfrm>
            <a:off x="4932910" y="22133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41" name="matrix_1_3_dot" descr="Editable shape; source id matrix_1_3_dot"/>
          <p:cNvSpPr/>
          <p:nvPr/>
        </p:nvSpPr>
        <p:spPr>
          <a:xfrm>
            <a:off x="4827174" y="223313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matrix_hdots_0_0" descr="Editable shape; source id matrix_hdots_0_0"/>
          <p:cNvSpPr/>
          <p:nvPr/>
        </p:nvSpPr>
        <p:spPr>
          <a:xfrm>
            <a:off x="5272673" y="228952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atrix_hdots_0_1" descr="Editable shape; source id matrix_hdots_0_1"/>
          <p:cNvSpPr/>
          <p:nvPr/>
        </p:nvSpPr>
        <p:spPr>
          <a:xfrm>
            <a:off x="5300869" y="228952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atrix_hdots_0_2" descr="Editable shape; source id matrix_hdots_0_2"/>
          <p:cNvSpPr/>
          <p:nvPr/>
        </p:nvSpPr>
        <p:spPr>
          <a:xfrm>
            <a:off x="5329065" y="228952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atrix_1_N_ibase" descr="Editable text; source id matrix_1_N_ibase"/>
          <p:cNvSpPr txBox="1"/>
          <p:nvPr/>
        </p:nvSpPr>
        <p:spPr>
          <a:xfrm>
            <a:off x="5594109" y="2162641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46" name="matrix_1_N_isub" descr="Editable text; source id matrix_1_N_isub"/>
          <p:cNvSpPr txBox="1"/>
          <p:nvPr/>
        </p:nvSpPr>
        <p:spPr>
          <a:xfrm>
            <a:off x="5639222" y="221903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7" name="matrix_1_N_tbase" descr="Editable text; source id matrix_1_N_tbase"/>
          <p:cNvSpPr txBox="1"/>
          <p:nvPr/>
        </p:nvSpPr>
        <p:spPr>
          <a:xfrm>
            <a:off x="5742138" y="2162641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48" name="matrix_1_N_tsub" descr="Editable text; source id matrix_1_N_tsub"/>
          <p:cNvSpPr txBox="1"/>
          <p:nvPr/>
        </p:nvSpPr>
        <p:spPr>
          <a:xfrm>
            <a:off x="5829546" y="2217624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49" name="matrix_1_N_dot" descr="Editable shape; source id matrix_1_N_dot"/>
          <p:cNvSpPr/>
          <p:nvPr/>
        </p:nvSpPr>
        <p:spPr>
          <a:xfrm>
            <a:off x="5712532" y="2233132"/>
            <a:ext cx="16917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matrix_2_1_ibase" descr="Editable text; source id matrix_2_1_ibase"/>
          <p:cNvSpPr txBox="1"/>
          <p:nvPr/>
        </p:nvSpPr>
        <p:spPr>
          <a:xfrm>
            <a:off x="3806475" y="2613779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1" name="matrix_2_1_isub" descr="Editable text; source id matrix_2_1_isub"/>
          <p:cNvSpPr txBox="1"/>
          <p:nvPr/>
        </p:nvSpPr>
        <p:spPr>
          <a:xfrm>
            <a:off x="3845949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2" name="matrix_2_1_tbase" descr="Editable text; source id matrix_2_1_tbase"/>
          <p:cNvSpPr txBox="1"/>
          <p:nvPr/>
        </p:nvSpPr>
        <p:spPr>
          <a:xfrm>
            <a:off x="3954504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53" name="matrix_2_1_tsub" descr="Editable text; source id matrix_2_1_tsub"/>
          <p:cNvSpPr txBox="1"/>
          <p:nvPr/>
        </p:nvSpPr>
        <p:spPr>
          <a:xfrm>
            <a:off x="4032044" y="2670171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4" name="matrix_2_1_dot" descr="Editable shape; source id matrix_2_1_dot"/>
          <p:cNvSpPr/>
          <p:nvPr/>
        </p:nvSpPr>
        <p:spPr>
          <a:xfrm>
            <a:off x="3924899" y="2684270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matrix_2_2_ibase" descr="Editable text; source id matrix_2_2_ibase"/>
          <p:cNvSpPr txBox="1"/>
          <p:nvPr/>
        </p:nvSpPr>
        <p:spPr>
          <a:xfrm>
            <a:off x="4257613" y="2613779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6" name="matrix_2_2_isub" descr="Editable text; source id matrix_2_2_isub"/>
          <p:cNvSpPr txBox="1"/>
          <p:nvPr/>
        </p:nvSpPr>
        <p:spPr>
          <a:xfrm>
            <a:off x="4297087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7" name="matrix_2_2_tbase" descr="Editable text; source id matrix_2_2_tbase"/>
          <p:cNvSpPr txBox="1"/>
          <p:nvPr/>
        </p:nvSpPr>
        <p:spPr>
          <a:xfrm>
            <a:off x="4405642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58" name="matrix_2_2_tsub" descr="Editable text; source id matrix_2_2_tsub"/>
          <p:cNvSpPr txBox="1"/>
          <p:nvPr/>
        </p:nvSpPr>
        <p:spPr>
          <a:xfrm>
            <a:off x="4483182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9" name="matrix_2_2_dot" descr="Editable shape; source id matrix_2_2_dot"/>
          <p:cNvSpPr/>
          <p:nvPr/>
        </p:nvSpPr>
        <p:spPr>
          <a:xfrm>
            <a:off x="4376036" y="2684270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matrix_2_3_ibase" descr="Editable text; source id matrix_2_3_ibase"/>
          <p:cNvSpPr txBox="1"/>
          <p:nvPr/>
        </p:nvSpPr>
        <p:spPr>
          <a:xfrm>
            <a:off x="4708751" y="2613779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61" name="matrix_2_3_isub" descr="Editable text; source id matrix_2_3_isub"/>
          <p:cNvSpPr txBox="1"/>
          <p:nvPr/>
        </p:nvSpPr>
        <p:spPr>
          <a:xfrm>
            <a:off x="4748225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2" name="matrix_2_3_tbase" descr="Editable text; source id matrix_2_3_tbase"/>
          <p:cNvSpPr txBox="1"/>
          <p:nvPr/>
        </p:nvSpPr>
        <p:spPr>
          <a:xfrm>
            <a:off x="4856780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63" name="matrix_2_3_tsub" descr="Editable text; source id matrix_2_3_tsub"/>
          <p:cNvSpPr txBox="1"/>
          <p:nvPr/>
        </p:nvSpPr>
        <p:spPr>
          <a:xfrm>
            <a:off x="4932910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4" name="matrix_2_3_dot" descr="Editable shape; source id matrix_2_3_dot"/>
          <p:cNvSpPr/>
          <p:nvPr/>
        </p:nvSpPr>
        <p:spPr>
          <a:xfrm>
            <a:off x="4827174" y="2684270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matrix_hdots_1_0" descr="Editable shape; source id matrix_hdots_1_0"/>
          <p:cNvSpPr/>
          <p:nvPr/>
        </p:nvSpPr>
        <p:spPr>
          <a:xfrm>
            <a:off x="5272673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matrix_hdots_1_1" descr="Editable shape; source id matrix_hdots_1_1"/>
          <p:cNvSpPr/>
          <p:nvPr/>
        </p:nvSpPr>
        <p:spPr>
          <a:xfrm>
            <a:off x="5300869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matrix_hdots_1_2" descr="Editable shape; source id matrix_hdots_1_2"/>
          <p:cNvSpPr/>
          <p:nvPr/>
        </p:nvSpPr>
        <p:spPr>
          <a:xfrm>
            <a:off x="5329065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matrix_2_N_ibase" descr="Editable text; source id matrix_2_N_ibase"/>
          <p:cNvSpPr txBox="1"/>
          <p:nvPr/>
        </p:nvSpPr>
        <p:spPr>
          <a:xfrm>
            <a:off x="5594109" y="2613779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69" name="matrix_2_N_isub" descr="Editable text; source id matrix_2_N_isub"/>
          <p:cNvSpPr txBox="1"/>
          <p:nvPr/>
        </p:nvSpPr>
        <p:spPr>
          <a:xfrm>
            <a:off x="5639222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0" name="matrix_2_N_tbase" descr="Editable text; source id matrix_2_N_tbase"/>
          <p:cNvSpPr txBox="1"/>
          <p:nvPr/>
        </p:nvSpPr>
        <p:spPr>
          <a:xfrm>
            <a:off x="5742138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1" name="matrix_2_N_tsub" descr="Editable text; source id matrix_2_N_tsub"/>
          <p:cNvSpPr txBox="1"/>
          <p:nvPr/>
        </p:nvSpPr>
        <p:spPr>
          <a:xfrm>
            <a:off x="5829546" y="2668762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72" name="matrix_2_N_dot" descr="Editable shape; source id matrix_2_N_dot"/>
          <p:cNvSpPr/>
          <p:nvPr/>
        </p:nvSpPr>
        <p:spPr>
          <a:xfrm>
            <a:off x="5712532" y="2684270"/>
            <a:ext cx="16917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matrix_3_1_ibase" descr="Editable text; source id matrix_3_1_ibase"/>
          <p:cNvSpPr txBox="1"/>
          <p:nvPr/>
        </p:nvSpPr>
        <p:spPr>
          <a:xfrm>
            <a:off x="3806475" y="3064917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74" name="matrix_3_1_isub" descr="Editable text; source id matrix_3_1_isub"/>
          <p:cNvSpPr txBox="1"/>
          <p:nvPr/>
        </p:nvSpPr>
        <p:spPr>
          <a:xfrm>
            <a:off x="3850179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5" name="matrix_3_1_tbase" descr="Editable text; source id matrix_3_1_tbase"/>
          <p:cNvSpPr txBox="1"/>
          <p:nvPr/>
        </p:nvSpPr>
        <p:spPr>
          <a:xfrm>
            <a:off x="3954504" y="3064917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6" name="matrix_3_1_tsub" descr="Editable text; source id matrix_3_1_tsub"/>
          <p:cNvSpPr txBox="1"/>
          <p:nvPr/>
        </p:nvSpPr>
        <p:spPr>
          <a:xfrm>
            <a:off x="4032044" y="3121309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77" name="matrix_3_1_dot" descr="Editable shape; source id matrix_3_1_dot"/>
          <p:cNvSpPr/>
          <p:nvPr/>
        </p:nvSpPr>
        <p:spPr>
          <a:xfrm>
            <a:off x="3924899" y="3135407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matrix_3_2_ibase" descr="Editable text; source id matrix_3_2_ibase"/>
          <p:cNvSpPr txBox="1"/>
          <p:nvPr/>
        </p:nvSpPr>
        <p:spPr>
          <a:xfrm>
            <a:off x="4257613" y="3064917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79" name="matrix_3_2_isub" descr="Editable text; source id matrix_3_2_isub"/>
          <p:cNvSpPr txBox="1"/>
          <p:nvPr/>
        </p:nvSpPr>
        <p:spPr>
          <a:xfrm>
            <a:off x="4301317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0" name="matrix_3_2_tbase" descr="Editable text; source id matrix_3_2_tbase"/>
          <p:cNvSpPr txBox="1"/>
          <p:nvPr/>
        </p:nvSpPr>
        <p:spPr>
          <a:xfrm>
            <a:off x="4405642" y="3064917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81" name="matrix_3_2_tsub" descr="Editable text; source id matrix_3_2_tsub"/>
          <p:cNvSpPr txBox="1"/>
          <p:nvPr/>
        </p:nvSpPr>
        <p:spPr>
          <a:xfrm>
            <a:off x="4483182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2" name="matrix_3_2_dot" descr="Editable shape; source id matrix_3_2_dot"/>
          <p:cNvSpPr/>
          <p:nvPr/>
        </p:nvSpPr>
        <p:spPr>
          <a:xfrm>
            <a:off x="4376036" y="3135407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matrix_3_3_ibase" descr="Editable text; source id matrix_3_3_ibase"/>
          <p:cNvSpPr txBox="1"/>
          <p:nvPr/>
        </p:nvSpPr>
        <p:spPr>
          <a:xfrm>
            <a:off x="4708751" y="3064917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84" name="matrix_3_3_isub" descr="Editable text; source id matrix_3_3_isub"/>
          <p:cNvSpPr txBox="1"/>
          <p:nvPr/>
        </p:nvSpPr>
        <p:spPr>
          <a:xfrm>
            <a:off x="4752455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5" name="matrix_3_3_tbase" descr="Editable text; source id matrix_3_3_tbase"/>
          <p:cNvSpPr txBox="1"/>
          <p:nvPr/>
        </p:nvSpPr>
        <p:spPr>
          <a:xfrm>
            <a:off x="4856780" y="3064917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86" name="matrix_3_3_tsub" descr="Editable text; source id matrix_3_3_tsub"/>
          <p:cNvSpPr txBox="1"/>
          <p:nvPr/>
        </p:nvSpPr>
        <p:spPr>
          <a:xfrm>
            <a:off x="4932910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7" name="matrix_3_3_dot" descr="Editable shape; source id matrix_3_3_dot"/>
          <p:cNvSpPr/>
          <p:nvPr/>
        </p:nvSpPr>
        <p:spPr>
          <a:xfrm>
            <a:off x="4827174" y="3135407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matrix_hdots_2_0" descr="Editable shape; source id matrix_hdots_2_0"/>
          <p:cNvSpPr/>
          <p:nvPr/>
        </p:nvSpPr>
        <p:spPr>
          <a:xfrm>
            <a:off x="5272673" y="3191800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matrix_hdots_2_1" descr="Editable shape; source id matrix_hdots_2_1"/>
          <p:cNvSpPr/>
          <p:nvPr/>
        </p:nvSpPr>
        <p:spPr>
          <a:xfrm>
            <a:off x="5300869" y="3191800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matrix_hdots_2_2" descr="Editable shape; source id matrix_hdots_2_2"/>
          <p:cNvSpPr/>
          <p:nvPr/>
        </p:nvSpPr>
        <p:spPr>
          <a:xfrm>
            <a:off x="5329065" y="3191800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matrix_3_N_ibase" descr="Editable text; source id matrix_3_N_ibase"/>
          <p:cNvSpPr txBox="1"/>
          <p:nvPr/>
        </p:nvSpPr>
        <p:spPr>
          <a:xfrm>
            <a:off x="5594109" y="3064917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92" name="matrix_3_N_isub" descr="Editable text; source id matrix_3_N_isub"/>
          <p:cNvSpPr txBox="1"/>
          <p:nvPr/>
        </p:nvSpPr>
        <p:spPr>
          <a:xfrm>
            <a:off x="5643452" y="3115670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3" name="matrix_3_N_tbase" descr="Editable text; source id matrix_3_N_tbase"/>
          <p:cNvSpPr txBox="1"/>
          <p:nvPr/>
        </p:nvSpPr>
        <p:spPr>
          <a:xfrm>
            <a:off x="5742138" y="3064917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94" name="matrix_3_N_tsub" descr="Editable text; source id matrix_3_N_tsub"/>
          <p:cNvSpPr txBox="1"/>
          <p:nvPr/>
        </p:nvSpPr>
        <p:spPr>
          <a:xfrm>
            <a:off x="5829546" y="3119900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95" name="matrix_3_N_dot" descr="Editable shape; source id matrix_3_N_dot"/>
          <p:cNvSpPr/>
          <p:nvPr/>
        </p:nvSpPr>
        <p:spPr>
          <a:xfrm>
            <a:off x="5712532" y="3135407"/>
            <a:ext cx="16917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matrix_vdots_0_0" descr="Editable shape; source id matrix_vdots_0_0"/>
          <p:cNvSpPr/>
          <p:nvPr/>
        </p:nvSpPr>
        <p:spPr>
          <a:xfrm>
            <a:off x="3947455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matrix_vdots_0_1" descr="Editable shape; source id matrix_vdots_0_1"/>
          <p:cNvSpPr/>
          <p:nvPr/>
        </p:nvSpPr>
        <p:spPr>
          <a:xfrm>
            <a:off x="3947455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matrix_vdots_0_2" descr="Editable shape; source id matrix_vdots_0_2"/>
          <p:cNvSpPr/>
          <p:nvPr/>
        </p:nvSpPr>
        <p:spPr>
          <a:xfrm>
            <a:off x="3947455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matrix_vdots_1_0" descr="Editable shape; source id matrix_vdots_1_0"/>
          <p:cNvSpPr/>
          <p:nvPr/>
        </p:nvSpPr>
        <p:spPr>
          <a:xfrm>
            <a:off x="4398593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matrix_vdots_1_1" descr="Editable shape; source id matrix_vdots_1_1"/>
          <p:cNvSpPr/>
          <p:nvPr/>
        </p:nvSpPr>
        <p:spPr>
          <a:xfrm>
            <a:off x="4398593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matrix_vdots_1_2" descr="Editable shape; source id matrix_vdots_1_2"/>
          <p:cNvSpPr/>
          <p:nvPr/>
        </p:nvSpPr>
        <p:spPr>
          <a:xfrm>
            <a:off x="4398593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matrix_vdots_2_0" descr="Editable shape; source id matrix_vdots_2_0"/>
          <p:cNvSpPr/>
          <p:nvPr/>
        </p:nvSpPr>
        <p:spPr>
          <a:xfrm>
            <a:off x="4849731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matrix_vdots_2_1" descr="Editable shape; source id matrix_vdots_2_1"/>
          <p:cNvSpPr/>
          <p:nvPr/>
        </p:nvSpPr>
        <p:spPr>
          <a:xfrm>
            <a:off x="4849731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matrix_vdots_2_2" descr="Editable shape; source id matrix_vdots_2_2"/>
          <p:cNvSpPr/>
          <p:nvPr/>
        </p:nvSpPr>
        <p:spPr>
          <a:xfrm>
            <a:off x="4849731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matrix_diag_dots_0" descr="Editable shape; source id matrix_diag_dots_0"/>
          <p:cNvSpPr/>
          <p:nvPr/>
        </p:nvSpPr>
        <p:spPr>
          <a:xfrm>
            <a:off x="5272673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matrix_diag_dots_1" descr="Editable shape; source id matrix_diag_dots_1"/>
          <p:cNvSpPr/>
          <p:nvPr/>
        </p:nvSpPr>
        <p:spPr>
          <a:xfrm>
            <a:off x="5300869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matrix_diag_dots_2" descr="Editable shape; source id matrix_diag_dots_2"/>
          <p:cNvSpPr/>
          <p:nvPr/>
        </p:nvSpPr>
        <p:spPr>
          <a:xfrm>
            <a:off x="5329065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matrix_vdots_4_0" descr="Editable shape; source id matrix_vdots_4_0"/>
          <p:cNvSpPr/>
          <p:nvPr/>
        </p:nvSpPr>
        <p:spPr>
          <a:xfrm>
            <a:off x="5752007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matrix_vdots_4_1" descr="Editable shape; source id matrix_vdots_4_1"/>
          <p:cNvSpPr/>
          <p:nvPr/>
        </p:nvSpPr>
        <p:spPr>
          <a:xfrm>
            <a:off x="5752007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matrix_vdots_4_2" descr="Editable shape; source id matrix_vdots_4_2"/>
          <p:cNvSpPr/>
          <p:nvPr/>
        </p:nvSpPr>
        <p:spPr>
          <a:xfrm>
            <a:off x="5752007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matrix_N_1_ibase" descr="Editable text; source id matrix_N_1_ibase"/>
          <p:cNvSpPr txBox="1"/>
          <p:nvPr/>
        </p:nvSpPr>
        <p:spPr>
          <a:xfrm>
            <a:off x="3789557" y="3967193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12" name="matrix_N_1_isub" descr="Editable text; source id matrix_N_1_isub"/>
          <p:cNvSpPr txBox="1"/>
          <p:nvPr/>
        </p:nvSpPr>
        <p:spPr>
          <a:xfrm>
            <a:off x="3838900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13" name="matrix_N_1_tbase" descr="Editable text; source id matrix_N_1_tbase"/>
          <p:cNvSpPr txBox="1"/>
          <p:nvPr/>
        </p:nvSpPr>
        <p:spPr>
          <a:xfrm>
            <a:off x="3965783" y="3967193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14" name="matrix_N_1_tsub" descr="Editable text; source id matrix_N_1_tsub"/>
          <p:cNvSpPr txBox="1"/>
          <p:nvPr/>
        </p:nvSpPr>
        <p:spPr>
          <a:xfrm>
            <a:off x="4043322" y="4023585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15" name="matrix_N_1_dot" descr="Editable shape; source id matrix_N_1_dot"/>
          <p:cNvSpPr/>
          <p:nvPr/>
        </p:nvSpPr>
        <p:spPr>
          <a:xfrm>
            <a:off x="3936177" y="404332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matrix_N_2_ibase" descr="Editable text; source id matrix_N_2_ibase"/>
          <p:cNvSpPr txBox="1"/>
          <p:nvPr/>
        </p:nvSpPr>
        <p:spPr>
          <a:xfrm>
            <a:off x="4240695" y="3967193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17" name="matrix_N_2_isub" descr="Editable text; source id matrix_N_2_isub"/>
          <p:cNvSpPr txBox="1"/>
          <p:nvPr/>
        </p:nvSpPr>
        <p:spPr>
          <a:xfrm>
            <a:off x="4290038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18" name="matrix_N_2_tbase" descr="Editable text; source id matrix_N_2_tbase"/>
          <p:cNvSpPr txBox="1"/>
          <p:nvPr/>
        </p:nvSpPr>
        <p:spPr>
          <a:xfrm>
            <a:off x="4416921" y="3967193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19" name="matrix_N_2_tsub" descr="Editable text; source id matrix_N_2_tsub"/>
          <p:cNvSpPr txBox="1"/>
          <p:nvPr/>
        </p:nvSpPr>
        <p:spPr>
          <a:xfrm>
            <a:off x="4494460" y="4017946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20" name="matrix_N_2_dot" descr="Editable shape; source id matrix_N_2_dot"/>
          <p:cNvSpPr/>
          <p:nvPr/>
        </p:nvSpPr>
        <p:spPr>
          <a:xfrm>
            <a:off x="4387315" y="404332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matrix_N_3_ibase" descr="Editable text; source id matrix_N_3_ibase"/>
          <p:cNvSpPr txBox="1"/>
          <p:nvPr/>
        </p:nvSpPr>
        <p:spPr>
          <a:xfrm>
            <a:off x="4691833" y="3967193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22" name="matrix_N_3_isub" descr="Editable text; source id matrix_N_3_isub"/>
          <p:cNvSpPr txBox="1"/>
          <p:nvPr/>
        </p:nvSpPr>
        <p:spPr>
          <a:xfrm>
            <a:off x="4741176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23" name="matrix_N_3_tbase" descr="Editable text; source id matrix_N_3_tbase"/>
          <p:cNvSpPr txBox="1"/>
          <p:nvPr/>
        </p:nvSpPr>
        <p:spPr>
          <a:xfrm>
            <a:off x="4868059" y="3967193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24" name="matrix_N_3_tsub" descr="Editable text; source id matrix_N_3_tsub"/>
          <p:cNvSpPr txBox="1"/>
          <p:nvPr/>
        </p:nvSpPr>
        <p:spPr>
          <a:xfrm>
            <a:off x="4949827" y="4017946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5" name="matrix_N_3_dot" descr="Editable shape; source id matrix_N_3_dot"/>
          <p:cNvSpPr/>
          <p:nvPr/>
        </p:nvSpPr>
        <p:spPr>
          <a:xfrm>
            <a:off x="4838453" y="404332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matrix_hdots_4_0" descr="Editable shape; source id matrix_hdots_4_0"/>
          <p:cNvSpPr/>
          <p:nvPr/>
        </p:nvSpPr>
        <p:spPr>
          <a:xfrm>
            <a:off x="5272673" y="4094075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matrix_hdots_4_1" descr="Editable shape; source id matrix_hdots_4_1"/>
          <p:cNvSpPr/>
          <p:nvPr/>
        </p:nvSpPr>
        <p:spPr>
          <a:xfrm>
            <a:off x="5300869" y="4094075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matrix_hdots_4_2" descr="Editable shape; source id matrix_hdots_4_2"/>
          <p:cNvSpPr/>
          <p:nvPr/>
        </p:nvSpPr>
        <p:spPr>
          <a:xfrm>
            <a:off x="5329065" y="4094075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matrix_N_N_ibase" descr="Editable text; source id matrix_N_N_ibase"/>
          <p:cNvSpPr txBox="1"/>
          <p:nvPr/>
        </p:nvSpPr>
        <p:spPr>
          <a:xfrm>
            <a:off x="5582830" y="3967193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30" name="matrix_N_N_isub" descr="Editable text; source id matrix_N_N_isub"/>
          <p:cNvSpPr txBox="1"/>
          <p:nvPr/>
        </p:nvSpPr>
        <p:spPr>
          <a:xfrm>
            <a:off x="5632173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31" name="matrix_N_N_tbase" descr="Editable text; source id matrix_N_N_tbase"/>
          <p:cNvSpPr txBox="1"/>
          <p:nvPr/>
        </p:nvSpPr>
        <p:spPr>
          <a:xfrm>
            <a:off x="5759056" y="3967193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32" name="matrix_N_N_tsub" descr="Editable text; source id matrix_N_N_tsub"/>
          <p:cNvSpPr txBox="1"/>
          <p:nvPr/>
        </p:nvSpPr>
        <p:spPr>
          <a:xfrm>
            <a:off x="5840825" y="4022175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33" name="matrix_N_N_dot" descr="Editable shape; source id matrix_N_N_dot"/>
          <p:cNvSpPr/>
          <p:nvPr/>
        </p:nvSpPr>
        <p:spPr>
          <a:xfrm>
            <a:off x="5729450" y="4037683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rain_text_bus_ellipsis_0" descr="Editable shape; source id train_text_bus_ellipsis_0"/>
          <p:cNvSpPr/>
          <p:nvPr/>
        </p:nvSpPr>
        <p:spPr>
          <a:xfrm>
            <a:off x="5272673" y="1280103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rain_text_bus_ellipsis_1" descr="Editable shape; source id train_text_bus_ellipsis_1"/>
          <p:cNvSpPr/>
          <p:nvPr/>
        </p:nvSpPr>
        <p:spPr>
          <a:xfrm>
            <a:off x="5300869" y="1280103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rain_text_bus_ellipsis_2" descr="Editable shape; source id train_text_bus_ellipsis_2"/>
          <p:cNvSpPr/>
          <p:nvPr/>
        </p:nvSpPr>
        <p:spPr>
          <a:xfrm>
            <a:off x="5329065" y="1280103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rain_image_bus_ellipsis_0" descr="Editable shape; source id train_image_bus_ellipsis_0"/>
          <p:cNvSpPr/>
          <p:nvPr/>
        </p:nvSpPr>
        <p:spPr>
          <a:xfrm>
            <a:off x="2983148" y="357526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rain_image_bus_ellipsis_1" descr="Editable shape; source id train_image_bus_ellipsis_1"/>
          <p:cNvSpPr/>
          <p:nvPr/>
        </p:nvSpPr>
        <p:spPr>
          <a:xfrm>
            <a:off x="2983148" y="360910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rain_image_bus_ellipsis_2" descr="Editable shape; source id train_image_bus_ellipsis_2"/>
          <p:cNvSpPr/>
          <p:nvPr/>
        </p:nvSpPr>
        <p:spPr>
          <a:xfrm>
            <a:off x="2983148" y="364293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class_word_plane" descr="Editable text; source id class_word_plane"/>
          <p:cNvSpPr txBox="1"/>
          <p:nvPr/>
        </p:nvSpPr>
        <p:spPr>
          <a:xfrm>
            <a:off x="6392059" y="427171"/>
            <a:ext cx="42576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plane</a:t>
            </a:r>
          </a:p>
        </p:txBody>
      </p:sp>
      <p:sp>
        <p:nvSpPr>
          <p:cNvPr id="241" name="class_word_car" descr="Editable text; source id class_word_car"/>
          <p:cNvSpPr txBox="1"/>
          <p:nvPr/>
        </p:nvSpPr>
        <p:spPr>
          <a:xfrm>
            <a:off x="6473827" y="764114"/>
            <a:ext cx="262223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car</a:t>
            </a:r>
          </a:p>
        </p:txBody>
      </p:sp>
      <p:sp>
        <p:nvSpPr>
          <p:cNvPr id="242" name="class_word_dog" descr="Editable text; source id class_word_dog"/>
          <p:cNvSpPr txBox="1"/>
          <p:nvPr/>
        </p:nvSpPr>
        <p:spPr>
          <a:xfrm>
            <a:off x="6476647" y="1098238"/>
            <a:ext cx="262223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dog</a:t>
            </a:r>
          </a:p>
        </p:txBody>
      </p:sp>
      <p:sp>
        <p:nvSpPr>
          <p:cNvPr id="243" name="class_word_bird" descr="Editable text; source id class_word_bird"/>
          <p:cNvSpPr txBox="1"/>
          <p:nvPr/>
        </p:nvSpPr>
        <p:spPr>
          <a:xfrm>
            <a:off x="6437172" y="1777764"/>
            <a:ext cx="343992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bird</a:t>
            </a:r>
          </a:p>
        </p:txBody>
      </p:sp>
      <p:sp>
        <p:nvSpPr>
          <p:cNvPr id="244" name="class_list_dots_0" descr="Editable shape; source id class_list_dots_0"/>
          <p:cNvSpPr/>
          <p:nvPr/>
        </p:nvSpPr>
        <p:spPr>
          <a:xfrm>
            <a:off x="6597890" y="1477476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class_list_dots_1" descr="Editable shape; source id class_list_dots_1"/>
          <p:cNvSpPr/>
          <p:nvPr/>
        </p:nvSpPr>
        <p:spPr>
          <a:xfrm>
            <a:off x="6597890" y="1511311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class_list_dots_2" descr="Editable shape; source id class_list_dots_2"/>
          <p:cNvSpPr/>
          <p:nvPr/>
        </p:nvSpPr>
        <p:spPr>
          <a:xfrm>
            <a:off x="6597890" y="154514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lass_bus_dots_0" descr="Editable shape; source id class_bus_dots_0"/>
          <p:cNvSpPr/>
          <p:nvPr/>
        </p:nvSpPr>
        <p:spPr>
          <a:xfrm>
            <a:off x="7049028" y="1477476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class_bus_dots_1" descr="Editable shape; source id class_bus_dots_1"/>
          <p:cNvSpPr/>
          <p:nvPr/>
        </p:nvSpPr>
        <p:spPr>
          <a:xfrm>
            <a:off x="7049028" y="1511311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class_bus_dots_2" descr="Editable shape; source id class_bus_dots_2"/>
          <p:cNvSpPr/>
          <p:nvPr/>
        </p:nvSpPr>
        <p:spPr>
          <a:xfrm>
            <a:off x="7049028" y="1545147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class_prompt_line_1" descr="Editable text; source id class_prompt_line_1"/>
          <p:cNvSpPr txBox="1"/>
          <p:nvPr/>
        </p:nvSpPr>
        <p:spPr>
          <a:xfrm>
            <a:off x="7600262" y="1024928"/>
            <a:ext cx="834604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 photo of</a:t>
            </a:r>
          </a:p>
        </p:txBody>
      </p:sp>
      <p:sp>
        <p:nvSpPr>
          <p:cNvPr id="251" name="class_prompt_a" descr="Editable text; source id class_prompt_a"/>
          <p:cNvSpPr txBox="1"/>
          <p:nvPr/>
        </p:nvSpPr>
        <p:spPr>
          <a:xfrm>
            <a:off x="7557968" y="1187056"/>
            <a:ext cx="9868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252" name="class_prompt_object" descr="Editable text; source id class_prompt_object"/>
          <p:cNvSpPr txBox="1"/>
          <p:nvPr/>
        </p:nvSpPr>
        <p:spPr>
          <a:xfrm>
            <a:off x="7721505" y="1191285"/>
            <a:ext cx="671067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{object}</a:t>
            </a:r>
          </a:p>
        </p:txBody>
      </p:sp>
      <p:sp>
        <p:nvSpPr>
          <p:cNvPr id="253" name="class_prompt_period" descr="Editable text; source id class_prompt_period"/>
          <p:cNvSpPr txBox="1"/>
          <p:nvPr/>
        </p:nvSpPr>
        <p:spPr>
          <a:xfrm>
            <a:off x="8371426" y="1189876"/>
            <a:ext cx="9868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254" name="classifier_text_bus_ellipsis_0" descr="Editable shape; source id classifier_text_bus_ellipsis_0"/>
          <p:cNvSpPr/>
          <p:nvPr/>
        </p:nvSpPr>
        <p:spPr>
          <a:xfrm>
            <a:off x="11475818" y="150567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classifier_text_bus_ellipsis_1" descr="Editable shape; source id classifier_text_bus_ellipsis_1"/>
          <p:cNvSpPr/>
          <p:nvPr/>
        </p:nvSpPr>
        <p:spPr>
          <a:xfrm>
            <a:off x="11504014" y="150567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classifier_text_bus_ellipsis_2" descr="Editable shape; source id classifier_text_bus_ellipsis_2"/>
          <p:cNvSpPr/>
          <p:nvPr/>
        </p:nvSpPr>
        <p:spPr>
          <a:xfrm>
            <a:off x="11532210" y="150567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predict_T_1_base" descr="Editable text; source id predict_T_1_base"/>
          <p:cNvSpPr txBox="1"/>
          <p:nvPr/>
        </p:nvSpPr>
        <p:spPr>
          <a:xfrm>
            <a:off x="10078700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58" name="predict_T_1_sub" descr="Editable text; source id predict_T_1_sub"/>
          <p:cNvSpPr txBox="1"/>
          <p:nvPr/>
        </p:nvSpPr>
        <p:spPr>
          <a:xfrm>
            <a:off x="10161879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59" name="predict_T_2_base" descr="Editable text; source id predict_T_2_base"/>
          <p:cNvSpPr txBox="1"/>
          <p:nvPr/>
        </p:nvSpPr>
        <p:spPr>
          <a:xfrm>
            <a:off x="10529838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0" name="predict_T_2_sub" descr="Editable text; source id predict_T_2_sub"/>
          <p:cNvSpPr txBox="1"/>
          <p:nvPr/>
        </p:nvSpPr>
        <p:spPr>
          <a:xfrm>
            <a:off x="10613017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61" name="predict_T_3_base" descr="Editable text; source id predict_T_3_base"/>
          <p:cNvSpPr txBox="1"/>
          <p:nvPr/>
        </p:nvSpPr>
        <p:spPr>
          <a:xfrm>
            <a:off x="10980976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2" name="predict_T_3_sub" descr="Editable text; source id predict_T_3_sub"/>
          <p:cNvSpPr txBox="1"/>
          <p:nvPr/>
        </p:nvSpPr>
        <p:spPr>
          <a:xfrm>
            <a:off x="11062745" y="2664532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63" name="predict_T_ellipsis_0" descr="Editable shape; source id predict_T_ellipsis_0"/>
          <p:cNvSpPr/>
          <p:nvPr/>
        </p:nvSpPr>
        <p:spPr>
          <a:xfrm>
            <a:off x="11475818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predict_T_ellipsis_1" descr="Editable shape; source id predict_T_ellipsis_1"/>
          <p:cNvSpPr/>
          <p:nvPr/>
        </p:nvSpPr>
        <p:spPr>
          <a:xfrm>
            <a:off x="11504014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predict_T_ellipsis_2" descr="Editable shape; source id predict_T_ellipsis_2"/>
          <p:cNvSpPr/>
          <p:nvPr/>
        </p:nvSpPr>
        <p:spPr>
          <a:xfrm>
            <a:off x="11532210" y="2740662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predict_T_N_base" descr="Editable text; source id predict_T_N_base"/>
          <p:cNvSpPr txBox="1"/>
          <p:nvPr/>
        </p:nvSpPr>
        <p:spPr>
          <a:xfrm>
            <a:off x="11871973" y="2613779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67" name="predict_T_N_sub" descr="Editable text; source id predict_T_N_sub"/>
          <p:cNvSpPr txBox="1"/>
          <p:nvPr/>
        </p:nvSpPr>
        <p:spPr>
          <a:xfrm>
            <a:off x="11959381" y="2668762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68" name="predict_I_1_base" descr="Editable text; source id predict_I_1_base"/>
          <p:cNvSpPr txBox="1"/>
          <p:nvPr/>
        </p:nvSpPr>
        <p:spPr>
          <a:xfrm>
            <a:off x="9535925" y="3177702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9" name="predict_I_1_sub" descr="Editable text; source id predict_I_1_sub"/>
          <p:cNvSpPr txBox="1"/>
          <p:nvPr/>
        </p:nvSpPr>
        <p:spPr>
          <a:xfrm>
            <a:off x="9581039" y="3228455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0" name="predict_result_1_1_ibase" descr="Editable text; source id predict_result_1_1_ibase"/>
          <p:cNvSpPr txBox="1"/>
          <p:nvPr/>
        </p:nvSpPr>
        <p:spPr>
          <a:xfrm>
            <a:off x="10009620" y="3177702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1" name="predict_result_1_1_isub" descr="Editable text; source id predict_result_1_1_isub"/>
          <p:cNvSpPr txBox="1"/>
          <p:nvPr/>
        </p:nvSpPr>
        <p:spPr>
          <a:xfrm>
            <a:off x="10054734" y="32340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2" name="predict_result_1_1_tbase" descr="Editable text; source id predict_result_1_1_tbase"/>
          <p:cNvSpPr txBox="1"/>
          <p:nvPr/>
        </p:nvSpPr>
        <p:spPr>
          <a:xfrm>
            <a:off x="10157650" y="3177702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73" name="predict_result_1_1_tsub" descr="Editable text; source id predict_result_1_1_tsub"/>
          <p:cNvSpPr txBox="1"/>
          <p:nvPr/>
        </p:nvSpPr>
        <p:spPr>
          <a:xfrm>
            <a:off x="10235189" y="32340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4" name="predict_result_1_1_dot" descr="Editable shape; source id predict_result_1_1_dot"/>
          <p:cNvSpPr/>
          <p:nvPr/>
        </p:nvSpPr>
        <p:spPr>
          <a:xfrm>
            <a:off x="10128044" y="324819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predict_result_1_2_ibase" descr="Editable text; source id predict_result_1_2_ibase"/>
          <p:cNvSpPr txBox="1"/>
          <p:nvPr/>
        </p:nvSpPr>
        <p:spPr>
          <a:xfrm>
            <a:off x="10460758" y="3177702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6" name="predict_result_1_2_isub" descr="Editable text; source id predict_result_1_2_isub"/>
          <p:cNvSpPr txBox="1"/>
          <p:nvPr/>
        </p:nvSpPr>
        <p:spPr>
          <a:xfrm>
            <a:off x="10505872" y="32340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7" name="predict_result_1_2_tbase" descr="Editable text; source id predict_result_1_2_tbase"/>
          <p:cNvSpPr txBox="1"/>
          <p:nvPr/>
        </p:nvSpPr>
        <p:spPr>
          <a:xfrm>
            <a:off x="10608787" y="3177702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78" name="predict_result_1_2_tsub" descr="Editable text; source id predict_result_1_2_tsub"/>
          <p:cNvSpPr txBox="1"/>
          <p:nvPr/>
        </p:nvSpPr>
        <p:spPr>
          <a:xfrm>
            <a:off x="10686327" y="3228455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79" name="predict_result_1_2_dot" descr="Editable shape; source id predict_result_1_2_dot"/>
          <p:cNvSpPr/>
          <p:nvPr/>
        </p:nvSpPr>
        <p:spPr>
          <a:xfrm>
            <a:off x="10579181" y="324819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predict_result_1_3_ibase" descr="Editable text; source id predict_result_1_3_ibase"/>
          <p:cNvSpPr txBox="1"/>
          <p:nvPr/>
        </p:nvSpPr>
        <p:spPr>
          <a:xfrm>
            <a:off x="10911896" y="3177702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81" name="predict_result_1_3_isub" descr="Editable text; source id predict_result_1_3_isub"/>
          <p:cNvSpPr txBox="1"/>
          <p:nvPr/>
        </p:nvSpPr>
        <p:spPr>
          <a:xfrm>
            <a:off x="10957009" y="32340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82" name="predict_result_1_3_tbase" descr="Editable text; source id predict_result_1_3_tbase"/>
          <p:cNvSpPr txBox="1"/>
          <p:nvPr/>
        </p:nvSpPr>
        <p:spPr>
          <a:xfrm>
            <a:off x="11059925" y="3177702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3" name="predict_result_1_3_tsub" descr="Editable text; source id predict_result_1_3_tsub"/>
          <p:cNvSpPr txBox="1"/>
          <p:nvPr/>
        </p:nvSpPr>
        <p:spPr>
          <a:xfrm>
            <a:off x="11136055" y="3228455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84" name="predict_result_1_3_dot" descr="Editable shape; source id predict_result_1_3_dot"/>
          <p:cNvSpPr/>
          <p:nvPr/>
        </p:nvSpPr>
        <p:spPr>
          <a:xfrm>
            <a:off x="11030319" y="3248192"/>
            <a:ext cx="11278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predict_result_ellipsis_0" descr="Editable shape; source id predict_result_ellipsis_0"/>
          <p:cNvSpPr/>
          <p:nvPr/>
        </p:nvSpPr>
        <p:spPr>
          <a:xfrm>
            <a:off x="11475818" y="330458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predict_result_ellipsis_1" descr="Editable shape; source id predict_result_ellipsis_1"/>
          <p:cNvSpPr/>
          <p:nvPr/>
        </p:nvSpPr>
        <p:spPr>
          <a:xfrm>
            <a:off x="11504014" y="330458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predict_result_ellipsis_2" descr="Editable shape; source id predict_result_ellipsis_2"/>
          <p:cNvSpPr/>
          <p:nvPr/>
        </p:nvSpPr>
        <p:spPr>
          <a:xfrm>
            <a:off x="11532210" y="3304584"/>
            <a:ext cx="11278" cy="1127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predict_result_1_N_ibase" descr="Editable text; source id predict_result_1_N_ibase"/>
          <p:cNvSpPr txBox="1"/>
          <p:nvPr/>
        </p:nvSpPr>
        <p:spPr>
          <a:xfrm>
            <a:off x="11797254" y="3177702"/>
            <a:ext cx="62031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89" name="predict_result_1_N_isub" descr="Editable text; source id predict_result_1_N_isub"/>
          <p:cNvSpPr txBox="1"/>
          <p:nvPr/>
        </p:nvSpPr>
        <p:spPr>
          <a:xfrm>
            <a:off x="11842367" y="3234094"/>
            <a:ext cx="73309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90" name="predict_result_1_N_tbase" descr="Editable text; source id predict_result_1_N_tbase"/>
          <p:cNvSpPr txBox="1"/>
          <p:nvPr/>
        </p:nvSpPr>
        <p:spPr>
          <a:xfrm>
            <a:off x="11945283" y="3177702"/>
            <a:ext cx="10009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91" name="predict_result_1_N_tsub" descr="Editable text; source id predict_result_1_N_tsub"/>
          <p:cNvSpPr txBox="1"/>
          <p:nvPr/>
        </p:nvSpPr>
        <p:spPr>
          <a:xfrm>
            <a:off x="12032691" y="3232684"/>
            <a:ext cx="98686" cy="15789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21"/>
              </a:lnSpc>
              <a:spcBef>
                <a:spcPts val="0"/>
              </a:spcBef>
              <a:spcAft>
                <a:spcPts val="0"/>
              </a:spcAft>
              <a:def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92" name="predict_result_1_N_dot" descr="Editable shape; source id predict_result_1_N_dot"/>
          <p:cNvSpPr/>
          <p:nvPr/>
        </p:nvSpPr>
        <p:spPr>
          <a:xfrm>
            <a:off x="11915677" y="3248192"/>
            <a:ext cx="16917" cy="169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dog_output_line_1" descr="Editable text; source id dog_output_line_1"/>
          <p:cNvSpPr txBox="1"/>
          <p:nvPr/>
        </p:nvSpPr>
        <p:spPr>
          <a:xfrm>
            <a:off x="10645442" y="3900932"/>
            <a:ext cx="834604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 photo of</a:t>
            </a:r>
          </a:p>
        </p:txBody>
      </p:sp>
      <p:sp>
        <p:nvSpPr>
          <p:cNvPr id="294" name="dog_output_a" descr="Editable text; source id dog_output_a"/>
          <p:cNvSpPr txBox="1"/>
          <p:nvPr/>
        </p:nvSpPr>
        <p:spPr>
          <a:xfrm>
            <a:off x="10851274" y="4063060"/>
            <a:ext cx="9868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</a:t>
            </a:r>
          </a:p>
        </p:txBody>
      </p:sp>
      <p:sp>
        <p:nvSpPr>
          <p:cNvPr id="295" name="dog_output_dog" descr="Editable text; source id dog_output_dog"/>
          <p:cNvSpPr txBox="1"/>
          <p:nvPr/>
        </p:nvSpPr>
        <p:spPr>
          <a:xfrm>
            <a:off x="11010582" y="4064469"/>
            <a:ext cx="262223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B5739D"/>
                </a:solidFill>
                <a:latin typeface="Courier New"/>
                <a:ea typeface="Courier New"/>
                <a:cs typeface="Courier New"/>
              </a:rPr>
              <a:t>dog</a:t>
            </a:r>
          </a:p>
        </p:txBody>
      </p:sp>
      <p:sp>
        <p:nvSpPr>
          <p:cNvPr id="296" name="dog_output_period" descr="Editable text; source id dog_output_period"/>
          <p:cNvSpPr txBox="1"/>
          <p:nvPr/>
        </p:nvSpPr>
        <p:spPr>
          <a:xfrm>
            <a:off x="11253069" y="4065879"/>
            <a:ext cx="98686" cy="18947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5"/>
              </a:lnSpc>
              <a:spcBef>
                <a:spcPts val="0"/>
              </a:spcBef>
              <a:spcAft>
                <a:spcPts val="0"/>
              </a:spcAft>
              <a:def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65" b="0" i="0" lang="zh-CN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CLIP editable reconstruction - frozen v0.2.0 independent trial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