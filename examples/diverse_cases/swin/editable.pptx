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70406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_left_group" descr="Editable shape; source id c_left_group"/>
          <p:cNvSpPr/>
          <p:nvPr/>
        </p:nvSpPr>
        <p:spPr>
          <a:xfrm>
            <a:off x="9057133" y="181398"/>
            <a:ext cx="1044955" cy="2508915"/>
          </a:xfrm>
          <a:prstGeom prst="roundRect">
            <a:avLst>
              <a:gd name="adj" fmla="val 17603"/>
            </a:avLst>
          </a:prstGeom>
          <a:noFill/>
          <a:ln w="17884">
            <a:solidFill>
              <a:srgbClr val="000000"/>
            </a:solidFill>
            <a:custDash>
              <a:ds d="285714" sp="342857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_right_group" descr="Editable shape; source id c_right_group"/>
          <p:cNvSpPr/>
          <p:nvPr/>
        </p:nvSpPr>
        <p:spPr>
          <a:xfrm>
            <a:off x="10441890" y="181398"/>
            <a:ext cx="1075614" cy="2508915"/>
          </a:xfrm>
          <a:prstGeom prst="roundRect">
            <a:avLst>
              <a:gd name="adj" fmla="val 17102"/>
            </a:avLst>
          </a:prstGeom>
          <a:noFill/>
          <a:ln w="17884">
            <a:solidFill>
              <a:srgbClr val="000000"/>
            </a:solidFill>
            <a:custDash>
              <a:ds d="285714" sp="342857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_stage_1" descr="Editable shape; source id d_stage_1"/>
          <p:cNvSpPr/>
          <p:nvPr/>
        </p:nvSpPr>
        <p:spPr>
          <a:xfrm>
            <a:off x="2726082" y="3717384"/>
            <a:ext cx="2033703" cy="2462927"/>
          </a:xfrm>
          <a:prstGeom prst="roundRect">
            <a:avLst>
              <a:gd name="adj" fmla="val 14572"/>
            </a:avLst>
          </a:prstGeom>
          <a:noFill/>
          <a:ln w="22483">
            <a:solidFill>
              <a:srgbClr val="000000"/>
            </a:solidFill>
            <a:custDash>
              <a:ds d="340909" sp="340909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_stage_2" descr="Editable shape; source id d_stage_2"/>
          <p:cNvSpPr/>
          <p:nvPr/>
        </p:nvSpPr>
        <p:spPr>
          <a:xfrm>
            <a:off x="4877310" y="3717384"/>
            <a:ext cx="1992824" cy="2462927"/>
          </a:xfrm>
          <a:prstGeom prst="roundRect">
            <a:avLst>
              <a:gd name="adj" fmla="val 14871"/>
            </a:avLst>
          </a:prstGeom>
          <a:noFill/>
          <a:ln w="22483">
            <a:solidFill>
              <a:srgbClr val="000000"/>
            </a:solidFill>
            <a:custDash>
              <a:ds d="340909" sp="340909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_stage_3" descr="Editable shape; source id d_stage_3"/>
          <p:cNvSpPr/>
          <p:nvPr/>
        </p:nvSpPr>
        <p:spPr>
          <a:xfrm>
            <a:off x="7013210" y="3717384"/>
            <a:ext cx="1941726" cy="2462927"/>
          </a:xfrm>
          <a:prstGeom prst="roundRect">
            <a:avLst>
              <a:gd name="adj" fmla="val 15263"/>
            </a:avLst>
          </a:prstGeom>
          <a:noFill/>
          <a:ln w="22483">
            <a:solidFill>
              <a:srgbClr val="000000"/>
            </a:solidFill>
            <a:custDash>
              <a:ds d="340909" sp="340909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_stage_4" descr="Editable shape; source id d_stage_4"/>
          <p:cNvSpPr/>
          <p:nvPr/>
        </p:nvSpPr>
        <p:spPr>
          <a:xfrm>
            <a:off x="9103121" y="3717384"/>
            <a:ext cx="1982605" cy="2462927"/>
          </a:xfrm>
          <a:prstGeom prst="roundRect">
            <a:avLst>
              <a:gd name="adj" fmla="val 14948"/>
            </a:avLst>
          </a:prstGeom>
          <a:noFill/>
          <a:ln w="22483">
            <a:solidFill>
              <a:srgbClr val="000000"/>
            </a:solidFill>
            <a:custDash>
              <a:ds d="340909" sp="340909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a_coarse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92" y="853337"/>
            <a:ext cx="2171668" cy="572298"/>
          </a:xfrm>
          <a:prstGeom prst="rect">
            <a:avLst/>
          </a:prstGeom>
          <a:effectLst/>
        </p:spPr>
      </p:pic>
      <p:pic>
        <p:nvPicPr>
          <p:cNvPr id="9" name="a_mid_1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518" y="1538051"/>
            <a:ext cx="1001522" cy="265709"/>
          </a:xfrm>
          <a:prstGeom prst="rect">
            <a:avLst/>
          </a:prstGeom>
          <a:effectLst/>
        </p:spPr>
      </p:pic>
      <p:pic>
        <p:nvPicPr>
          <p:cNvPr id="10" name="a_mid_2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659" y="1538051"/>
            <a:ext cx="1001522" cy="265709"/>
          </a:xfrm>
          <a:prstGeom prst="rect">
            <a:avLst/>
          </a:prstGeom>
          <a:effectLst/>
        </p:spPr>
      </p:pic>
      <p:pic>
        <p:nvPicPr>
          <p:cNvPr id="11" name="a_mid_3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380" y="1824201"/>
            <a:ext cx="996412" cy="265709"/>
          </a:xfrm>
          <a:prstGeom prst="rect">
            <a:avLst/>
          </a:prstGeom>
          <a:effectLst/>
        </p:spPr>
      </p:pic>
      <p:pic>
        <p:nvPicPr>
          <p:cNvPr id="12" name="a_mid_4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522" y="1829310"/>
            <a:ext cx="996412" cy="260600"/>
          </a:xfrm>
          <a:prstGeom prst="rect">
            <a:avLst/>
          </a:prstGeom>
          <a:effectLst/>
        </p:spPr>
      </p:pic>
      <p:pic>
        <p:nvPicPr>
          <p:cNvPr id="13" name="a_fine_01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968" y="2253424"/>
            <a:ext cx="526310" cy="137964"/>
          </a:xfrm>
          <a:prstGeom prst="rect">
            <a:avLst/>
          </a:prstGeom>
          <a:effectLst/>
        </p:spPr>
      </p:pic>
      <p:pic>
        <p:nvPicPr>
          <p:cNvPr id="14" name="a_fine_02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082" y="2253424"/>
            <a:ext cx="526310" cy="137964"/>
          </a:xfrm>
          <a:prstGeom prst="rect">
            <a:avLst/>
          </a:prstGeom>
          <a:effectLst/>
        </p:spPr>
      </p:pic>
      <p:pic>
        <p:nvPicPr>
          <p:cNvPr id="15" name="a_fine_03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10306" y="2253424"/>
            <a:ext cx="526310" cy="137964"/>
          </a:xfrm>
          <a:prstGeom prst="rect">
            <a:avLst/>
          </a:prstGeom>
          <a:effectLst/>
        </p:spPr>
      </p:pic>
      <p:pic>
        <p:nvPicPr>
          <p:cNvPr id="16" name="a_fine_04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44640" y="2253424"/>
            <a:ext cx="521200" cy="137964"/>
          </a:xfrm>
          <a:prstGeom prst="rect">
            <a:avLst/>
          </a:prstGeom>
          <a:effectLst/>
        </p:spPr>
      </p:pic>
      <p:pic>
        <p:nvPicPr>
          <p:cNvPr id="17" name="a_fine_05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3015" y="2411828"/>
            <a:ext cx="526310" cy="137964"/>
          </a:xfrm>
          <a:prstGeom prst="rect">
            <a:avLst/>
          </a:prstGeom>
          <a:effectLst/>
        </p:spPr>
      </p:pic>
      <p:pic>
        <p:nvPicPr>
          <p:cNvPr id="18" name="a_fine_06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2239" y="2411828"/>
            <a:ext cx="521200" cy="137964"/>
          </a:xfrm>
          <a:prstGeom prst="rect">
            <a:avLst/>
          </a:prstGeom>
          <a:effectLst/>
        </p:spPr>
      </p:pic>
      <p:pic>
        <p:nvPicPr>
          <p:cNvPr id="19" name="a_fine_07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26353" y="2411828"/>
            <a:ext cx="526310" cy="137964"/>
          </a:xfrm>
          <a:prstGeom prst="rect">
            <a:avLst/>
          </a:prstGeom>
          <a:effectLst/>
        </p:spPr>
      </p:pic>
      <p:pic>
        <p:nvPicPr>
          <p:cNvPr id="20" name="a_fine_08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60687" y="2416938"/>
            <a:ext cx="526310" cy="137964"/>
          </a:xfrm>
          <a:prstGeom prst="rect">
            <a:avLst/>
          </a:prstGeom>
          <a:effectLst/>
        </p:spPr>
      </p:pic>
      <p:pic>
        <p:nvPicPr>
          <p:cNvPr id="21" name="a_fine_09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9282" y="2570232"/>
            <a:ext cx="521200" cy="137964"/>
          </a:xfrm>
          <a:prstGeom prst="rect">
            <a:avLst/>
          </a:prstGeom>
          <a:effectLst/>
        </p:spPr>
      </p:pic>
      <p:pic>
        <p:nvPicPr>
          <p:cNvPr id="22" name="a_fine_10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3396" y="2570232"/>
            <a:ext cx="521200" cy="137964"/>
          </a:xfrm>
          <a:prstGeom prst="rect">
            <a:avLst/>
          </a:prstGeom>
          <a:effectLst/>
        </p:spPr>
      </p:pic>
      <p:pic>
        <p:nvPicPr>
          <p:cNvPr id="23" name="a_fine_11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52620" y="2575342"/>
            <a:ext cx="521200" cy="137964"/>
          </a:xfrm>
          <a:prstGeom prst="rect">
            <a:avLst/>
          </a:prstGeom>
          <a:effectLst/>
        </p:spPr>
      </p:pic>
      <p:pic>
        <p:nvPicPr>
          <p:cNvPr id="24" name="a_fine_12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86953" y="2575342"/>
            <a:ext cx="521200" cy="137964"/>
          </a:xfrm>
          <a:prstGeom prst="rect">
            <a:avLst/>
          </a:prstGeom>
          <a:effectLst/>
        </p:spPr>
      </p:pic>
      <p:pic>
        <p:nvPicPr>
          <p:cNvPr id="25" name="a_fine_13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329" y="2728636"/>
            <a:ext cx="526310" cy="137964"/>
          </a:xfrm>
          <a:prstGeom prst="rect">
            <a:avLst/>
          </a:prstGeom>
          <a:effectLst/>
        </p:spPr>
      </p:pic>
      <p:pic>
        <p:nvPicPr>
          <p:cNvPr id="26" name="a_fine_14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4553" y="2728636"/>
            <a:ext cx="521200" cy="137964"/>
          </a:xfrm>
          <a:prstGeom prst="rect">
            <a:avLst/>
          </a:prstGeom>
          <a:effectLst/>
        </p:spPr>
      </p:pic>
      <p:pic>
        <p:nvPicPr>
          <p:cNvPr id="27" name="a_fine_15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68667" y="2728636"/>
            <a:ext cx="526310" cy="137964"/>
          </a:xfrm>
          <a:prstGeom prst="rect">
            <a:avLst/>
          </a:prstGeom>
          <a:effectLst/>
        </p:spPr>
      </p:pic>
      <p:pic>
        <p:nvPicPr>
          <p:cNvPr id="28" name="a_fine_16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97890" y="2733746"/>
            <a:ext cx="526310" cy="137964"/>
          </a:xfrm>
          <a:prstGeom prst="rect">
            <a:avLst/>
          </a:prstGeom>
          <a:effectLst/>
        </p:spPr>
      </p:pic>
      <p:pic>
        <p:nvPicPr>
          <p:cNvPr id="29" name="b_l_tl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66645" y="981082"/>
            <a:ext cx="797129" cy="797129"/>
          </a:xfrm>
          <a:prstGeom prst="rect">
            <a:avLst/>
          </a:prstGeom>
          <a:effectLst/>
        </p:spPr>
      </p:pic>
      <p:pic>
        <p:nvPicPr>
          <p:cNvPr id="30" name="b_l_tr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425092" y="981082"/>
            <a:ext cx="797129" cy="797129"/>
          </a:xfrm>
          <a:prstGeom prst="rect">
            <a:avLst/>
          </a:prstGeom>
          <a:effectLst/>
        </p:spPr>
      </p:pic>
      <p:pic>
        <p:nvPicPr>
          <p:cNvPr id="31" name="b_l_bl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566645" y="1865079"/>
            <a:ext cx="797129" cy="792020"/>
          </a:xfrm>
          <a:prstGeom prst="rect">
            <a:avLst/>
          </a:prstGeom>
          <a:effectLst/>
        </p:spPr>
      </p:pic>
      <p:pic>
        <p:nvPicPr>
          <p:cNvPr id="32" name="b_l_br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425092" y="1865079"/>
            <a:ext cx="797129" cy="792020"/>
          </a:xfrm>
          <a:prstGeom prst="rect">
            <a:avLst/>
          </a:prstGeom>
          <a:effectLst/>
        </p:spPr>
      </p:pic>
      <p:pic>
        <p:nvPicPr>
          <p:cNvPr id="33" name="b_r_0_0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600348" y="975973"/>
            <a:ext cx="398564" cy="393455"/>
          </a:xfrm>
          <a:prstGeom prst="rect">
            <a:avLst/>
          </a:prstGeom>
          <a:effectLst/>
        </p:spPr>
      </p:pic>
      <p:pic>
        <p:nvPicPr>
          <p:cNvPr id="34" name="b_r_0_1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050011" y="975973"/>
            <a:ext cx="786910" cy="393455"/>
          </a:xfrm>
          <a:prstGeom prst="rect">
            <a:avLst/>
          </a:prstGeom>
          <a:effectLst/>
        </p:spPr>
      </p:pic>
      <p:pic>
        <p:nvPicPr>
          <p:cNvPr id="35" name="b_r_0_2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893129" y="975973"/>
            <a:ext cx="398564" cy="393455"/>
          </a:xfrm>
          <a:prstGeom prst="rect">
            <a:avLst/>
          </a:prstGeom>
          <a:effectLst/>
        </p:spPr>
      </p:pic>
      <p:pic>
        <p:nvPicPr>
          <p:cNvPr id="36" name="b_r_1_0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600348" y="1420526"/>
            <a:ext cx="398564" cy="786910"/>
          </a:xfrm>
          <a:prstGeom prst="rect">
            <a:avLst/>
          </a:prstGeom>
          <a:effectLst/>
        </p:spPr>
      </p:pic>
      <p:pic>
        <p:nvPicPr>
          <p:cNvPr id="37" name="b_r_1_1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50011" y="1420526"/>
            <a:ext cx="797129" cy="786910"/>
          </a:xfrm>
          <a:prstGeom prst="rect">
            <a:avLst/>
          </a:prstGeom>
          <a:effectLst/>
        </p:spPr>
      </p:pic>
      <p:pic>
        <p:nvPicPr>
          <p:cNvPr id="38" name="b_r_1_2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893129" y="1420526"/>
            <a:ext cx="398564" cy="786910"/>
          </a:xfrm>
          <a:prstGeom prst="rect">
            <a:avLst/>
          </a:prstGeom>
          <a:effectLst/>
        </p:spPr>
      </p:pic>
      <p:pic>
        <p:nvPicPr>
          <p:cNvPr id="39" name="b_r_2_0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600348" y="2263644"/>
            <a:ext cx="398564" cy="393455"/>
          </a:xfrm>
          <a:prstGeom prst="rect">
            <a:avLst/>
          </a:prstGeom>
          <a:effectLst/>
        </p:spPr>
      </p:pic>
      <p:pic>
        <p:nvPicPr>
          <p:cNvPr id="40" name="b_r_2_1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050011" y="2263644"/>
            <a:ext cx="786910" cy="393455"/>
          </a:xfrm>
          <a:prstGeom prst="rect">
            <a:avLst/>
          </a:prstGeom>
          <a:effectLst/>
        </p:spPr>
      </p:pic>
      <p:pic>
        <p:nvPicPr>
          <p:cNvPr id="41" name="b_r_2_2_photo" descr="Exact original-source photo crop clipped to the quadrilateral interior; source grid strips excluded by clipping. No labels in the crop.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893129" y="2263644"/>
            <a:ext cx="398564" cy="393455"/>
          </a:xfrm>
          <a:prstGeom prst="rect">
            <a:avLst/>
          </a:prstGeom>
          <a:effectLst/>
        </p:spPr>
      </p:pic>
      <p:cxnSp>
        <p:nvCxnSpPr>
          <p:cNvPr id="42" name="a_coarse_gray_0" descr="Editable line; source id a_coarse_gray_0"/>
          <p:cNvCxnSpPr/>
          <p:nvPr/>
        </p:nvCxnSpPr>
        <p:spPr>
          <a:xfrm flipH="1">
            <a:off x="585072" y="853337"/>
            <a:ext cx="648946" cy="567189"/>
          </a:xfrm>
          <a:prstGeom prst="line">
            <a:avLst/>
          </a:prstGeom>
          <a:ln w="8686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a_coarse_gray_1" descr="Editable line; source id a_coarse_gray_1"/>
          <p:cNvCxnSpPr/>
          <p:nvPr/>
        </p:nvCxnSpPr>
        <p:spPr>
          <a:xfrm flipH="1">
            <a:off x="963198" y="853337"/>
            <a:ext cx="648946" cy="567189"/>
          </a:xfrm>
          <a:prstGeom prst="line">
            <a:avLst/>
          </a:prstGeom>
          <a:ln w="8686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a_coarse_gray_2" descr="Editable line; source id a_coarse_gray_2"/>
          <p:cNvCxnSpPr/>
          <p:nvPr/>
        </p:nvCxnSpPr>
        <p:spPr>
          <a:xfrm flipH="1">
            <a:off x="1341324" y="853337"/>
            <a:ext cx="648945" cy="567189"/>
          </a:xfrm>
          <a:prstGeom prst="line">
            <a:avLst/>
          </a:prstGeom>
          <a:ln w="8686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a_coarse_gray_3" descr="Editable line; source id a_coarse_gray_3"/>
          <p:cNvCxnSpPr/>
          <p:nvPr/>
        </p:nvCxnSpPr>
        <p:spPr>
          <a:xfrm>
            <a:off x="693656" y="995134"/>
            <a:ext cx="1512503" cy="0"/>
          </a:xfrm>
          <a:prstGeom prst="line">
            <a:avLst/>
          </a:prstGeom>
          <a:ln w="8686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a_coarse_gray_4" descr="Editable line; source id a_coarse_gray_4"/>
          <p:cNvCxnSpPr/>
          <p:nvPr/>
        </p:nvCxnSpPr>
        <p:spPr>
          <a:xfrm>
            <a:off x="531419" y="1136932"/>
            <a:ext cx="1512503" cy="0"/>
          </a:xfrm>
          <a:prstGeom prst="line">
            <a:avLst/>
          </a:prstGeom>
          <a:ln w="8686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a_coarse_gray_5" descr="Editable line; source id a_coarse_gray_5"/>
          <p:cNvCxnSpPr/>
          <p:nvPr/>
        </p:nvCxnSpPr>
        <p:spPr>
          <a:xfrm>
            <a:off x="369183" y="1278729"/>
            <a:ext cx="1512503" cy="0"/>
          </a:xfrm>
          <a:prstGeom prst="line">
            <a:avLst/>
          </a:prstGeom>
          <a:ln w="8686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a_mid_1_gray_0" descr="Editable line; source id a_mid_1_gray_0"/>
          <p:cNvCxnSpPr/>
          <p:nvPr/>
        </p:nvCxnSpPr>
        <p:spPr>
          <a:xfrm flipH="1">
            <a:off x="757528" y="1538051"/>
            <a:ext cx="301479" cy="258046"/>
          </a:xfrm>
          <a:prstGeom prst="line">
            <a:avLst/>
          </a:prstGeom>
          <a:ln w="6642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a_mid_1_gray_1" descr="Editable line; source id a_mid_1_gray_1"/>
          <p:cNvCxnSpPr/>
          <p:nvPr/>
        </p:nvCxnSpPr>
        <p:spPr>
          <a:xfrm flipH="1">
            <a:off x="929984" y="1538051"/>
            <a:ext cx="301479" cy="258046"/>
          </a:xfrm>
          <a:prstGeom prst="line">
            <a:avLst/>
          </a:prstGeom>
          <a:ln w="6642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a_mid_1_gray_2" descr="Editable line; source id a_mid_1_gray_2"/>
          <p:cNvCxnSpPr/>
          <p:nvPr/>
        </p:nvCxnSpPr>
        <p:spPr>
          <a:xfrm flipH="1">
            <a:off x="1102440" y="1538051"/>
            <a:ext cx="301479" cy="258046"/>
          </a:xfrm>
          <a:prstGeom prst="line">
            <a:avLst/>
          </a:prstGeom>
          <a:ln w="6642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a_mid_1_gray_3" descr="Editable line; source id a_mid_1_gray_3"/>
          <p:cNvCxnSpPr/>
          <p:nvPr/>
        </p:nvCxnSpPr>
        <p:spPr>
          <a:xfrm>
            <a:off x="811181" y="1602563"/>
            <a:ext cx="689824" cy="0"/>
          </a:xfrm>
          <a:prstGeom prst="line">
            <a:avLst/>
          </a:prstGeom>
          <a:ln w="6642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a_mid_1_gray_4" descr="Editable line; source id a_mid_1_gray_4"/>
          <p:cNvCxnSpPr/>
          <p:nvPr/>
        </p:nvCxnSpPr>
        <p:spPr>
          <a:xfrm>
            <a:off x="735812" y="1667074"/>
            <a:ext cx="689824" cy="0"/>
          </a:xfrm>
          <a:prstGeom prst="line">
            <a:avLst/>
          </a:prstGeom>
          <a:ln w="6642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a_mid_1_gray_5" descr="Editable line; source id a_mid_1_gray_5"/>
          <p:cNvCxnSpPr/>
          <p:nvPr/>
        </p:nvCxnSpPr>
        <p:spPr>
          <a:xfrm>
            <a:off x="660442" y="1731585"/>
            <a:ext cx="689824" cy="0"/>
          </a:xfrm>
          <a:prstGeom prst="line">
            <a:avLst/>
          </a:prstGeom>
          <a:ln w="6642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a_mid_2_gray_0" descr="Editable line; source id a_mid_2_gray_0"/>
          <p:cNvCxnSpPr/>
          <p:nvPr/>
        </p:nvCxnSpPr>
        <p:spPr>
          <a:xfrm flipH="1">
            <a:off x="1508670" y="1540606"/>
            <a:ext cx="301479" cy="258046"/>
          </a:xfrm>
          <a:prstGeom prst="line">
            <a:avLst/>
          </a:prstGeom>
          <a:ln w="6642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a_mid_2_gray_1" descr="Editable line; source id a_mid_2_gray_1"/>
          <p:cNvCxnSpPr/>
          <p:nvPr/>
        </p:nvCxnSpPr>
        <p:spPr>
          <a:xfrm flipH="1">
            <a:off x="1681126" y="1540606"/>
            <a:ext cx="301479" cy="258046"/>
          </a:xfrm>
          <a:prstGeom prst="line">
            <a:avLst/>
          </a:prstGeom>
          <a:ln w="6642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a_mid_2_gray_2" descr="Editable line; source id a_mid_2_gray_2"/>
          <p:cNvCxnSpPr/>
          <p:nvPr/>
        </p:nvCxnSpPr>
        <p:spPr>
          <a:xfrm flipH="1">
            <a:off x="1853582" y="1540606"/>
            <a:ext cx="301479" cy="258046"/>
          </a:xfrm>
          <a:prstGeom prst="line">
            <a:avLst/>
          </a:prstGeom>
          <a:ln w="6642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a_mid_2_gray_3" descr="Editable line; source id a_mid_2_gray_3"/>
          <p:cNvCxnSpPr/>
          <p:nvPr/>
        </p:nvCxnSpPr>
        <p:spPr>
          <a:xfrm>
            <a:off x="1562323" y="1605118"/>
            <a:ext cx="689824" cy="0"/>
          </a:xfrm>
          <a:prstGeom prst="line">
            <a:avLst/>
          </a:prstGeom>
          <a:ln w="6642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a_mid_2_gray_4" descr="Editable line; source id a_mid_2_gray_4"/>
          <p:cNvCxnSpPr/>
          <p:nvPr/>
        </p:nvCxnSpPr>
        <p:spPr>
          <a:xfrm>
            <a:off x="1486953" y="1669629"/>
            <a:ext cx="689824" cy="0"/>
          </a:xfrm>
          <a:prstGeom prst="line">
            <a:avLst/>
          </a:prstGeom>
          <a:ln w="6642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a_mid_2_gray_5" descr="Editable line; source id a_mid_2_gray_5"/>
          <p:cNvCxnSpPr/>
          <p:nvPr/>
        </p:nvCxnSpPr>
        <p:spPr>
          <a:xfrm>
            <a:off x="1411584" y="1734140"/>
            <a:ext cx="689824" cy="0"/>
          </a:xfrm>
          <a:prstGeom prst="line">
            <a:avLst/>
          </a:prstGeom>
          <a:ln w="6642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a_mid_3_gray_0" descr="Editable line; source id a_mid_3_gray_0"/>
          <p:cNvCxnSpPr/>
          <p:nvPr/>
        </p:nvCxnSpPr>
        <p:spPr>
          <a:xfrm flipH="1">
            <a:off x="424113" y="1826756"/>
            <a:ext cx="297647" cy="258045"/>
          </a:xfrm>
          <a:prstGeom prst="line">
            <a:avLst/>
          </a:prstGeom>
          <a:ln w="6642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a_mid_3_gray_1" descr="Editable line; source id a_mid_3_gray_1"/>
          <p:cNvCxnSpPr/>
          <p:nvPr/>
        </p:nvCxnSpPr>
        <p:spPr>
          <a:xfrm flipH="1">
            <a:off x="595292" y="1826756"/>
            <a:ext cx="298924" cy="258045"/>
          </a:xfrm>
          <a:prstGeom prst="line">
            <a:avLst/>
          </a:prstGeom>
          <a:ln w="6642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a_mid_3_gray_2" descr="Editable line; source id a_mid_3_gray_2"/>
          <p:cNvCxnSpPr/>
          <p:nvPr/>
        </p:nvCxnSpPr>
        <p:spPr>
          <a:xfrm flipH="1">
            <a:off x="766471" y="1826756"/>
            <a:ext cx="300201" cy="258045"/>
          </a:xfrm>
          <a:prstGeom prst="line">
            <a:avLst/>
          </a:prstGeom>
          <a:ln w="6642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a_mid_3_gray_3" descr="Editable line; source id a_mid_3_gray_3"/>
          <p:cNvCxnSpPr/>
          <p:nvPr/>
        </p:nvCxnSpPr>
        <p:spPr>
          <a:xfrm>
            <a:off x="475212" y="1891267"/>
            <a:ext cx="688546" cy="0"/>
          </a:xfrm>
          <a:prstGeom prst="line">
            <a:avLst/>
          </a:prstGeom>
          <a:ln w="6642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a_mid_3_gray_4" descr="Editable line; source id a_mid_3_gray_4"/>
          <p:cNvCxnSpPr/>
          <p:nvPr/>
        </p:nvCxnSpPr>
        <p:spPr>
          <a:xfrm>
            <a:off x="401119" y="1955778"/>
            <a:ext cx="687269" cy="0"/>
          </a:xfrm>
          <a:prstGeom prst="line">
            <a:avLst/>
          </a:prstGeom>
          <a:ln w="6642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a_mid_3_gray_5" descr="Editable line; source id a_mid_3_gray_5"/>
          <p:cNvCxnSpPr/>
          <p:nvPr/>
        </p:nvCxnSpPr>
        <p:spPr>
          <a:xfrm>
            <a:off x="327027" y="2020289"/>
            <a:ext cx="685992" cy="0"/>
          </a:xfrm>
          <a:prstGeom prst="line">
            <a:avLst/>
          </a:prstGeom>
          <a:ln w="6642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a_mid_4_gray_0" descr="Editable line; source id a_mid_4_gray_0"/>
          <p:cNvCxnSpPr/>
          <p:nvPr/>
        </p:nvCxnSpPr>
        <p:spPr>
          <a:xfrm flipH="1">
            <a:off x="1175255" y="1829310"/>
            <a:ext cx="297646" cy="255491"/>
          </a:xfrm>
          <a:prstGeom prst="line">
            <a:avLst/>
          </a:prstGeom>
          <a:ln w="6642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a_mid_4_gray_1" descr="Editable line; source id a_mid_4_gray_1"/>
          <p:cNvCxnSpPr/>
          <p:nvPr/>
        </p:nvCxnSpPr>
        <p:spPr>
          <a:xfrm flipH="1">
            <a:off x="1346434" y="1829310"/>
            <a:ext cx="298923" cy="255491"/>
          </a:xfrm>
          <a:prstGeom prst="line">
            <a:avLst/>
          </a:prstGeom>
          <a:ln w="6642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a_mid_4_gray_2" descr="Editable line; source id a_mid_4_gray_2"/>
          <p:cNvCxnSpPr/>
          <p:nvPr/>
        </p:nvCxnSpPr>
        <p:spPr>
          <a:xfrm flipH="1">
            <a:off x="1517612" y="1829310"/>
            <a:ext cx="300201" cy="255491"/>
          </a:xfrm>
          <a:prstGeom prst="line">
            <a:avLst/>
          </a:prstGeom>
          <a:ln w="6642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a_mid_4_gray_3" descr="Editable line; source id a_mid_4_gray_3"/>
          <p:cNvCxnSpPr/>
          <p:nvPr/>
        </p:nvCxnSpPr>
        <p:spPr>
          <a:xfrm>
            <a:off x="1226353" y="1893183"/>
            <a:ext cx="688547" cy="0"/>
          </a:xfrm>
          <a:prstGeom prst="line">
            <a:avLst/>
          </a:prstGeom>
          <a:ln w="6642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a_mid_4_gray_4" descr="Editable line; source id a_mid_4_gray_4"/>
          <p:cNvCxnSpPr/>
          <p:nvPr/>
        </p:nvCxnSpPr>
        <p:spPr>
          <a:xfrm>
            <a:off x="1152261" y="1957056"/>
            <a:ext cx="687269" cy="0"/>
          </a:xfrm>
          <a:prstGeom prst="line">
            <a:avLst/>
          </a:prstGeom>
          <a:ln w="6642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a_mid_4_gray_5" descr="Editable line; source id a_mid_4_gray_5"/>
          <p:cNvCxnSpPr/>
          <p:nvPr/>
        </p:nvCxnSpPr>
        <p:spPr>
          <a:xfrm>
            <a:off x="1078169" y="2020928"/>
            <a:ext cx="685991" cy="0"/>
          </a:xfrm>
          <a:prstGeom prst="line">
            <a:avLst/>
          </a:prstGeom>
          <a:ln w="6642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a_fine_01_gray_0" descr="Editable line; source id a_fine_01_gray_0"/>
          <p:cNvCxnSpPr/>
          <p:nvPr/>
        </p:nvCxnSpPr>
        <p:spPr>
          <a:xfrm flipH="1">
            <a:off x="647668" y="2253424"/>
            <a:ext cx="156487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a_fine_01_gray_1" descr="Editable line; source id a_fine_01_gray_1"/>
          <p:cNvCxnSpPr/>
          <p:nvPr/>
        </p:nvCxnSpPr>
        <p:spPr>
          <a:xfrm flipH="1">
            <a:off x="738367" y="2253424"/>
            <a:ext cx="157126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a_fine_01_gray_2" descr="Editable line; source id a_fine_01_gray_2"/>
          <p:cNvCxnSpPr/>
          <p:nvPr/>
        </p:nvCxnSpPr>
        <p:spPr>
          <a:xfrm flipH="1">
            <a:off x="829066" y="2253424"/>
            <a:ext cx="157765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a_fine_01_gray_3" descr="Editable line; source id a_fine_01_gray_3"/>
          <p:cNvCxnSpPr/>
          <p:nvPr/>
        </p:nvCxnSpPr>
        <p:spPr>
          <a:xfrm>
            <a:off x="673855" y="2286638"/>
            <a:ext cx="364713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a_fine_01_gray_4" descr="Editable line; source id a_fine_01_gray_4"/>
          <p:cNvCxnSpPr/>
          <p:nvPr/>
        </p:nvCxnSpPr>
        <p:spPr>
          <a:xfrm>
            <a:off x="634893" y="2319852"/>
            <a:ext cx="364074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a_fine_01_gray_5" descr="Editable line; source id a_fine_01_gray_5"/>
          <p:cNvCxnSpPr/>
          <p:nvPr/>
        </p:nvCxnSpPr>
        <p:spPr>
          <a:xfrm>
            <a:off x="595931" y="2353066"/>
            <a:ext cx="363435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a_fine_02_gray_0" descr="Editable line; source id a_fine_02_gray_0"/>
          <p:cNvCxnSpPr/>
          <p:nvPr/>
        </p:nvCxnSpPr>
        <p:spPr>
          <a:xfrm flipH="1">
            <a:off x="1071782" y="2253424"/>
            <a:ext cx="156487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a_fine_02_gray_1" descr="Editable line; source id a_fine_02_gray_1"/>
          <p:cNvCxnSpPr/>
          <p:nvPr/>
        </p:nvCxnSpPr>
        <p:spPr>
          <a:xfrm flipH="1">
            <a:off x="1162481" y="2253424"/>
            <a:ext cx="157126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a_fine_02_gray_2" descr="Editable line; source id a_fine_02_gray_2"/>
          <p:cNvCxnSpPr/>
          <p:nvPr/>
        </p:nvCxnSpPr>
        <p:spPr>
          <a:xfrm flipH="1">
            <a:off x="1253180" y="2253424"/>
            <a:ext cx="157765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a_fine_02_gray_3" descr="Editable line; source id a_fine_02_gray_3"/>
          <p:cNvCxnSpPr/>
          <p:nvPr/>
        </p:nvCxnSpPr>
        <p:spPr>
          <a:xfrm>
            <a:off x="1097969" y="2286638"/>
            <a:ext cx="364713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a_fine_02_gray_4" descr="Editable line; source id a_fine_02_gray_4"/>
          <p:cNvCxnSpPr/>
          <p:nvPr/>
        </p:nvCxnSpPr>
        <p:spPr>
          <a:xfrm>
            <a:off x="1059007" y="2319852"/>
            <a:ext cx="364074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a_fine_02_gray_5" descr="Editable line; source id a_fine_02_gray_5"/>
          <p:cNvCxnSpPr/>
          <p:nvPr/>
        </p:nvCxnSpPr>
        <p:spPr>
          <a:xfrm>
            <a:off x="1020045" y="2353066"/>
            <a:ext cx="363435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a_fine_03_gray_0" descr="Editable line; source id a_fine_03_gray_0"/>
          <p:cNvCxnSpPr/>
          <p:nvPr/>
        </p:nvCxnSpPr>
        <p:spPr>
          <a:xfrm flipH="1">
            <a:off x="1501005" y="2253424"/>
            <a:ext cx="156488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a_fine_03_gray_1" descr="Editable line; source id a_fine_03_gray_1"/>
          <p:cNvCxnSpPr/>
          <p:nvPr/>
        </p:nvCxnSpPr>
        <p:spPr>
          <a:xfrm flipH="1">
            <a:off x="1591704" y="2253424"/>
            <a:ext cx="157127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a_fine_03_gray_2" descr="Editable line; source id a_fine_03_gray_2"/>
          <p:cNvCxnSpPr/>
          <p:nvPr/>
        </p:nvCxnSpPr>
        <p:spPr>
          <a:xfrm flipH="1">
            <a:off x="1682403" y="2253424"/>
            <a:ext cx="157766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a_fine_03_gray_3" descr="Editable line; source id a_fine_03_gray_3"/>
          <p:cNvCxnSpPr/>
          <p:nvPr/>
        </p:nvCxnSpPr>
        <p:spPr>
          <a:xfrm>
            <a:off x="1527193" y="2286638"/>
            <a:ext cx="364713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a_fine_03_gray_4" descr="Editable line; source id a_fine_03_gray_4"/>
          <p:cNvCxnSpPr/>
          <p:nvPr/>
        </p:nvCxnSpPr>
        <p:spPr>
          <a:xfrm>
            <a:off x="1488231" y="2319852"/>
            <a:ext cx="364074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a_fine_03_gray_5" descr="Editable line; source id a_fine_03_gray_5"/>
          <p:cNvCxnSpPr/>
          <p:nvPr/>
        </p:nvCxnSpPr>
        <p:spPr>
          <a:xfrm>
            <a:off x="1449269" y="2353066"/>
            <a:ext cx="363435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a_fine_04_gray_0" descr="Editable line; source id a_fine_04_gray_0"/>
          <p:cNvCxnSpPr/>
          <p:nvPr/>
        </p:nvCxnSpPr>
        <p:spPr>
          <a:xfrm flipH="1">
            <a:off x="1934061" y="2253424"/>
            <a:ext cx="156488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a_fine_04_gray_1" descr="Editable line; source id a_fine_04_gray_1"/>
          <p:cNvCxnSpPr/>
          <p:nvPr/>
        </p:nvCxnSpPr>
        <p:spPr>
          <a:xfrm flipH="1">
            <a:off x="2023483" y="2253424"/>
            <a:ext cx="157127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a_fine_04_gray_2" descr="Editable line; source id a_fine_04_gray_2"/>
          <p:cNvCxnSpPr/>
          <p:nvPr/>
        </p:nvCxnSpPr>
        <p:spPr>
          <a:xfrm flipH="1">
            <a:off x="2112905" y="2253424"/>
            <a:ext cx="157765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a_fine_04_gray_3" descr="Editable line; source id a_fine_04_gray_3"/>
          <p:cNvCxnSpPr/>
          <p:nvPr/>
        </p:nvCxnSpPr>
        <p:spPr>
          <a:xfrm>
            <a:off x="1961527" y="2286638"/>
            <a:ext cx="359602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a_fine_04_gray_4" descr="Editable line; source id a_fine_04_gray_4"/>
          <p:cNvCxnSpPr/>
          <p:nvPr/>
        </p:nvCxnSpPr>
        <p:spPr>
          <a:xfrm>
            <a:off x="1922564" y="2319852"/>
            <a:ext cx="358964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a_fine_04_gray_5" descr="Editable line; source id a_fine_04_gray_5"/>
          <p:cNvCxnSpPr/>
          <p:nvPr/>
        </p:nvCxnSpPr>
        <p:spPr>
          <a:xfrm>
            <a:off x="1883602" y="2353066"/>
            <a:ext cx="358325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a_fine_05_gray_0" descr="Editable line; source id a_fine_05_gray_0"/>
          <p:cNvCxnSpPr/>
          <p:nvPr/>
        </p:nvCxnSpPr>
        <p:spPr>
          <a:xfrm flipH="1">
            <a:off x="463714" y="2411828"/>
            <a:ext cx="156488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a_fine_05_gray_1" descr="Editable line; source id a_fine_05_gray_1"/>
          <p:cNvCxnSpPr/>
          <p:nvPr/>
        </p:nvCxnSpPr>
        <p:spPr>
          <a:xfrm flipH="1">
            <a:off x="554414" y="2411828"/>
            <a:ext cx="157126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a_fine_05_gray_2" descr="Editable line; source id a_fine_05_gray_2"/>
          <p:cNvCxnSpPr/>
          <p:nvPr/>
        </p:nvCxnSpPr>
        <p:spPr>
          <a:xfrm flipH="1">
            <a:off x="645113" y="2411828"/>
            <a:ext cx="157765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a_fine_05_gray_3" descr="Editable line; source id a_fine_05_gray_3"/>
          <p:cNvCxnSpPr/>
          <p:nvPr/>
        </p:nvCxnSpPr>
        <p:spPr>
          <a:xfrm>
            <a:off x="489902" y="2445042"/>
            <a:ext cx="364713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a_fine_05_gray_4" descr="Editable line; source id a_fine_05_gray_4"/>
          <p:cNvCxnSpPr/>
          <p:nvPr/>
        </p:nvCxnSpPr>
        <p:spPr>
          <a:xfrm>
            <a:off x="450940" y="2478256"/>
            <a:ext cx="364074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a_fine_05_gray_5" descr="Editable line; source id a_fine_05_gray_5"/>
          <p:cNvCxnSpPr/>
          <p:nvPr/>
        </p:nvCxnSpPr>
        <p:spPr>
          <a:xfrm>
            <a:off x="411978" y="2511470"/>
            <a:ext cx="363435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a_fine_06_gray_0" descr="Editable line; source id a_fine_06_gray_0"/>
          <p:cNvCxnSpPr/>
          <p:nvPr/>
        </p:nvCxnSpPr>
        <p:spPr>
          <a:xfrm flipH="1">
            <a:off x="891661" y="2411828"/>
            <a:ext cx="156488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a_fine_06_gray_1" descr="Editable line; source id a_fine_06_gray_1"/>
          <p:cNvCxnSpPr/>
          <p:nvPr/>
        </p:nvCxnSpPr>
        <p:spPr>
          <a:xfrm flipH="1">
            <a:off x="981082" y="2411828"/>
            <a:ext cx="157127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a_fine_06_gray_2" descr="Editable line; source id a_fine_06_gray_2"/>
          <p:cNvCxnSpPr/>
          <p:nvPr/>
        </p:nvCxnSpPr>
        <p:spPr>
          <a:xfrm flipH="1">
            <a:off x="1070504" y="2411828"/>
            <a:ext cx="157765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a_fine_06_gray_3" descr="Editable line; source id a_fine_06_gray_3"/>
          <p:cNvCxnSpPr/>
          <p:nvPr/>
        </p:nvCxnSpPr>
        <p:spPr>
          <a:xfrm>
            <a:off x="919126" y="2445042"/>
            <a:ext cx="359603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a_fine_06_gray_4" descr="Editable line; source id a_fine_06_gray_4"/>
          <p:cNvCxnSpPr/>
          <p:nvPr/>
        </p:nvCxnSpPr>
        <p:spPr>
          <a:xfrm>
            <a:off x="880164" y="2478256"/>
            <a:ext cx="358964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a_fine_06_gray_5" descr="Editable line; source id a_fine_06_gray_5"/>
          <p:cNvCxnSpPr/>
          <p:nvPr/>
        </p:nvCxnSpPr>
        <p:spPr>
          <a:xfrm>
            <a:off x="841201" y="2511470"/>
            <a:ext cx="358326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a_fine_07_gray_0" descr="Editable line; source id a_fine_07_gray_0"/>
          <p:cNvCxnSpPr/>
          <p:nvPr/>
        </p:nvCxnSpPr>
        <p:spPr>
          <a:xfrm flipH="1">
            <a:off x="1317052" y="2411828"/>
            <a:ext cx="156488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a_fine_07_gray_1" descr="Editable line; source id a_fine_07_gray_1"/>
          <p:cNvCxnSpPr/>
          <p:nvPr/>
        </p:nvCxnSpPr>
        <p:spPr>
          <a:xfrm flipH="1">
            <a:off x="1407751" y="2411828"/>
            <a:ext cx="157127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a_fine_07_gray_2" descr="Editable line; source id a_fine_07_gray_2"/>
          <p:cNvCxnSpPr/>
          <p:nvPr/>
        </p:nvCxnSpPr>
        <p:spPr>
          <a:xfrm flipH="1">
            <a:off x="1498450" y="2411828"/>
            <a:ext cx="157766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a_fine_07_gray_3" descr="Editable line; source id a_fine_07_gray_3"/>
          <p:cNvCxnSpPr/>
          <p:nvPr/>
        </p:nvCxnSpPr>
        <p:spPr>
          <a:xfrm>
            <a:off x="1343240" y="2445042"/>
            <a:ext cx="364713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a_fine_07_gray_4" descr="Editable line; source id a_fine_07_gray_4"/>
          <p:cNvCxnSpPr/>
          <p:nvPr/>
        </p:nvCxnSpPr>
        <p:spPr>
          <a:xfrm>
            <a:off x="1304278" y="2478256"/>
            <a:ext cx="364074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a_fine_07_gray_5" descr="Editable line; source id a_fine_07_gray_5"/>
          <p:cNvCxnSpPr/>
          <p:nvPr/>
        </p:nvCxnSpPr>
        <p:spPr>
          <a:xfrm>
            <a:off x="1265315" y="2511470"/>
            <a:ext cx="363436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a_fine_08_gray_0" descr="Editable line; source id a_fine_08_gray_0"/>
          <p:cNvCxnSpPr/>
          <p:nvPr/>
        </p:nvCxnSpPr>
        <p:spPr>
          <a:xfrm flipH="1">
            <a:off x="1751386" y="2416938"/>
            <a:ext cx="156488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a_fine_08_gray_1" descr="Editable line; source id a_fine_08_gray_1"/>
          <p:cNvCxnSpPr/>
          <p:nvPr/>
        </p:nvCxnSpPr>
        <p:spPr>
          <a:xfrm flipH="1">
            <a:off x="1842085" y="2416938"/>
            <a:ext cx="157127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a_fine_08_gray_2" descr="Editable line; source id a_fine_08_gray_2"/>
          <p:cNvCxnSpPr/>
          <p:nvPr/>
        </p:nvCxnSpPr>
        <p:spPr>
          <a:xfrm flipH="1">
            <a:off x="1932784" y="2416938"/>
            <a:ext cx="157765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a_fine_08_gray_3" descr="Editable line; source id a_fine_08_gray_3"/>
          <p:cNvCxnSpPr/>
          <p:nvPr/>
        </p:nvCxnSpPr>
        <p:spPr>
          <a:xfrm>
            <a:off x="1777574" y="2450152"/>
            <a:ext cx="364712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a_fine_08_gray_4" descr="Editable line; source id a_fine_08_gray_4"/>
          <p:cNvCxnSpPr/>
          <p:nvPr/>
        </p:nvCxnSpPr>
        <p:spPr>
          <a:xfrm>
            <a:off x="1738611" y="2483366"/>
            <a:ext cx="364074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a_fine_08_gray_5" descr="Editable line; source id a_fine_08_gray_5"/>
          <p:cNvCxnSpPr/>
          <p:nvPr/>
        </p:nvCxnSpPr>
        <p:spPr>
          <a:xfrm>
            <a:off x="1699649" y="2516579"/>
            <a:ext cx="363435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a_fine_09_gray_0" descr="Editable line; source id a_fine_09_gray_0"/>
          <p:cNvCxnSpPr/>
          <p:nvPr/>
        </p:nvCxnSpPr>
        <p:spPr>
          <a:xfrm flipH="1">
            <a:off x="288704" y="2570232"/>
            <a:ext cx="156487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a_fine_09_gray_1" descr="Editable line; source id a_fine_09_gray_1"/>
          <p:cNvCxnSpPr/>
          <p:nvPr/>
        </p:nvCxnSpPr>
        <p:spPr>
          <a:xfrm flipH="1">
            <a:off x="378125" y="2570232"/>
            <a:ext cx="157127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a_fine_09_gray_2" descr="Editable line; source id a_fine_09_gray_2"/>
          <p:cNvCxnSpPr/>
          <p:nvPr/>
        </p:nvCxnSpPr>
        <p:spPr>
          <a:xfrm flipH="1">
            <a:off x="467547" y="2570232"/>
            <a:ext cx="157765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a_fine_09_gray_3" descr="Editable line; source id a_fine_09_gray_3"/>
          <p:cNvCxnSpPr/>
          <p:nvPr/>
        </p:nvCxnSpPr>
        <p:spPr>
          <a:xfrm>
            <a:off x="316169" y="2603446"/>
            <a:ext cx="359602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a_fine_09_gray_4" descr="Editable line; source id a_fine_09_gray_4"/>
          <p:cNvCxnSpPr/>
          <p:nvPr/>
        </p:nvCxnSpPr>
        <p:spPr>
          <a:xfrm>
            <a:off x="277207" y="2636660"/>
            <a:ext cx="358963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a_fine_09_gray_5" descr="Editable line; source id a_fine_09_gray_5"/>
          <p:cNvCxnSpPr/>
          <p:nvPr/>
        </p:nvCxnSpPr>
        <p:spPr>
          <a:xfrm>
            <a:off x="238244" y="2669874"/>
            <a:ext cx="358325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a_fine_10_gray_0" descr="Editable line; source id a_fine_10_gray_0"/>
          <p:cNvCxnSpPr/>
          <p:nvPr/>
        </p:nvCxnSpPr>
        <p:spPr>
          <a:xfrm flipH="1">
            <a:off x="712818" y="2570232"/>
            <a:ext cx="156487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a_fine_10_gray_1" descr="Editable line; source id a_fine_10_gray_1"/>
          <p:cNvCxnSpPr/>
          <p:nvPr/>
        </p:nvCxnSpPr>
        <p:spPr>
          <a:xfrm flipH="1">
            <a:off x="802239" y="2570232"/>
            <a:ext cx="157127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a_fine_10_gray_2" descr="Editable line; source id a_fine_10_gray_2"/>
          <p:cNvCxnSpPr/>
          <p:nvPr/>
        </p:nvCxnSpPr>
        <p:spPr>
          <a:xfrm flipH="1">
            <a:off x="891661" y="2570232"/>
            <a:ext cx="157765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a_fine_10_gray_3" descr="Editable line; source id a_fine_10_gray_3"/>
          <p:cNvCxnSpPr/>
          <p:nvPr/>
        </p:nvCxnSpPr>
        <p:spPr>
          <a:xfrm>
            <a:off x="740283" y="2603446"/>
            <a:ext cx="359602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a_fine_10_gray_4" descr="Editable line; source id a_fine_10_gray_4"/>
          <p:cNvCxnSpPr/>
          <p:nvPr/>
        </p:nvCxnSpPr>
        <p:spPr>
          <a:xfrm>
            <a:off x="701321" y="2636660"/>
            <a:ext cx="358963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a_fine_10_gray_5" descr="Editable line; source id a_fine_10_gray_5"/>
          <p:cNvCxnSpPr/>
          <p:nvPr/>
        </p:nvCxnSpPr>
        <p:spPr>
          <a:xfrm>
            <a:off x="662358" y="2669874"/>
            <a:ext cx="358325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a_fine_11_gray_0" descr="Editable line; source id a_fine_11_gray_0"/>
          <p:cNvCxnSpPr/>
          <p:nvPr/>
        </p:nvCxnSpPr>
        <p:spPr>
          <a:xfrm flipH="1">
            <a:off x="1142041" y="2575342"/>
            <a:ext cx="156488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a_fine_11_gray_1" descr="Editable line; source id a_fine_11_gray_1"/>
          <p:cNvCxnSpPr/>
          <p:nvPr/>
        </p:nvCxnSpPr>
        <p:spPr>
          <a:xfrm flipH="1">
            <a:off x="1231463" y="2575342"/>
            <a:ext cx="157127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a_fine_11_gray_2" descr="Editable line; source id a_fine_11_gray_2"/>
          <p:cNvCxnSpPr/>
          <p:nvPr/>
        </p:nvCxnSpPr>
        <p:spPr>
          <a:xfrm flipH="1">
            <a:off x="1320885" y="2575342"/>
            <a:ext cx="157765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a_fine_11_gray_3" descr="Editable line; source id a_fine_11_gray_3"/>
          <p:cNvCxnSpPr/>
          <p:nvPr/>
        </p:nvCxnSpPr>
        <p:spPr>
          <a:xfrm>
            <a:off x="1169507" y="2608556"/>
            <a:ext cx="359602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a_fine_11_gray_4" descr="Editable line; source id a_fine_11_gray_4"/>
          <p:cNvCxnSpPr/>
          <p:nvPr/>
        </p:nvCxnSpPr>
        <p:spPr>
          <a:xfrm>
            <a:off x="1130544" y="2641770"/>
            <a:ext cx="358964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a_fine_11_gray_5" descr="Editable line; source id a_fine_11_gray_5"/>
          <p:cNvCxnSpPr/>
          <p:nvPr/>
        </p:nvCxnSpPr>
        <p:spPr>
          <a:xfrm>
            <a:off x="1091582" y="2674984"/>
            <a:ext cx="358325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a_fine_12_gray_0" descr="Editable line; source id a_fine_12_gray_0"/>
          <p:cNvCxnSpPr/>
          <p:nvPr/>
        </p:nvCxnSpPr>
        <p:spPr>
          <a:xfrm flipH="1">
            <a:off x="1576375" y="2575342"/>
            <a:ext cx="156488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a_fine_12_gray_1" descr="Editable line; source id a_fine_12_gray_1"/>
          <p:cNvCxnSpPr/>
          <p:nvPr/>
        </p:nvCxnSpPr>
        <p:spPr>
          <a:xfrm flipH="1">
            <a:off x="1665797" y="2575342"/>
            <a:ext cx="157126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a_fine_12_gray_2" descr="Editable line; source id a_fine_12_gray_2"/>
          <p:cNvCxnSpPr/>
          <p:nvPr/>
        </p:nvCxnSpPr>
        <p:spPr>
          <a:xfrm flipH="1">
            <a:off x="1755218" y="2575342"/>
            <a:ext cx="157766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a_fine_12_gray_3" descr="Editable line; source id a_fine_12_gray_3"/>
          <p:cNvCxnSpPr/>
          <p:nvPr/>
        </p:nvCxnSpPr>
        <p:spPr>
          <a:xfrm>
            <a:off x="1603840" y="2608556"/>
            <a:ext cx="359603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a_fine_12_gray_4" descr="Editable line; source id a_fine_12_gray_4"/>
          <p:cNvCxnSpPr/>
          <p:nvPr/>
        </p:nvCxnSpPr>
        <p:spPr>
          <a:xfrm>
            <a:off x="1564878" y="2641770"/>
            <a:ext cx="358964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a_fine_12_gray_5" descr="Editable line; source id a_fine_12_gray_5"/>
          <p:cNvCxnSpPr/>
          <p:nvPr/>
        </p:nvCxnSpPr>
        <p:spPr>
          <a:xfrm>
            <a:off x="1525916" y="2674984"/>
            <a:ext cx="358325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a_fine_13_gray_0" descr="Editable line; source id a_fine_13_gray_0"/>
          <p:cNvCxnSpPr/>
          <p:nvPr/>
        </p:nvCxnSpPr>
        <p:spPr>
          <a:xfrm flipH="1">
            <a:off x="106028" y="2728636"/>
            <a:ext cx="156488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a_fine_13_gray_1" descr="Editable line; source id a_fine_13_gray_1"/>
          <p:cNvCxnSpPr/>
          <p:nvPr/>
        </p:nvCxnSpPr>
        <p:spPr>
          <a:xfrm flipH="1">
            <a:off x="196727" y="2728636"/>
            <a:ext cx="157127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a_fine_13_gray_2" descr="Editable line; source id a_fine_13_gray_2"/>
          <p:cNvCxnSpPr/>
          <p:nvPr/>
        </p:nvCxnSpPr>
        <p:spPr>
          <a:xfrm flipH="1">
            <a:off x="287426" y="2728636"/>
            <a:ext cx="157765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a_fine_13_gray_3" descr="Editable line; source id a_fine_13_gray_3"/>
          <p:cNvCxnSpPr/>
          <p:nvPr/>
        </p:nvCxnSpPr>
        <p:spPr>
          <a:xfrm>
            <a:off x="132216" y="2761850"/>
            <a:ext cx="364712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a_fine_13_gray_4" descr="Editable line; source id a_fine_13_gray_4"/>
          <p:cNvCxnSpPr/>
          <p:nvPr/>
        </p:nvCxnSpPr>
        <p:spPr>
          <a:xfrm>
            <a:off x="93253" y="2795064"/>
            <a:ext cx="364074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a_fine_13_gray_5" descr="Editable line; source id a_fine_13_gray_5"/>
          <p:cNvCxnSpPr/>
          <p:nvPr/>
        </p:nvCxnSpPr>
        <p:spPr>
          <a:xfrm>
            <a:off x="54291" y="2828278"/>
            <a:ext cx="363435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a_fine_14_gray_0" descr="Editable line; source id a_fine_14_gray_0"/>
          <p:cNvCxnSpPr/>
          <p:nvPr/>
        </p:nvCxnSpPr>
        <p:spPr>
          <a:xfrm flipH="1">
            <a:off x="533974" y="2728636"/>
            <a:ext cx="156488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a_fine_14_gray_1" descr="Editable line; source id a_fine_14_gray_1"/>
          <p:cNvCxnSpPr/>
          <p:nvPr/>
        </p:nvCxnSpPr>
        <p:spPr>
          <a:xfrm flipH="1">
            <a:off x="623396" y="2728636"/>
            <a:ext cx="157127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a_fine_14_gray_2" descr="Editable line; source id a_fine_14_gray_2"/>
          <p:cNvCxnSpPr/>
          <p:nvPr/>
        </p:nvCxnSpPr>
        <p:spPr>
          <a:xfrm flipH="1">
            <a:off x="712818" y="2728636"/>
            <a:ext cx="157765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a_fine_14_gray_3" descr="Editable line; source id a_fine_14_gray_3"/>
          <p:cNvCxnSpPr/>
          <p:nvPr/>
        </p:nvCxnSpPr>
        <p:spPr>
          <a:xfrm>
            <a:off x="561440" y="2761850"/>
            <a:ext cx="359602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a_fine_14_gray_4" descr="Editable line; source id a_fine_14_gray_4"/>
          <p:cNvCxnSpPr/>
          <p:nvPr/>
        </p:nvCxnSpPr>
        <p:spPr>
          <a:xfrm>
            <a:off x="522477" y="2795064"/>
            <a:ext cx="358964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a_fine_14_gray_5" descr="Editable line; source id a_fine_14_gray_5"/>
          <p:cNvCxnSpPr/>
          <p:nvPr/>
        </p:nvCxnSpPr>
        <p:spPr>
          <a:xfrm>
            <a:off x="483515" y="2828278"/>
            <a:ext cx="358325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a_fine_15_gray_0" descr="Editable line; source id a_fine_15_gray_0"/>
          <p:cNvCxnSpPr/>
          <p:nvPr/>
        </p:nvCxnSpPr>
        <p:spPr>
          <a:xfrm flipH="1">
            <a:off x="959366" y="2728636"/>
            <a:ext cx="156488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a_fine_15_gray_1" descr="Editable line; source id a_fine_15_gray_1"/>
          <p:cNvCxnSpPr/>
          <p:nvPr/>
        </p:nvCxnSpPr>
        <p:spPr>
          <a:xfrm flipH="1">
            <a:off x="1050065" y="2728636"/>
            <a:ext cx="157126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a_fine_15_gray_2" descr="Editable line; source id a_fine_15_gray_2"/>
          <p:cNvCxnSpPr/>
          <p:nvPr/>
        </p:nvCxnSpPr>
        <p:spPr>
          <a:xfrm flipH="1">
            <a:off x="1140764" y="2728636"/>
            <a:ext cx="157765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a_fine_15_gray_3" descr="Editable line; source id a_fine_15_gray_3"/>
          <p:cNvCxnSpPr/>
          <p:nvPr/>
        </p:nvCxnSpPr>
        <p:spPr>
          <a:xfrm>
            <a:off x="985554" y="2761850"/>
            <a:ext cx="364712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a_fine_15_gray_4" descr="Editable line; source id a_fine_15_gray_4"/>
          <p:cNvCxnSpPr/>
          <p:nvPr/>
        </p:nvCxnSpPr>
        <p:spPr>
          <a:xfrm>
            <a:off x="946591" y="2795064"/>
            <a:ext cx="364074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a_fine_15_gray_5" descr="Editable line; source id a_fine_15_gray_5"/>
          <p:cNvCxnSpPr/>
          <p:nvPr/>
        </p:nvCxnSpPr>
        <p:spPr>
          <a:xfrm>
            <a:off x="907629" y="2828278"/>
            <a:ext cx="363435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a_fine_16_gray_0" descr="Editable line; source id a_fine_16_gray_0"/>
          <p:cNvCxnSpPr/>
          <p:nvPr/>
        </p:nvCxnSpPr>
        <p:spPr>
          <a:xfrm flipH="1">
            <a:off x="1388590" y="2733746"/>
            <a:ext cx="156487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a_fine_16_gray_1" descr="Editable line; source id a_fine_16_gray_1"/>
          <p:cNvCxnSpPr/>
          <p:nvPr/>
        </p:nvCxnSpPr>
        <p:spPr>
          <a:xfrm flipH="1">
            <a:off x="1479289" y="2733746"/>
            <a:ext cx="157126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a_fine_16_gray_2" descr="Editable line; source id a_fine_16_gray_2"/>
          <p:cNvCxnSpPr/>
          <p:nvPr/>
        </p:nvCxnSpPr>
        <p:spPr>
          <a:xfrm flipH="1">
            <a:off x="1569988" y="2733746"/>
            <a:ext cx="157765" cy="132855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a_fine_16_gray_3" descr="Editable line; source id a_fine_16_gray_3"/>
          <p:cNvCxnSpPr/>
          <p:nvPr/>
        </p:nvCxnSpPr>
        <p:spPr>
          <a:xfrm>
            <a:off x="1414777" y="2766960"/>
            <a:ext cx="364713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a_fine_16_gray_4" descr="Editable line; source id a_fine_16_gray_4"/>
          <p:cNvCxnSpPr/>
          <p:nvPr/>
        </p:nvCxnSpPr>
        <p:spPr>
          <a:xfrm>
            <a:off x="1375815" y="2800174"/>
            <a:ext cx="364074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a_fine_16_gray_5" descr="Editable line; source id a_fine_16_gray_5"/>
          <p:cNvCxnSpPr/>
          <p:nvPr/>
        </p:nvCxnSpPr>
        <p:spPr>
          <a:xfrm>
            <a:off x="1336853" y="2833388"/>
            <a:ext cx="363435" cy="0"/>
          </a:xfrm>
          <a:prstGeom prst="line">
            <a:avLst/>
          </a:prstGeom>
          <a:ln w="5109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b_l_tl_gray_0" descr="Editable line; source id b_l_tl_gray_0"/>
          <p:cNvCxnSpPr/>
          <p:nvPr/>
        </p:nvCxnSpPr>
        <p:spPr>
          <a:xfrm>
            <a:off x="3765927" y="983637"/>
            <a:ext cx="0" cy="786911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b_l_tl_gray_1" descr="Editable line; source id b_l_tl_gray_1"/>
          <p:cNvCxnSpPr/>
          <p:nvPr/>
        </p:nvCxnSpPr>
        <p:spPr>
          <a:xfrm>
            <a:off x="3962655" y="983637"/>
            <a:ext cx="0" cy="786911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b_l_tl_gray_2" descr="Editable line; source id b_l_tl_gray_2"/>
          <p:cNvCxnSpPr/>
          <p:nvPr/>
        </p:nvCxnSpPr>
        <p:spPr>
          <a:xfrm>
            <a:off x="4159382" y="983637"/>
            <a:ext cx="0" cy="786911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b_l_tl_gray_3" descr="Editable line; source id b_l_tl_gray_3"/>
          <p:cNvCxnSpPr/>
          <p:nvPr/>
        </p:nvCxnSpPr>
        <p:spPr>
          <a:xfrm>
            <a:off x="3569200" y="1180365"/>
            <a:ext cx="786910" cy="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b_l_tl_gray_4" descr="Editable line; source id b_l_tl_gray_4"/>
          <p:cNvCxnSpPr/>
          <p:nvPr/>
        </p:nvCxnSpPr>
        <p:spPr>
          <a:xfrm>
            <a:off x="3569200" y="1377093"/>
            <a:ext cx="786910" cy="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b_l_tl_gray_5" descr="Editable line; source id b_l_tl_gray_5"/>
          <p:cNvCxnSpPr/>
          <p:nvPr/>
        </p:nvCxnSpPr>
        <p:spPr>
          <a:xfrm>
            <a:off x="3569200" y="1573820"/>
            <a:ext cx="786910" cy="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b_l_tr_gray_0" descr="Editable line; source id b_l_tr_gray_0"/>
          <p:cNvCxnSpPr/>
          <p:nvPr/>
        </p:nvCxnSpPr>
        <p:spPr>
          <a:xfrm>
            <a:off x="4624375" y="983637"/>
            <a:ext cx="0" cy="786911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b_l_tr_gray_1" descr="Editable line; source id b_l_tr_gray_1"/>
          <p:cNvCxnSpPr/>
          <p:nvPr/>
        </p:nvCxnSpPr>
        <p:spPr>
          <a:xfrm>
            <a:off x="4821102" y="983637"/>
            <a:ext cx="0" cy="786911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b_l_tr_gray_2" descr="Editable line; source id b_l_tr_gray_2"/>
          <p:cNvCxnSpPr/>
          <p:nvPr/>
        </p:nvCxnSpPr>
        <p:spPr>
          <a:xfrm>
            <a:off x="5017830" y="983637"/>
            <a:ext cx="0" cy="786911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b_l_tr_gray_3" descr="Editable line; source id b_l_tr_gray_3"/>
          <p:cNvCxnSpPr/>
          <p:nvPr/>
        </p:nvCxnSpPr>
        <p:spPr>
          <a:xfrm>
            <a:off x="4427647" y="1180365"/>
            <a:ext cx="786911" cy="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b_l_tr_gray_4" descr="Editable line; source id b_l_tr_gray_4"/>
          <p:cNvCxnSpPr/>
          <p:nvPr/>
        </p:nvCxnSpPr>
        <p:spPr>
          <a:xfrm>
            <a:off x="4427647" y="1377093"/>
            <a:ext cx="786911" cy="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b_l_tr_gray_5" descr="Editable line; source id b_l_tr_gray_5"/>
          <p:cNvCxnSpPr/>
          <p:nvPr/>
        </p:nvCxnSpPr>
        <p:spPr>
          <a:xfrm>
            <a:off x="4427647" y="1573820"/>
            <a:ext cx="786911" cy="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b_l_bl_gray_0" descr="Editable line; source id b_l_bl_gray_0"/>
          <p:cNvCxnSpPr/>
          <p:nvPr/>
        </p:nvCxnSpPr>
        <p:spPr>
          <a:xfrm>
            <a:off x="3765927" y="1867634"/>
            <a:ext cx="0" cy="78180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b_l_bl_gray_1" descr="Editable line; source id b_l_bl_gray_1"/>
          <p:cNvCxnSpPr/>
          <p:nvPr/>
        </p:nvCxnSpPr>
        <p:spPr>
          <a:xfrm>
            <a:off x="3962655" y="1867634"/>
            <a:ext cx="0" cy="78180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b_l_bl_gray_2" descr="Editable line; source id b_l_bl_gray_2"/>
          <p:cNvCxnSpPr/>
          <p:nvPr/>
        </p:nvCxnSpPr>
        <p:spPr>
          <a:xfrm>
            <a:off x="4159382" y="1867634"/>
            <a:ext cx="0" cy="78180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b_l_bl_gray_3" descr="Editable line; source id b_l_bl_gray_3"/>
          <p:cNvCxnSpPr/>
          <p:nvPr/>
        </p:nvCxnSpPr>
        <p:spPr>
          <a:xfrm>
            <a:off x="3569200" y="2063084"/>
            <a:ext cx="786910" cy="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b_l_bl_gray_4" descr="Editable line; source id b_l_bl_gray_4"/>
          <p:cNvCxnSpPr/>
          <p:nvPr/>
        </p:nvCxnSpPr>
        <p:spPr>
          <a:xfrm>
            <a:off x="3569200" y="2258534"/>
            <a:ext cx="786910" cy="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b_l_bl_gray_5" descr="Editable line; source id b_l_bl_gray_5"/>
          <p:cNvCxnSpPr/>
          <p:nvPr/>
        </p:nvCxnSpPr>
        <p:spPr>
          <a:xfrm>
            <a:off x="3569200" y="2453984"/>
            <a:ext cx="786910" cy="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b_l_br_gray_0" descr="Editable line; source id b_l_br_gray_0"/>
          <p:cNvCxnSpPr/>
          <p:nvPr/>
        </p:nvCxnSpPr>
        <p:spPr>
          <a:xfrm>
            <a:off x="4624375" y="1867634"/>
            <a:ext cx="0" cy="78180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b_l_br_gray_1" descr="Editable line; source id b_l_br_gray_1"/>
          <p:cNvCxnSpPr/>
          <p:nvPr/>
        </p:nvCxnSpPr>
        <p:spPr>
          <a:xfrm>
            <a:off x="4821102" y="1867634"/>
            <a:ext cx="0" cy="78180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b_l_br_gray_2" descr="Editable line; source id b_l_br_gray_2"/>
          <p:cNvCxnSpPr/>
          <p:nvPr/>
        </p:nvCxnSpPr>
        <p:spPr>
          <a:xfrm>
            <a:off x="5017830" y="1867634"/>
            <a:ext cx="0" cy="78180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b_l_br_gray_3" descr="Editable line; source id b_l_br_gray_3"/>
          <p:cNvCxnSpPr/>
          <p:nvPr/>
        </p:nvCxnSpPr>
        <p:spPr>
          <a:xfrm>
            <a:off x="4427647" y="2063084"/>
            <a:ext cx="786911" cy="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b_l_br_gray_4" descr="Editable line; source id b_l_br_gray_4"/>
          <p:cNvCxnSpPr/>
          <p:nvPr/>
        </p:nvCxnSpPr>
        <p:spPr>
          <a:xfrm>
            <a:off x="4427647" y="2258534"/>
            <a:ext cx="786911" cy="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b_l_br_gray_5" descr="Editable line; source id b_l_br_gray_5"/>
          <p:cNvCxnSpPr/>
          <p:nvPr/>
        </p:nvCxnSpPr>
        <p:spPr>
          <a:xfrm>
            <a:off x="4427647" y="2453984"/>
            <a:ext cx="786911" cy="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b_r_0_0_gray_0" descr="Editable line; source id b_r_0_0_gray_0"/>
          <p:cNvCxnSpPr/>
          <p:nvPr/>
        </p:nvCxnSpPr>
        <p:spPr>
          <a:xfrm>
            <a:off x="5797076" y="978528"/>
            <a:ext cx="0" cy="383235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b_r_0_0_gray_1" descr="Editable line; source id b_r_0_0_gray_1"/>
          <p:cNvCxnSpPr/>
          <p:nvPr/>
        </p:nvCxnSpPr>
        <p:spPr>
          <a:xfrm>
            <a:off x="5602903" y="1170145"/>
            <a:ext cx="388345" cy="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b_r_0_1_gray_0" descr="Editable line; source id b_r_0_1_gray_0"/>
          <p:cNvCxnSpPr/>
          <p:nvPr/>
        </p:nvCxnSpPr>
        <p:spPr>
          <a:xfrm>
            <a:off x="6246739" y="978528"/>
            <a:ext cx="0" cy="383235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b_r_0_1_gray_1" descr="Editable line; source id b_r_0_1_gray_1"/>
          <p:cNvCxnSpPr/>
          <p:nvPr/>
        </p:nvCxnSpPr>
        <p:spPr>
          <a:xfrm>
            <a:off x="6440911" y="978528"/>
            <a:ext cx="0" cy="383235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b_r_0_1_gray_2" descr="Editable line; source id b_r_0_1_gray_2"/>
          <p:cNvCxnSpPr/>
          <p:nvPr/>
        </p:nvCxnSpPr>
        <p:spPr>
          <a:xfrm>
            <a:off x="6635084" y="978528"/>
            <a:ext cx="0" cy="383235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b_r_0_1_gray_3" descr="Editable line; source id b_r_0_1_gray_3"/>
          <p:cNvCxnSpPr/>
          <p:nvPr/>
        </p:nvCxnSpPr>
        <p:spPr>
          <a:xfrm>
            <a:off x="6052566" y="1170145"/>
            <a:ext cx="776691" cy="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b_r_0_2_gray_0" descr="Editable line; source id b_r_0_2_gray_0"/>
          <p:cNvCxnSpPr/>
          <p:nvPr/>
        </p:nvCxnSpPr>
        <p:spPr>
          <a:xfrm>
            <a:off x="7089857" y="978528"/>
            <a:ext cx="0" cy="383235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b_r_0_2_gray_1" descr="Editable line; source id b_r_0_2_gray_1"/>
          <p:cNvCxnSpPr/>
          <p:nvPr/>
        </p:nvCxnSpPr>
        <p:spPr>
          <a:xfrm>
            <a:off x="6895684" y="1170145"/>
            <a:ext cx="388345" cy="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b_r_1_0_gray_0" descr="Editable line; source id b_r_1_0_gray_0"/>
          <p:cNvCxnSpPr/>
          <p:nvPr/>
        </p:nvCxnSpPr>
        <p:spPr>
          <a:xfrm>
            <a:off x="5797076" y="1423081"/>
            <a:ext cx="0" cy="77669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b_r_1_0_gray_1" descr="Editable line; source id b_r_1_0_gray_1"/>
          <p:cNvCxnSpPr/>
          <p:nvPr/>
        </p:nvCxnSpPr>
        <p:spPr>
          <a:xfrm>
            <a:off x="5602903" y="1617253"/>
            <a:ext cx="388345" cy="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b_r_1_0_gray_2" descr="Editable line; source id b_r_1_0_gray_2"/>
          <p:cNvCxnSpPr/>
          <p:nvPr/>
        </p:nvCxnSpPr>
        <p:spPr>
          <a:xfrm>
            <a:off x="5602903" y="1811426"/>
            <a:ext cx="388345" cy="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b_r_1_0_gray_3" descr="Editable line; source id b_r_1_0_gray_3"/>
          <p:cNvCxnSpPr/>
          <p:nvPr/>
        </p:nvCxnSpPr>
        <p:spPr>
          <a:xfrm>
            <a:off x="5602903" y="2005599"/>
            <a:ext cx="388345" cy="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b_r_1_1_gray_0" descr="Editable line; source id b_r_1_1_gray_0"/>
          <p:cNvCxnSpPr/>
          <p:nvPr/>
        </p:nvCxnSpPr>
        <p:spPr>
          <a:xfrm>
            <a:off x="6249294" y="1423081"/>
            <a:ext cx="0" cy="77669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b_r_1_1_gray_1" descr="Editable line; source id b_r_1_1_gray_1"/>
          <p:cNvCxnSpPr/>
          <p:nvPr/>
        </p:nvCxnSpPr>
        <p:spPr>
          <a:xfrm>
            <a:off x="6446021" y="1423081"/>
            <a:ext cx="0" cy="77669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b_r_1_1_gray_2" descr="Editable line; source id b_r_1_1_gray_2"/>
          <p:cNvCxnSpPr/>
          <p:nvPr/>
        </p:nvCxnSpPr>
        <p:spPr>
          <a:xfrm>
            <a:off x="6642749" y="1423081"/>
            <a:ext cx="0" cy="77669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b_r_1_1_gray_3" descr="Editable line; source id b_r_1_1_gray_3"/>
          <p:cNvCxnSpPr/>
          <p:nvPr/>
        </p:nvCxnSpPr>
        <p:spPr>
          <a:xfrm>
            <a:off x="6052566" y="1617253"/>
            <a:ext cx="786910" cy="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b_r_1_1_gray_4" descr="Editable line; source id b_r_1_1_gray_4"/>
          <p:cNvCxnSpPr/>
          <p:nvPr/>
        </p:nvCxnSpPr>
        <p:spPr>
          <a:xfrm>
            <a:off x="6052566" y="1811426"/>
            <a:ext cx="786910" cy="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b_r_1_1_gray_5" descr="Editable line; source id b_r_1_1_gray_5"/>
          <p:cNvCxnSpPr/>
          <p:nvPr/>
        </p:nvCxnSpPr>
        <p:spPr>
          <a:xfrm>
            <a:off x="6052566" y="2005599"/>
            <a:ext cx="786910" cy="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b_r_1_2_gray_0" descr="Editable line; source id b_r_1_2_gray_0"/>
          <p:cNvCxnSpPr/>
          <p:nvPr/>
        </p:nvCxnSpPr>
        <p:spPr>
          <a:xfrm>
            <a:off x="7089857" y="1423081"/>
            <a:ext cx="0" cy="77669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b_r_1_2_gray_1" descr="Editable line; source id b_r_1_2_gray_1"/>
          <p:cNvCxnSpPr/>
          <p:nvPr/>
        </p:nvCxnSpPr>
        <p:spPr>
          <a:xfrm>
            <a:off x="6895684" y="1617253"/>
            <a:ext cx="388345" cy="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b_r_1_2_gray_2" descr="Editable line; source id b_r_1_2_gray_2"/>
          <p:cNvCxnSpPr/>
          <p:nvPr/>
        </p:nvCxnSpPr>
        <p:spPr>
          <a:xfrm>
            <a:off x="6895684" y="1811426"/>
            <a:ext cx="388345" cy="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b_r_1_2_gray_3" descr="Editable line; source id b_r_1_2_gray_3"/>
          <p:cNvCxnSpPr/>
          <p:nvPr/>
        </p:nvCxnSpPr>
        <p:spPr>
          <a:xfrm>
            <a:off x="6895684" y="2005599"/>
            <a:ext cx="388345" cy="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b_r_2_0_gray_0" descr="Editable line; source id b_r_2_0_gray_0"/>
          <p:cNvCxnSpPr/>
          <p:nvPr/>
        </p:nvCxnSpPr>
        <p:spPr>
          <a:xfrm>
            <a:off x="5797076" y="2266199"/>
            <a:ext cx="0" cy="383235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b_r_2_0_gray_1" descr="Editable line; source id b_r_2_0_gray_1"/>
          <p:cNvCxnSpPr/>
          <p:nvPr/>
        </p:nvCxnSpPr>
        <p:spPr>
          <a:xfrm>
            <a:off x="5602903" y="2457817"/>
            <a:ext cx="388345" cy="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b_r_2_1_gray_0" descr="Editable line; source id b_r_2_1_gray_0"/>
          <p:cNvCxnSpPr/>
          <p:nvPr/>
        </p:nvCxnSpPr>
        <p:spPr>
          <a:xfrm>
            <a:off x="6246739" y="2266199"/>
            <a:ext cx="0" cy="383235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b_r_2_1_gray_1" descr="Editable line; source id b_r_2_1_gray_1"/>
          <p:cNvCxnSpPr/>
          <p:nvPr/>
        </p:nvCxnSpPr>
        <p:spPr>
          <a:xfrm>
            <a:off x="6440911" y="2266199"/>
            <a:ext cx="0" cy="383235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b_r_2_1_gray_2" descr="Editable line; source id b_r_2_1_gray_2"/>
          <p:cNvCxnSpPr/>
          <p:nvPr/>
        </p:nvCxnSpPr>
        <p:spPr>
          <a:xfrm>
            <a:off x="6635084" y="2266199"/>
            <a:ext cx="0" cy="383235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b_r_2_1_gray_3" descr="Editable line; source id b_r_2_1_gray_3"/>
          <p:cNvCxnSpPr/>
          <p:nvPr/>
        </p:nvCxnSpPr>
        <p:spPr>
          <a:xfrm>
            <a:off x="6052566" y="2457817"/>
            <a:ext cx="776691" cy="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b_r_2_2_gray_0" descr="Editable line; source id b_r_2_2_gray_0"/>
          <p:cNvCxnSpPr/>
          <p:nvPr/>
        </p:nvCxnSpPr>
        <p:spPr>
          <a:xfrm>
            <a:off x="7089857" y="2266199"/>
            <a:ext cx="0" cy="383235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b_r_2_2_gray_1" descr="Editable line; source id b_r_2_2_gray_1"/>
          <p:cNvCxnSpPr/>
          <p:nvPr/>
        </p:nvCxnSpPr>
        <p:spPr>
          <a:xfrm>
            <a:off x="6895684" y="2457817"/>
            <a:ext cx="388345" cy="0"/>
          </a:xfrm>
          <a:prstGeom prst="line">
            <a:avLst/>
          </a:prstGeom>
          <a:ln w="16351">
            <a:solidFill>
              <a:srgbClr val="AAA8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a_coarse_red_6" descr="Editable line; source id a_coarse_red_6"/>
          <p:cNvCxnSpPr/>
          <p:nvPr/>
        </p:nvCxnSpPr>
        <p:spPr>
          <a:xfrm>
            <a:off x="855892" y="853337"/>
            <a:ext cx="1512503" cy="0"/>
          </a:xfrm>
          <a:prstGeom prst="line">
            <a:avLst/>
          </a:prstGeom>
          <a:ln w="8175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a_coarse_red_7" descr="Editable line; source id a_coarse_red_7"/>
          <p:cNvCxnSpPr/>
          <p:nvPr/>
        </p:nvCxnSpPr>
        <p:spPr>
          <a:xfrm flipH="1">
            <a:off x="1719450" y="853337"/>
            <a:ext cx="648945" cy="567189"/>
          </a:xfrm>
          <a:prstGeom prst="line">
            <a:avLst/>
          </a:prstGeom>
          <a:ln w="8175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a_coarse_red_8" descr="Editable line; source id a_coarse_red_8"/>
          <p:cNvCxnSpPr/>
          <p:nvPr/>
        </p:nvCxnSpPr>
        <p:spPr>
          <a:xfrm flipH="1">
            <a:off x="206947" y="1420526"/>
            <a:ext cx="1512503" cy="0"/>
          </a:xfrm>
          <a:prstGeom prst="line">
            <a:avLst/>
          </a:prstGeom>
          <a:ln w="8175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a_coarse_red_9" descr="Editable line; source id a_coarse_red_9"/>
          <p:cNvCxnSpPr/>
          <p:nvPr/>
        </p:nvCxnSpPr>
        <p:spPr>
          <a:xfrm flipV="1">
            <a:off x="206947" y="853337"/>
            <a:ext cx="648945" cy="567189"/>
          </a:xfrm>
          <a:prstGeom prst="line">
            <a:avLst/>
          </a:prstGeom>
          <a:ln w="8175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a_mid_1_red_6" descr="Editable line; source id a_mid_1_red_6"/>
          <p:cNvCxnSpPr/>
          <p:nvPr/>
        </p:nvCxnSpPr>
        <p:spPr>
          <a:xfrm>
            <a:off x="886551" y="1538051"/>
            <a:ext cx="689824" cy="0"/>
          </a:xfrm>
          <a:prstGeom prst="line">
            <a:avLst/>
          </a:prstGeom>
          <a:ln w="8175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a_mid_1_red_7" descr="Editable line; source id a_mid_1_red_7"/>
          <p:cNvCxnSpPr/>
          <p:nvPr/>
        </p:nvCxnSpPr>
        <p:spPr>
          <a:xfrm flipH="1">
            <a:off x="1274896" y="1538051"/>
            <a:ext cx="301479" cy="258046"/>
          </a:xfrm>
          <a:prstGeom prst="line">
            <a:avLst/>
          </a:prstGeom>
          <a:ln w="8175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a_mid_1_red_8" descr="Editable line; source id a_mid_1_red_8"/>
          <p:cNvCxnSpPr/>
          <p:nvPr/>
        </p:nvCxnSpPr>
        <p:spPr>
          <a:xfrm flipH="1">
            <a:off x="585072" y="1796097"/>
            <a:ext cx="689824" cy="0"/>
          </a:xfrm>
          <a:prstGeom prst="line">
            <a:avLst/>
          </a:prstGeom>
          <a:ln w="8175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a_mid_1_red_9" descr="Editable line; source id a_mid_1_red_9"/>
          <p:cNvCxnSpPr/>
          <p:nvPr/>
        </p:nvCxnSpPr>
        <p:spPr>
          <a:xfrm flipV="1">
            <a:off x="585072" y="1538051"/>
            <a:ext cx="301479" cy="258046"/>
          </a:xfrm>
          <a:prstGeom prst="line">
            <a:avLst/>
          </a:prstGeom>
          <a:ln w="8175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a_mid_2_red_6" descr="Editable line; source id a_mid_2_red_6"/>
          <p:cNvCxnSpPr/>
          <p:nvPr/>
        </p:nvCxnSpPr>
        <p:spPr>
          <a:xfrm>
            <a:off x="1637693" y="1540606"/>
            <a:ext cx="689824" cy="0"/>
          </a:xfrm>
          <a:prstGeom prst="line">
            <a:avLst/>
          </a:prstGeom>
          <a:ln w="8175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a_mid_2_red_7" descr="Editable line; source id a_mid_2_red_7"/>
          <p:cNvCxnSpPr/>
          <p:nvPr/>
        </p:nvCxnSpPr>
        <p:spPr>
          <a:xfrm flipH="1">
            <a:off x="2026038" y="1540606"/>
            <a:ext cx="301479" cy="258046"/>
          </a:xfrm>
          <a:prstGeom prst="line">
            <a:avLst/>
          </a:prstGeom>
          <a:ln w="8175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a_mid_2_red_8" descr="Editable line; source id a_mid_2_red_8"/>
          <p:cNvCxnSpPr/>
          <p:nvPr/>
        </p:nvCxnSpPr>
        <p:spPr>
          <a:xfrm flipH="1">
            <a:off x="1336214" y="1798652"/>
            <a:ext cx="689824" cy="0"/>
          </a:xfrm>
          <a:prstGeom prst="line">
            <a:avLst/>
          </a:prstGeom>
          <a:ln w="8175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a_mid_2_red_9" descr="Editable line; source id a_mid_2_red_9"/>
          <p:cNvCxnSpPr/>
          <p:nvPr/>
        </p:nvCxnSpPr>
        <p:spPr>
          <a:xfrm flipV="1">
            <a:off x="1336214" y="1540606"/>
            <a:ext cx="301479" cy="258046"/>
          </a:xfrm>
          <a:prstGeom prst="line">
            <a:avLst/>
          </a:prstGeom>
          <a:ln w="8175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a_mid_3_red_6" descr="Editable line; source id a_mid_3_red_6"/>
          <p:cNvCxnSpPr/>
          <p:nvPr/>
        </p:nvCxnSpPr>
        <p:spPr>
          <a:xfrm>
            <a:off x="549304" y="1826756"/>
            <a:ext cx="689824" cy="0"/>
          </a:xfrm>
          <a:prstGeom prst="line">
            <a:avLst/>
          </a:prstGeom>
          <a:ln w="8175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a_mid_3_red_7" descr="Editable line; source id a_mid_3_red_7"/>
          <p:cNvCxnSpPr/>
          <p:nvPr/>
        </p:nvCxnSpPr>
        <p:spPr>
          <a:xfrm flipH="1">
            <a:off x="937649" y="1826756"/>
            <a:ext cx="301479" cy="258045"/>
          </a:xfrm>
          <a:prstGeom prst="line">
            <a:avLst/>
          </a:prstGeom>
          <a:ln w="8175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a_mid_3_red_8" descr="Editable line; source id a_mid_3_red_8"/>
          <p:cNvCxnSpPr/>
          <p:nvPr/>
        </p:nvCxnSpPr>
        <p:spPr>
          <a:xfrm flipH="1">
            <a:off x="252935" y="2084801"/>
            <a:ext cx="684714" cy="0"/>
          </a:xfrm>
          <a:prstGeom prst="line">
            <a:avLst/>
          </a:prstGeom>
          <a:ln w="8175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a_mid_3_red_9" descr="Editable line; source id a_mid_3_red_9"/>
          <p:cNvCxnSpPr/>
          <p:nvPr/>
        </p:nvCxnSpPr>
        <p:spPr>
          <a:xfrm flipV="1">
            <a:off x="252935" y="1826756"/>
            <a:ext cx="296369" cy="258045"/>
          </a:xfrm>
          <a:prstGeom prst="line">
            <a:avLst/>
          </a:prstGeom>
          <a:ln w="8175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a_mid_4_red_6" descr="Editable line; source id a_mid_4_red_6"/>
          <p:cNvCxnSpPr/>
          <p:nvPr/>
        </p:nvCxnSpPr>
        <p:spPr>
          <a:xfrm>
            <a:off x="1300445" y="1829310"/>
            <a:ext cx="689824" cy="0"/>
          </a:xfrm>
          <a:prstGeom prst="line">
            <a:avLst/>
          </a:prstGeom>
          <a:ln w="8175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a_mid_4_red_7" descr="Editable line; source id a_mid_4_red_7"/>
          <p:cNvCxnSpPr/>
          <p:nvPr/>
        </p:nvCxnSpPr>
        <p:spPr>
          <a:xfrm flipH="1">
            <a:off x="1688791" y="1829310"/>
            <a:ext cx="301478" cy="255491"/>
          </a:xfrm>
          <a:prstGeom prst="line">
            <a:avLst/>
          </a:prstGeom>
          <a:ln w="8175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a_mid_4_red_8" descr="Editable line; source id a_mid_4_red_8"/>
          <p:cNvCxnSpPr/>
          <p:nvPr/>
        </p:nvCxnSpPr>
        <p:spPr>
          <a:xfrm flipH="1">
            <a:off x="1004077" y="2084801"/>
            <a:ext cx="684714" cy="0"/>
          </a:xfrm>
          <a:prstGeom prst="line">
            <a:avLst/>
          </a:prstGeom>
          <a:ln w="8175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a_mid_4_red_9" descr="Editable line; source id a_mid_4_red_9"/>
          <p:cNvCxnSpPr/>
          <p:nvPr/>
        </p:nvCxnSpPr>
        <p:spPr>
          <a:xfrm flipV="1">
            <a:off x="1004077" y="1829310"/>
            <a:ext cx="296368" cy="255491"/>
          </a:xfrm>
          <a:prstGeom prst="line">
            <a:avLst/>
          </a:prstGeom>
          <a:ln w="8175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a_fine_01_red_6" descr="Editable line; source id a_fine_01_red_6"/>
          <p:cNvCxnSpPr/>
          <p:nvPr/>
        </p:nvCxnSpPr>
        <p:spPr>
          <a:xfrm>
            <a:off x="712818" y="2253424"/>
            <a:ext cx="365351" cy="0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a_fine_01_red_7" descr="Editable line; source id a_fine_01_red_7"/>
          <p:cNvCxnSpPr/>
          <p:nvPr/>
        </p:nvCxnSpPr>
        <p:spPr>
          <a:xfrm flipH="1">
            <a:off x="919765" y="2253424"/>
            <a:ext cx="158404" cy="132855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a_fine_01_red_8" descr="Editable line; source id a_fine_01_red_8"/>
          <p:cNvCxnSpPr/>
          <p:nvPr/>
        </p:nvCxnSpPr>
        <p:spPr>
          <a:xfrm flipH="1">
            <a:off x="556968" y="2386279"/>
            <a:ext cx="362797" cy="0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a_fine_01_red_9" descr="Editable line; source id a_fine_01_red_9"/>
          <p:cNvCxnSpPr/>
          <p:nvPr/>
        </p:nvCxnSpPr>
        <p:spPr>
          <a:xfrm flipV="1">
            <a:off x="556968" y="2253424"/>
            <a:ext cx="155850" cy="132855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a_fine_02_red_6" descr="Editable line; source id a_fine_02_red_6"/>
          <p:cNvCxnSpPr/>
          <p:nvPr/>
        </p:nvCxnSpPr>
        <p:spPr>
          <a:xfrm>
            <a:off x="1136932" y="2253424"/>
            <a:ext cx="365351" cy="0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a_fine_02_red_7" descr="Editable line; source id a_fine_02_red_7"/>
          <p:cNvCxnSpPr/>
          <p:nvPr/>
        </p:nvCxnSpPr>
        <p:spPr>
          <a:xfrm flipH="1">
            <a:off x="1343879" y="2253424"/>
            <a:ext cx="158404" cy="132855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a_fine_02_red_8" descr="Editable line; source id a_fine_02_red_8"/>
          <p:cNvCxnSpPr/>
          <p:nvPr/>
        </p:nvCxnSpPr>
        <p:spPr>
          <a:xfrm flipH="1">
            <a:off x="981082" y="2386279"/>
            <a:ext cx="362797" cy="0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a_fine_02_red_9" descr="Editable line; source id a_fine_02_red_9"/>
          <p:cNvCxnSpPr/>
          <p:nvPr/>
        </p:nvCxnSpPr>
        <p:spPr>
          <a:xfrm flipV="1">
            <a:off x="981082" y="2253424"/>
            <a:ext cx="155850" cy="132855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a_fine_03_red_6" descr="Editable line; source id a_fine_03_red_6"/>
          <p:cNvCxnSpPr/>
          <p:nvPr/>
        </p:nvCxnSpPr>
        <p:spPr>
          <a:xfrm>
            <a:off x="1566155" y="2253424"/>
            <a:ext cx="365352" cy="0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a_fine_03_red_7" descr="Editable line; source id a_fine_03_red_7"/>
          <p:cNvCxnSpPr/>
          <p:nvPr/>
        </p:nvCxnSpPr>
        <p:spPr>
          <a:xfrm flipH="1">
            <a:off x="1773103" y="2253424"/>
            <a:ext cx="158404" cy="132855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a_fine_03_red_8" descr="Editable line; source id a_fine_03_red_8"/>
          <p:cNvCxnSpPr/>
          <p:nvPr/>
        </p:nvCxnSpPr>
        <p:spPr>
          <a:xfrm flipH="1">
            <a:off x="1410306" y="2386279"/>
            <a:ext cx="362797" cy="0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a_fine_03_red_9" descr="Editable line; source id a_fine_03_red_9"/>
          <p:cNvCxnSpPr/>
          <p:nvPr/>
        </p:nvCxnSpPr>
        <p:spPr>
          <a:xfrm flipV="1">
            <a:off x="1410306" y="2253424"/>
            <a:ext cx="155849" cy="132855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a_fine_04_red_6" descr="Editable line; source id a_fine_04_red_6"/>
          <p:cNvCxnSpPr/>
          <p:nvPr/>
        </p:nvCxnSpPr>
        <p:spPr>
          <a:xfrm>
            <a:off x="2000489" y="2253424"/>
            <a:ext cx="360241" cy="0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a_fine_04_red_7" descr="Editable line; source id a_fine_04_red_7"/>
          <p:cNvCxnSpPr/>
          <p:nvPr/>
        </p:nvCxnSpPr>
        <p:spPr>
          <a:xfrm flipH="1">
            <a:off x="2202326" y="2253424"/>
            <a:ext cx="158404" cy="132855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a_fine_04_red_8" descr="Editable line; source id a_fine_04_red_8"/>
          <p:cNvCxnSpPr/>
          <p:nvPr/>
        </p:nvCxnSpPr>
        <p:spPr>
          <a:xfrm flipH="1">
            <a:off x="1844640" y="2386279"/>
            <a:ext cx="357686" cy="0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a_fine_04_red_9" descr="Editable line; source id a_fine_04_red_9"/>
          <p:cNvCxnSpPr/>
          <p:nvPr/>
        </p:nvCxnSpPr>
        <p:spPr>
          <a:xfrm flipV="1">
            <a:off x="1844640" y="2253424"/>
            <a:ext cx="155849" cy="132855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a_fine_05_red_6" descr="Editable line; source id a_fine_05_red_6"/>
          <p:cNvCxnSpPr/>
          <p:nvPr/>
        </p:nvCxnSpPr>
        <p:spPr>
          <a:xfrm>
            <a:off x="528865" y="2411828"/>
            <a:ext cx="365351" cy="0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a_fine_05_red_7" descr="Editable line; source id a_fine_05_red_7"/>
          <p:cNvCxnSpPr/>
          <p:nvPr/>
        </p:nvCxnSpPr>
        <p:spPr>
          <a:xfrm flipH="1">
            <a:off x="735812" y="2411828"/>
            <a:ext cx="158404" cy="132855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a_fine_05_red_8" descr="Editable line; source id a_fine_05_red_8"/>
          <p:cNvCxnSpPr/>
          <p:nvPr/>
        </p:nvCxnSpPr>
        <p:spPr>
          <a:xfrm flipH="1">
            <a:off x="373015" y="2544683"/>
            <a:ext cx="362797" cy="0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a_fine_05_red_9" descr="Editable line; source id a_fine_05_red_9"/>
          <p:cNvCxnSpPr/>
          <p:nvPr/>
        </p:nvCxnSpPr>
        <p:spPr>
          <a:xfrm flipV="1">
            <a:off x="373015" y="2411828"/>
            <a:ext cx="155850" cy="132855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a_fine_06_red_6" descr="Editable line; source id a_fine_06_red_6"/>
          <p:cNvCxnSpPr/>
          <p:nvPr/>
        </p:nvCxnSpPr>
        <p:spPr>
          <a:xfrm>
            <a:off x="958088" y="2411828"/>
            <a:ext cx="360242" cy="0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a_fine_06_red_7" descr="Editable line; source id a_fine_06_red_7"/>
          <p:cNvCxnSpPr/>
          <p:nvPr/>
        </p:nvCxnSpPr>
        <p:spPr>
          <a:xfrm flipH="1">
            <a:off x="1159926" y="2411828"/>
            <a:ext cx="158404" cy="132855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a_fine_06_red_8" descr="Editable line; source id a_fine_06_red_8"/>
          <p:cNvCxnSpPr/>
          <p:nvPr/>
        </p:nvCxnSpPr>
        <p:spPr>
          <a:xfrm flipH="1">
            <a:off x="802239" y="2544683"/>
            <a:ext cx="357687" cy="0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a_fine_06_red_9" descr="Editable line; source id a_fine_06_red_9"/>
          <p:cNvCxnSpPr/>
          <p:nvPr/>
        </p:nvCxnSpPr>
        <p:spPr>
          <a:xfrm flipV="1">
            <a:off x="802239" y="2411828"/>
            <a:ext cx="155849" cy="132855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a_fine_07_red_6" descr="Editable line; source id a_fine_07_red_6"/>
          <p:cNvCxnSpPr/>
          <p:nvPr/>
        </p:nvCxnSpPr>
        <p:spPr>
          <a:xfrm>
            <a:off x="1382202" y="2411828"/>
            <a:ext cx="365352" cy="0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a_fine_07_red_7" descr="Editable line; source id a_fine_07_red_7"/>
          <p:cNvCxnSpPr/>
          <p:nvPr/>
        </p:nvCxnSpPr>
        <p:spPr>
          <a:xfrm flipH="1">
            <a:off x="1589150" y="2411828"/>
            <a:ext cx="158404" cy="132855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a_fine_07_red_8" descr="Editable line; source id a_fine_07_red_8"/>
          <p:cNvCxnSpPr/>
          <p:nvPr/>
        </p:nvCxnSpPr>
        <p:spPr>
          <a:xfrm flipH="1">
            <a:off x="1226353" y="2544683"/>
            <a:ext cx="362797" cy="0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a_fine_07_red_9" descr="Editable line; source id a_fine_07_red_9"/>
          <p:cNvCxnSpPr/>
          <p:nvPr/>
        </p:nvCxnSpPr>
        <p:spPr>
          <a:xfrm flipV="1">
            <a:off x="1226353" y="2411828"/>
            <a:ext cx="155849" cy="132855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a_fine_08_red_6" descr="Editable line; source id a_fine_08_red_6"/>
          <p:cNvCxnSpPr/>
          <p:nvPr/>
        </p:nvCxnSpPr>
        <p:spPr>
          <a:xfrm>
            <a:off x="1816536" y="2416938"/>
            <a:ext cx="365351" cy="0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a_fine_08_red_7" descr="Editable line; source id a_fine_08_red_7"/>
          <p:cNvCxnSpPr/>
          <p:nvPr/>
        </p:nvCxnSpPr>
        <p:spPr>
          <a:xfrm flipH="1">
            <a:off x="2023483" y="2416938"/>
            <a:ext cx="158404" cy="132855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a_fine_08_red_8" descr="Editable line; source id a_fine_08_red_8"/>
          <p:cNvCxnSpPr/>
          <p:nvPr/>
        </p:nvCxnSpPr>
        <p:spPr>
          <a:xfrm flipH="1">
            <a:off x="1660687" y="2549793"/>
            <a:ext cx="362796" cy="0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a_fine_08_red_9" descr="Editable line; source id a_fine_08_red_9"/>
          <p:cNvCxnSpPr/>
          <p:nvPr/>
        </p:nvCxnSpPr>
        <p:spPr>
          <a:xfrm flipV="1">
            <a:off x="1660687" y="2416938"/>
            <a:ext cx="155849" cy="132855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a_fine_09_red_6" descr="Editable line; source id a_fine_09_red_6"/>
          <p:cNvCxnSpPr/>
          <p:nvPr/>
        </p:nvCxnSpPr>
        <p:spPr>
          <a:xfrm>
            <a:off x="355131" y="2570232"/>
            <a:ext cx="360241" cy="0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a_fine_09_red_7" descr="Editable line; source id a_fine_09_red_7"/>
          <p:cNvCxnSpPr/>
          <p:nvPr/>
        </p:nvCxnSpPr>
        <p:spPr>
          <a:xfrm flipH="1">
            <a:off x="556968" y="2570232"/>
            <a:ext cx="158404" cy="132855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a_fine_09_red_8" descr="Editable line; source id a_fine_09_red_8"/>
          <p:cNvCxnSpPr/>
          <p:nvPr/>
        </p:nvCxnSpPr>
        <p:spPr>
          <a:xfrm flipH="1">
            <a:off x="199282" y="2703087"/>
            <a:ext cx="357686" cy="0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a_fine_09_red_9" descr="Editable line; source id a_fine_09_red_9"/>
          <p:cNvCxnSpPr/>
          <p:nvPr/>
        </p:nvCxnSpPr>
        <p:spPr>
          <a:xfrm flipV="1">
            <a:off x="199282" y="2570232"/>
            <a:ext cx="155849" cy="132855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a_fine_10_red_6" descr="Editable line; source id a_fine_10_red_6"/>
          <p:cNvCxnSpPr/>
          <p:nvPr/>
        </p:nvCxnSpPr>
        <p:spPr>
          <a:xfrm>
            <a:off x="779245" y="2570232"/>
            <a:ext cx="360241" cy="0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a_fine_10_red_7" descr="Editable line; source id a_fine_10_red_7"/>
          <p:cNvCxnSpPr/>
          <p:nvPr/>
        </p:nvCxnSpPr>
        <p:spPr>
          <a:xfrm flipH="1">
            <a:off x="981082" y="2570232"/>
            <a:ext cx="158404" cy="132855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a_fine_10_red_8" descr="Editable line; source id a_fine_10_red_8"/>
          <p:cNvCxnSpPr/>
          <p:nvPr/>
        </p:nvCxnSpPr>
        <p:spPr>
          <a:xfrm flipH="1">
            <a:off x="623396" y="2703087"/>
            <a:ext cx="357686" cy="0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a_fine_10_red_9" descr="Editable line; source id a_fine_10_red_9"/>
          <p:cNvCxnSpPr/>
          <p:nvPr/>
        </p:nvCxnSpPr>
        <p:spPr>
          <a:xfrm flipV="1">
            <a:off x="623396" y="2570232"/>
            <a:ext cx="155849" cy="132855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a_fine_11_red_6" descr="Editable line; source id a_fine_11_red_6"/>
          <p:cNvCxnSpPr/>
          <p:nvPr/>
        </p:nvCxnSpPr>
        <p:spPr>
          <a:xfrm>
            <a:off x="1208469" y="2575342"/>
            <a:ext cx="360241" cy="0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a_fine_11_red_7" descr="Editable line; source id a_fine_11_red_7"/>
          <p:cNvCxnSpPr/>
          <p:nvPr/>
        </p:nvCxnSpPr>
        <p:spPr>
          <a:xfrm flipH="1">
            <a:off x="1410306" y="2575342"/>
            <a:ext cx="158404" cy="132855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a_fine_11_red_8" descr="Editable line; source id a_fine_11_red_8"/>
          <p:cNvCxnSpPr/>
          <p:nvPr/>
        </p:nvCxnSpPr>
        <p:spPr>
          <a:xfrm flipH="1">
            <a:off x="1052620" y="2708197"/>
            <a:ext cx="357686" cy="0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a_fine_11_red_9" descr="Editable line; source id a_fine_11_red_9"/>
          <p:cNvCxnSpPr/>
          <p:nvPr/>
        </p:nvCxnSpPr>
        <p:spPr>
          <a:xfrm flipV="1">
            <a:off x="1052620" y="2575342"/>
            <a:ext cx="155849" cy="132855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a_fine_12_red_6" descr="Editable line; source id a_fine_12_red_6"/>
          <p:cNvCxnSpPr/>
          <p:nvPr/>
        </p:nvCxnSpPr>
        <p:spPr>
          <a:xfrm>
            <a:off x="1642802" y="2575342"/>
            <a:ext cx="360242" cy="0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a_fine_12_red_7" descr="Editable line; source id a_fine_12_red_7"/>
          <p:cNvCxnSpPr/>
          <p:nvPr/>
        </p:nvCxnSpPr>
        <p:spPr>
          <a:xfrm flipH="1">
            <a:off x="1844640" y="2575342"/>
            <a:ext cx="158404" cy="132855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a_fine_12_red_8" descr="Editable line; source id a_fine_12_red_8"/>
          <p:cNvCxnSpPr/>
          <p:nvPr/>
        </p:nvCxnSpPr>
        <p:spPr>
          <a:xfrm flipH="1">
            <a:off x="1486953" y="2708197"/>
            <a:ext cx="357687" cy="0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a_fine_12_red_9" descr="Editable line; source id a_fine_12_red_9"/>
          <p:cNvCxnSpPr/>
          <p:nvPr/>
        </p:nvCxnSpPr>
        <p:spPr>
          <a:xfrm flipV="1">
            <a:off x="1486953" y="2575342"/>
            <a:ext cx="155849" cy="132855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a_fine_13_red_6" descr="Editable line; source id a_fine_13_red_6"/>
          <p:cNvCxnSpPr/>
          <p:nvPr/>
        </p:nvCxnSpPr>
        <p:spPr>
          <a:xfrm>
            <a:off x="171178" y="2728636"/>
            <a:ext cx="365351" cy="0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a_fine_13_red_7" descr="Editable line; source id a_fine_13_red_7"/>
          <p:cNvCxnSpPr/>
          <p:nvPr/>
        </p:nvCxnSpPr>
        <p:spPr>
          <a:xfrm flipH="1">
            <a:off x="378125" y="2728636"/>
            <a:ext cx="158404" cy="132855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a_fine_13_red_8" descr="Editable line; source id a_fine_13_red_8"/>
          <p:cNvCxnSpPr/>
          <p:nvPr/>
        </p:nvCxnSpPr>
        <p:spPr>
          <a:xfrm flipH="1">
            <a:off x="15329" y="2861491"/>
            <a:ext cx="362796" cy="0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a_fine_13_red_9" descr="Editable line; source id a_fine_13_red_9"/>
          <p:cNvCxnSpPr/>
          <p:nvPr/>
        </p:nvCxnSpPr>
        <p:spPr>
          <a:xfrm flipV="1">
            <a:off x="15329" y="2728636"/>
            <a:ext cx="155849" cy="132855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a_fine_14_red_6" descr="Editable line; source id a_fine_14_red_6"/>
          <p:cNvCxnSpPr/>
          <p:nvPr/>
        </p:nvCxnSpPr>
        <p:spPr>
          <a:xfrm>
            <a:off x="600402" y="2728636"/>
            <a:ext cx="360241" cy="0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a_fine_14_red_7" descr="Editable line; source id a_fine_14_red_7"/>
          <p:cNvCxnSpPr/>
          <p:nvPr/>
        </p:nvCxnSpPr>
        <p:spPr>
          <a:xfrm flipH="1">
            <a:off x="802239" y="2728636"/>
            <a:ext cx="158404" cy="132855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a_fine_14_red_8" descr="Editable line; source id a_fine_14_red_8"/>
          <p:cNvCxnSpPr/>
          <p:nvPr/>
        </p:nvCxnSpPr>
        <p:spPr>
          <a:xfrm flipH="1">
            <a:off x="444553" y="2861491"/>
            <a:ext cx="357686" cy="0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a_fine_14_red_9" descr="Editable line; source id a_fine_14_red_9"/>
          <p:cNvCxnSpPr/>
          <p:nvPr/>
        </p:nvCxnSpPr>
        <p:spPr>
          <a:xfrm flipV="1">
            <a:off x="444553" y="2728636"/>
            <a:ext cx="155849" cy="132855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a_fine_15_red_6" descr="Editable line; source id a_fine_15_red_6"/>
          <p:cNvCxnSpPr/>
          <p:nvPr/>
        </p:nvCxnSpPr>
        <p:spPr>
          <a:xfrm>
            <a:off x="1024516" y="2728636"/>
            <a:ext cx="365351" cy="0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a_fine_15_red_7" descr="Editable line; source id a_fine_15_red_7"/>
          <p:cNvCxnSpPr/>
          <p:nvPr/>
        </p:nvCxnSpPr>
        <p:spPr>
          <a:xfrm flipH="1">
            <a:off x="1231463" y="2728636"/>
            <a:ext cx="158404" cy="132855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a_fine_15_red_8" descr="Editable line; source id a_fine_15_red_8"/>
          <p:cNvCxnSpPr/>
          <p:nvPr/>
        </p:nvCxnSpPr>
        <p:spPr>
          <a:xfrm flipH="1">
            <a:off x="868667" y="2861491"/>
            <a:ext cx="362796" cy="0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a_fine_15_red_9" descr="Editable line; source id a_fine_15_red_9"/>
          <p:cNvCxnSpPr/>
          <p:nvPr/>
        </p:nvCxnSpPr>
        <p:spPr>
          <a:xfrm flipV="1">
            <a:off x="868667" y="2728636"/>
            <a:ext cx="155849" cy="132855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a_fine_16_red_6" descr="Editable line; source id a_fine_16_red_6"/>
          <p:cNvCxnSpPr/>
          <p:nvPr/>
        </p:nvCxnSpPr>
        <p:spPr>
          <a:xfrm>
            <a:off x="1453740" y="2733746"/>
            <a:ext cx="365351" cy="0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a_fine_16_red_7" descr="Editable line; source id a_fine_16_red_7"/>
          <p:cNvCxnSpPr/>
          <p:nvPr/>
        </p:nvCxnSpPr>
        <p:spPr>
          <a:xfrm flipH="1">
            <a:off x="1660687" y="2733746"/>
            <a:ext cx="158404" cy="132855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a_fine_16_red_8" descr="Editable line; source id a_fine_16_red_8"/>
          <p:cNvCxnSpPr/>
          <p:nvPr/>
        </p:nvCxnSpPr>
        <p:spPr>
          <a:xfrm flipH="1">
            <a:off x="1297890" y="2866601"/>
            <a:ext cx="362797" cy="0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a_fine_16_red_9" descr="Editable line; source id a_fine_16_red_9"/>
          <p:cNvCxnSpPr/>
          <p:nvPr/>
        </p:nvCxnSpPr>
        <p:spPr>
          <a:xfrm flipV="1">
            <a:off x="1297890" y="2733746"/>
            <a:ext cx="155850" cy="132855"/>
          </a:xfrm>
          <a:prstGeom prst="line">
            <a:avLst/>
          </a:prstGeom>
          <a:ln w="7153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b_l_tl_red_6" descr="Editable line; source id b_l_tl_red_6"/>
          <p:cNvCxnSpPr/>
          <p:nvPr/>
        </p:nvCxnSpPr>
        <p:spPr>
          <a:xfrm>
            <a:off x="3569200" y="983637"/>
            <a:ext cx="786910" cy="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b_l_tl_red_7" descr="Editable line; source id b_l_tl_red_7"/>
          <p:cNvCxnSpPr/>
          <p:nvPr/>
        </p:nvCxnSpPr>
        <p:spPr>
          <a:xfrm>
            <a:off x="4356110" y="983637"/>
            <a:ext cx="0" cy="786911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b_l_tl_red_8" descr="Editable line; source id b_l_tl_red_8"/>
          <p:cNvCxnSpPr/>
          <p:nvPr/>
        </p:nvCxnSpPr>
        <p:spPr>
          <a:xfrm flipH="1">
            <a:off x="3569200" y="1770548"/>
            <a:ext cx="786910" cy="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b_l_tl_red_9" descr="Editable line; source id b_l_tl_red_9"/>
          <p:cNvCxnSpPr/>
          <p:nvPr/>
        </p:nvCxnSpPr>
        <p:spPr>
          <a:xfrm flipV="1">
            <a:off x="3569200" y="983637"/>
            <a:ext cx="0" cy="786911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b_l_tr_red_6" descr="Editable line; source id b_l_tr_red_6"/>
          <p:cNvCxnSpPr/>
          <p:nvPr/>
        </p:nvCxnSpPr>
        <p:spPr>
          <a:xfrm>
            <a:off x="4427647" y="983637"/>
            <a:ext cx="786911" cy="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b_l_tr_red_7" descr="Editable line; source id b_l_tr_red_7"/>
          <p:cNvCxnSpPr/>
          <p:nvPr/>
        </p:nvCxnSpPr>
        <p:spPr>
          <a:xfrm>
            <a:off x="5214558" y="983637"/>
            <a:ext cx="0" cy="786911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b_l_tr_red_8" descr="Editable line; source id b_l_tr_red_8"/>
          <p:cNvCxnSpPr/>
          <p:nvPr/>
        </p:nvCxnSpPr>
        <p:spPr>
          <a:xfrm flipH="1">
            <a:off x="4427647" y="1770548"/>
            <a:ext cx="786911" cy="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b_l_tr_red_9" descr="Editable line; source id b_l_tr_red_9"/>
          <p:cNvCxnSpPr/>
          <p:nvPr/>
        </p:nvCxnSpPr>
        <p:spPr>
          <a:xfrm flipV="1">
            <a:off x="4427647" y="983637"/>
            <a:ext cx="0" cy="786911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b_l_bl_red_6" descr="Editable line; source id b_l_bl_red_6"/>
          <p:cNvCxnSpPr/>
          <p:nvPr/>
        </p:nvCxnSpPr>
        <p:spPr>
          <a:xfrm>
            <a:off x="3569200" y="1867634"/>
            <a:ext cx="786910" cy="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b_l_bl_red_7" descr="Editable line; source id b_l_bl_red_7"/>
          <p:cNvCxnSpPr/>
          <p:nvPr/>
        </p:nvCxnSpPr>
        <p:spPr>
          <a:xfrm>
            <a:off x="4356110" y="1867634"/>
            <a:ext cx="0" cy="78180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b_l_bl_red_8" descr="Editable line; source id b_l_bl_red_8"/>
          <p:cNvCxnSpPr/>
          <p:nvPr/>
        </p:nvCxnSpPr>
        <p:spPr>
          <a:xfrm flipH="1">
            <a:off x="3569200" y="2649434"/>
            <a:ext cx="786910" cy="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b_l_bl_red_9" descr="Editable line; source id b_l_bl_red_9"/>
          <p:cNvCxnSpPr/>
          <p:nvPr/>
        </p:nvCxnSpPr>
        <p:spPr>
          <a:xfrm flipV="1">
            <a:off x="3569200" y="1867634"/>
            <a:ext cx="0" cy="78180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b_l_br_red_6" descr="Editable line; source id b_l_br_red_6"/>
          <p:cNvCxnSpPr/>
          <p:nvPr/>
        </p:nvCxnSpPr>
        <p:spPr>
          <a:xfrm>
            <a:off x="4427647" y="1867634"/>
            <a:ext cx="786911" cy="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b_l_br_red_7" descr="Editable line; source id b_l_br_red_7"/>
          <p:cNvCxnSpPr/>
          <p:nvPr/>
        </p:nvCxnSpPr>
        <p:spPr>
          <a:xfrm>
            <a:off x="5214558" y="1867634"/>
            <a:ext cx="0" cy="78180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b_l_br_red_8" descr="Editable line; source id b_l_br_red_8"/>
          <p:cNvCxnSpPr/>
          <p:nvPr/>
        </p:nvCxnSpPr>
        <p:spPr>
          <a:xfrm flipH="1">
            <a:off x="4427647" y="2649434"/>
            <a:ext cx="786911" cy="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b_l_br_red_9" descr="Editable line; source id b_l_br_red_9"/>
          <p:cNvCxnSpPr/>
          <p:nvPr/>
        </p:nvCxnSpPr>
        <p:spPr>
          <a:xfrm flipV="1">
            <a:off x="4427647" y="1867634"/>
            <a:ext cx="0" cy="78180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b_r_0_0_red_2" descr="Editable line; source id b_r_0_0_red_2"/>
          <p:cNvCxnSpPr/>
          <p:nvPr/>
        </p:nvCxnSpPr>
        <p:spPr>
          <a:xfrm>
            <a:off x="5602903" y="978528"/>
            <a:ext cx="388345" cy="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b_r_0_0_red_3" descr="Editable line; source id b_r_0_0_red_3"/>
          <p:cNvCxnSpPr/>
          <p:nvPr/>
        </p:nvCxnSpPr>
        <p:spPr>
          <a:xfrm>
            <a:off x="5991248" y="978528"/>
            <a:ext cx="0" cy="383235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b_r_0_0_red_4" descr="Editable line; source id b_r_0_0_red_4"/>
          <p:cNvCxnSpPr/>
          <p:nvPr/>
        </p:nvCxnSpPr>
        <p:spPr>
          <a:xfrm flipH="1">
            <a:off x="5602903" y="1361763"/>
            <a:ext cx="388345" cy="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b_r_0_0_red_5" descr="Editable line; source id b_r_0_0_red_5"/>
          <p:cNvCxnSpPr/>
          <p:nvPr/>
        </p:nvCxnSpPr>
        <p:spPr>
          <a:xfrm flipV="1">
            <a:off x="5602903" y="978528"/>
            <a:ext cx="0" cy="383235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b_r_0_1_red_4" descr="Editable line; source id b_r_0_1_red_4"/>
          <p:cNvCxnSpPr/>
          <p:nvPr/>
        </p:nvCxnSpPr>
        <p:spPr>
          <a:xfrm>
            <a:off x="6052566" y="978528"/>
            <a:ext cx="776691" cy="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b_r_0_1_red_5" descr="Editable line; source id b_r_0_1_red_5"/>
          <p:cNvCxnSpPr/>
          <p:nvPr/>
        </p:nvCxnSpPr>
        <p:spPr>
          <a:xfrm>
            <a:off x="6829257" y="978528"/>
            <a:ext cx="0" cy="383235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b_r_0_1_red_6" descr="Editable line; source id b_r_0_1_red_6"/>
          <p:cNvCxnSpPr/>
          <p:nvPr/>
        </p:nvCxnSpPr>
        <p:spPr>
          <a:xfrm flipH="1">
            <a:off x="6052566" y="1361763"/>
            <a:ext cx="776691" cy="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b_r_0_1_red_7" descr="Editable line; source id b_r_0_1_red_7"/>
          <p:cNvCxnSpPr/>
          <p:nvPr/>
        </p:nvCxnSpPr>
        <p:spPr>
          <a:xfrm flipV="1">
            <a:off x="6052566" y="978528"/>
            <a:ext cx="0" cy="383235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b_r_0_2_red_2" descr="Editable line; source id b_r_0_2_red_2"/>
          <p:cNvCxnSpPr/>
          <p:nvPr/>
        </p:nvCxnSpPr>
        <p:spPr>
          <a:xfrm>
            <a:off x="6895684" y="978528"/>
            <a:ext cx="388345" cy="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b_r_0_2_red_3" descr="Editable line; source id b_r_0_2_red_3"/>
          <p:cNvCxnSpPr/>
          <p:nvPr/>
        </p:nvCxnSpPr>
        <p:spPr>
          <a:xfrm>
            <a:off x="7284029" y="978528"/>
            <a:ext cx="0" cy="383235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b_r_0_2_red_4" descr="Editable line; source id b_r_0_2_red_4"/>
          <p:cNvCxnSpPr/>
          <p:nvPr/>
        </p:nvCxnSpPr>
        <p:spPr>
          <a:xfrm flipH="1">
            <a:off x="6895684" y="1361763"/>
            <a:ext cx="388345" cy="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b_r_0_2_red_5" descr="Editable line; source id b_r_0_2_red_5"/>
          <p:cNvCxnSpPr/>
          <p:nvPr/>
        </p:nvCxnSpPr>
        <p:spPr>
          <a:xfrm flipV="1">
            <a:off x="6895684" y="978528"/>
            <a:ext cx="0" cy="383235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b_r_1_0_red_4" descr="Editable line; source id b_r_1_0_red_4"/>
          <p:cNvCxnSpPr/>
          <p:nvPr/>
        </p:nvCxnSpPr>
        <p:spPr>
          <a:xfrm>
            <a:off x="5602903" y="1423081"/>
            <a:ext cx="388345" cy="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b_r_1_0_red_5" descr="Editable line; source id b_r_1_0_red_5"/>
          <p:cNvCxnSpPr/>
          <p:nvPr/>
        </p:nvCxnSpPr>
        <p:spPr>
          <a:xfrm>
            <a:off x="5991248" y="1423081"/>
            <a:ext cx="0" cy="77669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b_r_1_0_red_6" descr="Editable line; source id b_r_1_0_red_6"/>
          <p:cNvCxnSpPr/>
          <p:nvPr/>
        </p:nvCxnSpPr>
        <p:spPr>
          <a:xfrm flipH="1">
            <a:off x="5602903" y="2199771"/>
            <a:ext cx="388345" cy="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b_r_1_0_red_7" descr="Editable line; source id b_r_1_0_red_7"/>
          <p:cNvCxnSpPr/>
          <p:nvPr/>
        </p:nvCxnSpPr>
        <p:spPr>
          <a:xfrm flipV="1">
            <a:off x="5602903" y="1423081"/>
            <a:ext cx="0" cy="77669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b_r_1_1_red_6" descr="Editable line; source id b_r_1_1_red_6"/>
          <p:cNvCxnSpPr/>
          <p:nvPr/>
        </p:nvCxnSpPr>
        <p:spPr>
          <a:xfrm>
            <a:off x="6052566" y="1423081"/>
            <a:ext cx="786910" cy="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b_r_1_1_red_7" descr="Editable line; source id b_r_1_1_red_7"/>
          <p:cNvCxnSpPr/>
          <p:nvPr/>
        </p:nvCxnSpPr>
        <p:spPr>
          <a:xfrm>
            <a:off x="6839476" y="1423081"/>
            <a:ext cx="0" cy="77669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b_r_1_1_red_8" descr="Editable line; source id b_r_1_1_red_8"/>
          <p:cNvCxnSpPr/>
          <p:nvPr/>
        </p:nvCxnSpPr>
        <p:spPr>
          <a:xfrm flipH="1">
            <a:off x="6052566" y="2199771"/>
            <a:ext cx="786910" cy="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b_r_1_1_red_9" descr="Editable line; source id b_r_1_1_red_9"/>
          <p:cNvCxnSpPr/>
          <p:nvPr/>
        </p:nvCxnSpPr>
        <p:spPr>
          <a:xfrm flipV="1">
            <a:off x="6052566" y="1423081"/>
            <a:ext cx="0" cy="77669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b_r_1_2_red_4" descr="Editable line; source id b_r_1_2_red_4"/>
          <p:cNvCxnSpPr/>
          <p:nvPr/>
        </p:nvCxnSpPr>
        <p:spPr>
          <a:xfrm>
            <a:off x="6895684" y="1423081"/>
            <a:ext cx="388345" cy="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b_r_1_2_red_5" descr="Editable line; source id b_r_1_2_red_5"/>
          <p:cNvCxnSpPr/>
          <p:nvPr/>
        </p:nvCxnSpPr>
        <p:spPr>
          <a:xfrm>
            <a:off x="7284029" y="1423081"/>
            <a:ext cx="0" cy="77669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b_r_1_2_red_6" descr="Editable line; source id b_r_1_2_red_6"/>
          <p:cNvCxnSpPr/>
          <p:nvPr/>
        </p:nvCxnSpPr>
        <p:spPr>
          <a:xfrm flipH="1">
            <a:off x="6895684" y="2199771"/>
            <a:ext cx="388345" cy="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b_r_1_2_red_7" descr="Editable line; source id b_r_1_2_red_7"/>
          <p:cNvCxnSpPr/>
          <p:nvPr/>
        </p:nvCxnSpPr>
        <p:spPr>
          <a:xfrm flipV="1">
            <a:off x="6895684" y="1423081"/>
            <a:ext cx="0" cy="77669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b_r_2_0_red_2" descr="Editable line; source id b_r_2_0_red_2"/>
          <p:cNvCxnSpPr/>
          <p:nvPr/>
        </p:nvCxnSpPr>
        <p:spPr>
          <a:xfrm>
            <a:off x="5602903" y="2266199"/>
            <a:ext cx="388345" cy="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b_r_2_0_red_3" descr="Editable line; source id b_r_2_0_red_3"/>
          <p:cNvCxnSpPr/>
          <p:nvPr/>
        </p:nvCxnSpPr>
        <p:spPr>
          <a:xfrm>
            <a:off x="5991248" y="2266199"/>
            <a:ext cx="0" cy="383235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b_r_2_0_red_4" descr="Editable line; source id b_r_2_0_red_4"/>
          <p:cNvCxnSpPr/>
          <p:nvPr/>
        </p:nvCxnSpPr>
        <p:spPr>
          <a:xfrm flipH="1">
            <a:off x="5602903" y="2649434"/>
            <a:ext cx="388345" cy="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b_r_2_0_red_5" descr="Editable line; source id b_r_2_0_red_5"/>
          <p:cNvCxnSpPr/>
          <p:nvPr/>
        </p:nvCxnSpPr>
        <p:spPr>
          <a:xfrm flipV="1">
            <a:off x="5602903" y="2266199"/>
            <a:ext cx="0" cy="383235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b_r_2_1_red_4" descr="Editable line; source id b_r_2_1_red_4"/>
          <p:cNvCxnSpPr/>
          <p:nvPr/>
        </p:nvCxnSpPr>
        <p:spPr>
          <a:xfrm>
            <a:off x="6052566" y="2266199"/>
            <a:ext cx="776691" cy="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b_r_2_1_red_5" descr="Editable line; source id b_r_2_1_red_5"/>
          <p:cNvCxnSpPr/>
          <p:nvPr/>
        </p:nvCxnSpPr>
        <p:spPr>
          <a:xfrm>
            <a:off x="6829257" y="2266199"/>
            <a:ext cx="0" cy="383235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b_r_2_1_red_6" descr="Editable line; source id b_r_2_1_red_6"/>
          <p:cNvCxnSpPr/>
          <p:nvPr/>
        </p:nvCxnSpPr>
        <p:spPr>
          <a:xfrm flipH="1">
            <a:off x="6052566" y="2649434"/>
            <a:ext cx="776691" cy="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b_r_2_1_red_7" descr="Editable line; source id b_r_2_1_red_7"/>
          <p:cNvCxnSpPr/>
          <p:nvPr/>
        </p:nvCxnSpPr>
        <p:spPr>
          <a:xfrm flipV="1">
            <a:off x="6052566" y="2266199"/>
            <a:ext cx="0" cy="383235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b_r_2_2_red_2" descr="Editable line; source id b_r_2_2_red_2"/>
          <p:cNvCxnSpPr/>
          <p:nvPr/>
        </p:nvCxnSpPr>
        <p:spPr>
          <a:xfrm>
            <a:off x="6895684" y="2266199"/>
            <a:ext cx="388345" cy="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b_r_2_2_red_3" descr="Editable line; source id b_r_2_2_red_3"/>
          <p:cNvCxnSpPr/>
          <p:nvPr/>
        </p:nvCxnSpPr>
        <p:spPr>
          <a:xfrm>
            <a:off x="7284029" y="2266199"/>
            <a:ext cx="0" cy="383235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b_r_2_2_red_4" descr="Editable line; source id b_r_2_2_red_4"/>
          <p:cNvCxnSpPr/>
          <p:nvPr/>
        </p:nvCxnSpPr>
        <p:spPr>
          <a:xfrm flipH="1">
            <a:off x="6895684" y="2649434"/>
            <a:ext cx="388345" cy="0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b_r_2_2_red_5" descr="Editable line; source id b_r_2_2_red_5"/>
          <p:cNvCxnSpPr/>
          <p:nvPr/>
        </p:nvCxnSpPr>
        <p:spPr>
          <a:xfrm flipV="1">
            <a:off x="6895684" y="2266199"/>
            <a:ext cx="0" cy="383235"/>
          </a:xfrm>
          <a:prstGeom prst="line">
            <a:avLst/>
          </a:prstGeom>
          <a:ln w="15329">
            <a:solidFill>
              <a:srgbClr val="A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" name="b_window_key" descr="Editable shape; source id b_window_key"/>
          <p:cNvSpPr/>
          <p:nvPr/>
        </p:nvSpPr>
        <p:spPr>
          <a:xfrm>
            <a:off x="7784791" y="978528"/>
            <a:ext cx="383235" cy="388345"/>
          </a:xfrm>
          <a:prstGeom prst="rect">
            <a:avLst/>
          </a:prstGeom>
          <a:noFill/>
          <a:ln w="15329">
            <a:solidFill>
              <a:srgbClr val="A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b_patch_key" descr="Editable shape; source id b_patch_key"/>
          <p:cNvSpPr/>
          <p:nvPr/>
        </p:nvSpPr>
        <p:spPr>
          <a:xfrm>
            <a:off x="7892097" y="1870189"/>
            <a:ext cx="168623" cy="168623"/>
          </a:xfrm>
          <a:prstGeom prst="rect">
            <a:avLst/>
          </a:prstGeom>
          <a:solidFill>
            <a:srgbClr val="FAFAFA"/>
          </a:solidFill>
          <a:ln w="16862">
            <a:solidFill>
              <a:srgbClr val="AAA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c_left_mlp_box" descr="Editable shape; source id c_left_mlp_box"/>
          <p:cNvSpPr/>
          <p:nvPr/>
        </p:nvSpPr>
        <p:spPr>
          <a:xfrm>
            <a:off x="9195097" y="572298"/>
            <a:ext cx="572298" cy="229941"/>
          </a:xfrm>
          <a:prstGeom prst="rect">
            <a:avLst/>
          </a:prstGeom>
          <a:solidFill>
            <a:srgbClr val="ACC6E9"/>
          </a:solidFill>
          <a:ln w="10730">
            <a:solidFill>
              <a:srgbClr val="1D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c_left_ln_top_box" descr="Editable shape; source id c_left_ln_top_box"/>
          <p:cNvSpPr/>
          <p:nvPr/>
        </p:nvSpPr>
        <p:spPr>
          <a:xfrm>
            <a:off x="9195097" y="988747"/>
            <a:ext cx="572298" cy="255490"/>
          </a:xfrm>
          <a:prstGeom prst="rect">
            <a:avLst/>
          </a:prstGeom>
          <a:solidFill>
            <a:srgbClr val="D6E8D2"/>
          </a:solidFill>
          <a:ln w="10730">
            <a:solidFill>
              <a:srgbClr val="1D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c_left_msa_box" descr="Editable shape; source id c_left_msa_box"/>
          <p:cNvSpPr/>
          <p:nvPr/>
        </p:nvSpPr>
        <p:spPr>
          <a:xfrm>
            <a:off x="9195097" y="1744999"/>
            <a:ext cx="572298" cy="252935"/>
          </a:xfrm>
          <a:prstGeom prst="rect">
            <a:avLst/>
          </a:prstGeom>
          <a:solidFill>
            <a:srgbClr val="CAA4BE"/>
          </a:solidFill>
          <a:ln w="10730">
            <a:solidFill>
              <a:srgbClr val="1D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c_left_ln_bottom_box" descr="Editable shape; source id c_left_ln_bottom_box"/>
          <p:cNvSpPr/>
          <p:nvPr/>
        </p:nvSpPr>
        <p:spPr>
          <a:xfrm>
            <a:off x="9195097" y="2176777"/>
            <a:ext cx="572298" cy="255490"/>
          </a:xfrm>
          <a:prstGeom prst="rect">
            <a:avLst/>
          </a:prstGeom>
          <a:solidFill>
            <a:srgbClr val="D6E8D2"/>
          </a:solidFill>
          <a:ln w="10730">
            <a:solidFill>
              <a:srgbClr val="1D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c_right_mlp_box" descr="Editable shape; source id c_right_mlp_box"/>
          <p:cNvSpPr/>
          <p:nvPr/>
        </p:nvSpPr>
        <p:spPr>
          <a:xfrm>
            <a:off x="10620734" y="569743"/>
            <a:ext cx="572298" cy="229941"/>
          </a:xfrm>
          <a:prstGeom prst="rect">
            <a:avLst/>
          </a:prstGeom>
          <a:solidFill>
            <a:srgbClr val="ACC6E9"/>
          </a:solidFill>
          <a:ln w="10730">
            <a:solidFill>
              <a:srgbClr val="1D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c_right_ln_top_box" descr="Editable shape; source id c_right_ln_top_box"/>
          <p:cNvSpPr/>
          <p:nvPr/>
        </p:nvSpPr>
        <p:spPr>
          <a:xfrm>
            <a:off x="10620734" y="983637"/>
            <a:ext cx="572298" cy="255490"/>
          </a:xfrm>
          <a:prstGeom prst="rect">
            <a:avLst/>
          </a:prstGeom>
          <a:solidFill>
            <a:srgbClr val="D6E8D2"/>
          </a:solidFill>
          <a:ln w="10730">
            <a:solidFill>
              <a:srgbClr val="1D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c_right_msa_box" descr="Editable shape; source id c_right_msa_box"/>
          <p:cNvSpPr/>
          <p:nvPr/>
        </p:nvSpPr>
        <p:spPr>
          <a:xfrm>
            <a:off x="10620734" y="1744999"/>
            <a:ext cx="572298" cy="252935"/>
          </a:xfrm>
          <a:prstGeom prst="rect">
            <a:avLst/>
          </a:prstGeom>
          <a:solidFill>
            <a:srgbClr val="CAA4BE"/>
          </a:solidFill>
          <a:ln w="10730">
            <a:solidFill>
              <a:srgbClr val="1D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c_right_ln_bottom_box" descr="Editable shape; source id c_right_ln_bottom_box"/>
          <p:cNvSpPr/>
          <p:nvPr/>
        </p:nvSpPr>
        <p:spPr>
          <a:xfrm>
            <a:off x="10620734" y="2174222"/>
            <a:ext cx="572298" cy="255490"/>
          </a:xfrm>
          <a:prstGeom prst="rect">
            <a:avLst/>
          </a:prstGeom>
          <a:solidFill>
            <a:srgbClr val="D6E8D2"/>
          </a:solidFill>
          <a:ln w="10730">
            <a:solidFill>
              <a:srgbClr val="1D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d_images_box" descr="Editable shape; source id d_images_box"/>
          <p:cNvSpPr/>
          <p:nvPr/>
        </p:nvSpPr>
        <p:spPr>
          <a:xfrm>
            <a:off x="1162481" y="4718906"/>
            <a:ext cx="789465" cy="564633"/>
          </a:xfrm>
          <a:prstGeom prst="rect">
            <a:avLst/>
          </a:prstGeom>
          <a:noFill/>
          <a:ln w="2452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d_partition_box" descr="Editable shape; source id d_partition_box"/>
          <p:cNvSpPr/>
          <p:nvPr/>
        </p:nvSpPr>
        <p:spPr>
          <a:xfrm>
            <a:off x="2215101" y="4090400"/>
            <a:ext cx="337247" cy="1811426"/>
          </a:xfrm>
          <a:prstGeom prst="roundRect">
            <a:avLst>
              <a:gd name="adj" fmla="val 16666"/>
            </a:avLst>
          </a:prstGeom>
          <a:noFill/>
          <a:ln w="2452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d_merge_1" descr="Editable shape; source id d_merge_1"/>
          <p:cNvSpPr/>
          <p:nvPr/>
        </p:nvSpPr>
        <p:spPr>
          <a:xfrm>
            <a:off x="2950913" y="4085290"/>
            <a:ext cx="337247" cy="1806316"/>
          </a:xfrm>
          <a:prstGeom prst="roundRect">
            <a:avLst>
              <a:gd name="adj" fmla="val 16666"/>
            </a:avLst>
          </a:prstGeom>
          <a:noFill/>
          <a:ln w="2452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d_block_1" descr="Editable shape; source id d_block_1"/>
          <p:cNvSpPr/>
          <p:nvPr/>
        </p:nvSpPr>
        <p:spPr>
          <a:xfrm>
            <a:off x="3558980" y="4100620"/>
            <a:ext cx="1067949" cy="1773103"/>
          </a:xfrm>
          <a:prstGeom prst="roundRect">
            <a:avLst>
              <a:gd name="adj" fmla="val 15311"/>
            </a:avLst>
          </a:prstGeom>
          <a:noFill/>
          <a:ln w="2248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d_merge_2" descr="Editable shape; source id d_merge_2"/>
          <p:cNvSpPr/>
          <p:nvPr/>
        </p:nvSpPr>
        <p:spPr>
          <a:xfrm>
            <a:off x="5084258" y="4085290"/>
            <a:ext cx="337247" cy="1806316"/>
          </a:xfrm>
          <a:prstGeom prst="roundRect">
            <a:avLst>
              <a:gd name="adj" fmla="val 16666"/>
            </a:avLst>
          </a:prstGeom>
          <a:noFill/>
          <a:ln w="2452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d_block_2" descr="Editable shape; source id d_block_2"/>
          <p:cNvSpPr/>
          <p:nvPr/>
        </p:nvSpPr>
        <p:spPr>
          <a:xfrm>
            <a:off x="5671885" y="4100620"/>
            <a:ext cx="1067949" cy="1773103"/>
          </a:xfrm>
          <a:prstGeom prst="roundRect">
            <a:avLst>
              <a:gd name="adj" fmla="val 15311"/>
            </a:avLst>
          </a:prstGeom>
          <a:noFill/>
          <a:ln w="2248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d_merge_3" descr="Editable shape; source id d_merge_3"/>
          <p:cNvSpPr/>
          <p:nvPr/>
        </p:nvSpPr>
        <p:spPr>
          <a:xfrm>
            <a:off x="7197163" y="4085290"/>
            <a:ext cx="337247" cy="1806316"/>
          </a:xfrm>
          <a:prstGeom prst="roundRect">
            <a:avLst>
              <a:gd name="adj" fmla="val 16666"/>
            </a:avLst>
          </a:prstGeom>
          <a:noFill/>
          <a:ln w="2452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d_block_3" descr="Editable shape; source id d_block_3"/>
          <p:cNvSpPr/>
          <p:nvPr/>
        </p:nvSpPr>
        <p:spPr>
          <a:xfrm>
            <a:off x="7754132" y="4100620"/>
            <a:ext cx="1067949" cy="1773103"/>
          </a:xfrm>
          <a:prstGeom prst="roundRect">
            <a:avLst>
              <a:gd name="adj" fmla="val 15311"/>
            </a:avLst>
          </a:prstGeom>
          <a:noFill/>
          <a:ln w="2248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d_merge_4" descr="Editable shape; source id d_merge_4"/>
          <p:cNvSpPr/>
          <p:nvPr/>
        </p:nvSpPr>
        <p:spPr>
          <a:xfrm>
            <a:off x="9325397" y="4085290"/>
            <a:ext cx="337247" cy="1806316"/>
          </a:xfrm>
          <a:prstGeom prst="roundRect">
            <a:avLst>
              <a:gd name="adj" fmla="val 16666"/>
            </a:avLst>
          </a:prstGeom>
          <a:noFill/>
          <a:ln w="2452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d_block_4" descr="Editable shape; source id d_block_4"/>
          <p:cNvSpPr/>
          <p:nvPr/>
        </p:nvSpPr>
        <p:spPr>
          <a:xfrm>
            <a:off x="9884921" y="4100620"/>
            <a:ext cx="1067949" cy="1773103"/>
          </a:xfrm>
          <a:prstGeom prst="roundRect">
            <a:avLst>
              <a:gd name="adj" fmla="val 15311"/>
            </a:avLst>
          </a:prstGeom>
          <a:noFill/>
          <a:ln w="2248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a_class_arrow" descr="Editable line; source id a_class_arrow"/>
          <p:cNvSpPr/>
          <p:nvPr/>
        </p:nvSpPr>
        <p:spPr>
          <a:xfrm>
            <a:off x="1308111" y="659165"/>
            <a:ext cx="51098" cy="127745"/>
          </a:xfrm>
          <a:custGeom>
            <a:avLst/>
            <a:gdLst/>
            <a:ahLst/>
            <a:cxnLst/>
            <a:rect l="l" t="t" r="r" b="b"/>
            <a:pathLst>
              <a:path w="10000" h="25000">
                <a:moveTo>
                  <a:pt x="4150" y="25000"/>
                </a:moveTo>
                <a:lnTo>
                  <a:pt x="4150" y="9000"/>
                </a:lnTo>
                <a:lnTo>
                  <a:pt x="0" y="9000"/>
                </a:lnTo>
                <a:lnTo>
                  <a:pt x="5000" y="0"/>
                </a:lnTo>
                <a:lnTo>
                  <a:pt x="10000" y="9000"/>
                </a:lnTo>
                <a:lnTo>
                  <a:pt x="5850" y="9000"/>
                </a:lnTo>
                <a:lnTo>
                  <a:pt x="5850" y="25000"/>
                </a:lnTo>
                <a:close/>
              </a:path>
            </a:pathLst>
          </a:custGeom>
          <a:solidFill>
            <a:srgbClr val="315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a_task_arrow" descr="Editable line; source id a_task_arrow"/>
          <p:cNvSpPr/>
          <p:nvPr/>
        </p:nvSpPr>
        <p:spPr>
          <a:xfrm>
            <a:off x="2529355" y="674495"/>
            <a:ext cx="56208" cy="1888074"/>
          </a:xfrm>
          <a:custGeom>
            <a:avLst/>
            <a:gdLst/>
            <a:ahLst/>
            <a:cxnLst/>
            <a:rect l="l" t="t" r="r" b="b"/>
            <a:pathLst>
              <a:path w="11000" h="369500">
                <a:moveTo>
                  <a:pt x="4600" y="369500"/>
                </a:moveTo>
                <a:lnTo>
                  <a:pt x="4600" y="12000"/>
                </a:lnTo>
                <a:lnTo>
                  <a:pt x="0" y="12000"/>
                </a:lnTo>
                <a:lnTo>
                  <a:pt x="5500" y="0"/>
                </a:lnTo>
                <a:lnTo>
                  <a:pt x="11000" y="12000"/>
                </a:lnTo>
                <a:lnTo>
                  <a:pt x="6400" y="12000"/>
                </a:lnTo>
                <a:lnTo>
                  <a:pt x="6400" y="3695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0" name="a_scale16_line" descr="Editable line; source id a_scale16_line"/>
          <p:cNvCxnSpPr/>
          <p:nvPr/>
        </p:nvCxnSpPr>
        <p:spPr>
          <a:xfrm>
            <a:off x="2072026" y="1142041"/>
            <a:ext cx="485432" cy="0"/>
          </a:xfrm>
          <a:prstGeom prst="line">
            <a:avLst/>
          </a:prstGeom>
          <a:ln w="868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a_scale8_line" descr="Editable line; source id a_scale8_line"/>
          <p:cNvCxnSpPr/>
          <p:nvPr/>
        </p:nvCxnSpPr>
        <p:spPr>
          <a:xfrm>
            <a:off x="2043922" y="1829310"/>
            <a:ext cx="513536" cy="0"/>
          </a:xfrm>
          <a:prstGeom prst="line">
            <a:avLst/>
          </a:prstGeom>
          <a:ln w="868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a_scale4_line" descr="Editable line; source id a_scale4_line"/>
          <p:cNvCxnSpPr/>
          <p:nvPr/>
        </p:nvCxnSpPr>
        <p:spPr>
          <a:xfrm>
            <a:off x="2043922" y="2562568"/>
            <a:ext cx="513536" cy="0"/>
          </a:xfrm>
          <a:prstGeom prst="line">
            <a:avLst/>
          </a:prstGeom>
          <a:ln w="8686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b_shift_arrow" descr="Editable line; source id b_shift_arrow"/>
          <p:cNvCxnSpPr/>
          <p:nvPr/>
        </p:nvCxnSpPr>
        <p:spPr>
          <a:xfrm>
            <a:off x="5270766" y="1854859"/>
            <a:ext cx="252935" cy="0"/>
          </a:xfrm>
          <a:prstGeom prst="line">
            <a:avLst/>
          </a:prstGeom>
          <a:ln w="16351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4" name="c_left_input" descr="Editable line; source id c_left_input"/>
          <p:cNvSpPr/>
          <p:nvPr/>
        </p:nvSpPr>
        <p:spPr>
          <a:xfrm>
            <a:off x="9437814" y="2432268"/>
            <a:ext cx="86867" cy="296369"/>
          </a:xfrm>
          <a:custGeom>
            <a:avLst/>
            <a:gdLst/>
            <a:ahLst/>
            <a:cxnLst/>
            <a:rect l="l" t="t" r="r" b="b"/>
            <a:pathLst>
              <a:path w="17000" h="58000">
                <a:moveTo>
                  <a:pt x="7500" y="58000"/>
                </a:moveTo>
                <a:lnTo>
                  <a:pt x="7500" y="15000"/>
                </a:lnTo>
                <a:lnTo>
                  <a:pt x="0" y="15000"/>
                </a:lnTo>
                <a:lnTo>
                  <a:pt x="8500" y="0"/>
                </a:lnTo>
                <a:lnTo>
                  <a:pt x="17000" y="15000"/>
                </a:lnTo>
                <a:lnTo>
                  <a:pt x="9500" y="15000"/>
                </a:lnTo>
                <a:lnTo>
                  <a:pt x="9500" y="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c_left_lower" descr="Editable line; source id c_left_lower"/>
          <p:cNvSpPr/>
          <p:nvPr/>
        </p:nvSpPr>
        <p:spPr>
          <a:xfrm>
            <a:off x="9437814" y="1997935"/>
            <a:ext cx="86867" cy="178843"/>
          </a:xfrm>
          <a:custGeom>
            <a:avLst/>
            <a:gdLst/>
            <a:ahLst/>
            <a:cxnLst/>
            <a:rect l="l" t="t" r="r" b="b"/>
            <a:pathLst>
              <a:path w="17000" h="35000">
                <a:moveTo>
                  <a:pt x="7500" y="35000"/>
                </a:moveTo>
                <a:lnTo>
                  <a:pt x="7500" y="15000"/>
                </a:lnTo>
                <a:lnTo>
                  <a:pt x="0" y="15000"/>
                </a:lnTo>
                <a:lnTo>
                  <a:pt x="8500" y="0"/>
                </a:lnTo>
                <a:lnTo>
                  <a:pt x="17000" y="15000"/>
                </a:lnTo>
                <a:lnTo>
                  <a:pt x="9500" y="15000"/>
                </a:lnTo>
                <a:lnTo>
                  <a:pt x="9500" y="35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c_left_middle" descr="Editable line; source id c_left_middle"/>
          <p:cNvSpPr/>
          <p:nvPr/>
        </p:nvSpPr>
        <p:spPr>
          <a:xfrm>
            <a:off x="9437814" y="1246793"/>
            <a:ext cx="86867" cy="498206"/>
          </a:xfrm>
          <a:custGeom>
            <a:avLst/>
            <a:gdLst/>
            <a:ahLst/>
            <a:cxnLst/>
            <a:rect l="l" t="t" r="r" b="b"/>
            <a:pathLst>
              <a:path w="17000" h="97500">
                <a:moveTo>
                  <a:pt x="7500" y="97500"/>
                </a:moveTo>
                <a:lnTo>
                  <a:pt x="7500" y="15000"/>
                </a:lnTo>
                <a:lnTo>
                  <a:pt x="0" y="15000"/>
                </a:lnTo>
                <a:lnTo>
                  <a:pt x="8500" y="0"/>
                </a:lnTo>
                <a:lnTo>
                  <a:pt x="17000" y="15000"/>
                </a:lnTo>
                <a:lnTo>
                  <a:pt x="9500" y="15000"/>
                </a:lnTo>
                <a:lnTo>
                  <a:pt x="9500" y="975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c_left_upper" descr="Editable line; source id c_left_upper"/>
          <p:cNvSpPr/>
          <p:nvPr/>
        </p:nvSpPr>
        <p:spPr>
          <a:xfrm>
            <a:off x="9437814" y="802240"/>
            <a:ext cx="86867" cy="186508"/>
          </a:xfrm>
          <a:custGeom>
            <a:avLst/>
            <a:gdLst/>
            <a:ahLst/>
            <a:cxnLst/>
            <a:rect l="l" t="t" r="r" b="b"/>
            <a:pathLst>
              <a:path w="17000" h="36500">
                <a:moveTo>
                  <a:pt x="7500" y="36500"/>
                </a:moveTo>
                <a:lnTo>
                  <a:pt x="7500" y="15000"/>
                </a:lnTo>
                <a:lnTo>
                  <a:pt x="0" y="15000"/>
                </a:lnTo>
                <a:lnTo>
                  <a:pt x="8500" y="0"/>
                </a:lnTo>
                <a:lnTo>
                  <a:pt x="17000" y="15000"/>
                </a:lnTo>
                <a:lnTo>
                  <a:pt x="9500" y="15000"/>
                </a:lnTo>
                <a:lnTo>
                  <a:pt x="9500" y="365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8" name="c_left_output" descr="Editable line; source id c_left_output"/>
          <p:cNvCxnSpPr/>
          <p:nvPr/>
        </p:nvCxnSpPr>
        <p:spPr>
          <a:xfrm flipV="1">
            <a:off x="9481247" y="71537"/>
            <a:ext cx="0" cy="500761"/>
          </a:xfrm>
          <a:prstGeom prst="line">
            <a:avLst/>
          </a:prstGeom>
          <a:ln w="1021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c_left_skip_low_0" descr="Editable line; source id c_left_skip_low_0"/>
          <p:cNvCxnSpPr/>
          <p:nvPr/>
        </p:nvCxnSpPr>
        <p:spPr>
          <a:xfrm>
            <a:off x="9481247" y="2542129"/>
            <a:ext cx="457327" cy="0"/>
          </a:xfrm>
          <a:prstGeom prst="line">
            <a:avLst/>
          </a:prstGeom>
          <a:ln w="1021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c_left_skip_low_1" descr="Editable line; source id c_left_skip_low_1"/>
          <p:cNvCxnSpPr/>
          <p:nvPr/>
        </p:nvCxnSpPr>
        <p:spPr>
          <a:xfrm flipV="1">
            <a:off x="9938574" y="1509947"/>
            <a:ext cx="0" cy="1032182"/>
          </a:xfrm>
          <a:prstGeom prst="line">
            <a:avLst/>
          </a:prstGeom>
          <a:ln w="1021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1" name="c_left_skip_low_2" descr="Editable line; source id c_left_skip_low_2"/>
          <p:cNvSpPr/>
          <p:nvPr/>
        </p:nvSpPr>
        <p:spPr>
          <a:xfrm>
            <a:off x="9578333" y="1466515"/>
            <a:ext cx="360241" cy="86867"/>
          </a:xfrm>
          <a:custGeom>
            <a:avLst/>
            <a:gdLst/>
            <a:ahLst/>
            <a:cxnLst/>
            <a:rect l="l" t="t" r="r" b="b"/>
            <a:pathLst>
              <a:path w="70500" h="17000">
                <a:moveTo>
                  <a:pt x="70500" y="9500"/>
                </a:moveTo>
                <a:lnTo>
                  <a:pt x="16000" y="9500"/>
                </a:lnTo>
                <a:lnTo>
                  <a:pt x="16000" y="17000"/>
                </a:lnTo>
                <a:lnTo>
                  <a:pt x="0" y="8500"/>
                </a:lnTo>
                <a:lnTo>
                  <a:pt x="16000" y="0"/>
                </a:lnTo>
                <a:lnTo>
                  <a:pt x="16000" y="7500"/>
                </a:lnTo>
                <a:lnTo>
                  <a:pt x="70500" y="75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2" name="c_left_skip_high_0" descr="Editable line; source id c_left_skip_high_0"/>
          <p:cNvCxnSpPr/>
          <p:nvPr/>
        </p:nvCxnSpPr>
        <p:spPr>
          <a:xfrm>
            <a:off x="9481247" y="1371983"/>
            <a:ext cx="457327" cy="0"/>
          </a:xfrm>
          <a:prstGeom prst="line">
            <a:avLst/>
          </a:prstGeom>
          <a:ln w="1021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c_left_skip_high_1" descr="Editable line; source id c_left_skip_high_1"/>
          <p:cNvCxnSpPr/>
          <p:nvPr/>
        </p:nvCxnSpPr>
        <p:spPr>
          <a:xfrm flipV="1">
            <a:off x="9938574" y="360241"/>
            <a:ext cx="0" cy="1011742"/>
          </a:xfrm>
          <a:prstGeom prst="line">
            <a:avLst/>
          </a:prstGeom>
          <a:ln w="1021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4" name="c_left_skip_high_2" descr="Editable line; source id c_left_skip_high_2"/>
          <p:cNvSpPr/>
          <p:nvPr/>
        </p:nvSpPr>
        <p:spPr>
          <a:xfrm>
            <a:off x="9578333" y="316808"/>
            <a:ext cx="360241" cy="86867"/>
          </a:xfrm>
          <a:custGeom>
            <a:avLst/>
            <a:gdLst/>
            <a:ahLst/>
            <a:cxnLst/>
            <a:rect l="l" t="t" r="r" b="b"/>
            <a:pathLst>
              <a:path w="70500" h="17000">
                <a:moveTo>
                  <a:pt x="70500" y="9500"/>
                </a:moveTo>
                <a:lnTo>
                  <a:pt x="16000" y="9500"/>
                </a:lnTo>
                <a:lnTo>
                  <a:pt x="16000" y="17000"/>
                </a:lnTo>
                <a:lnTo>
                  <a:pt x="0" y="8500"/>
                </a:lnTo>
                <a:lnTo>
                  <a:pt x="16000" y="0"/>
                </a:lnTo>
                <a:lnTo>
                  <a:pt x="16000" y="7500"/>
                </a:lnTo>
                <a:lnTo>
                  <a:pt x="70500" y="75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c_right_input" descr="Editable line; source id c_right_input"/>
          <p:cNvSpPr/>
          <p:nvPr/>
        </p:nvSpPr>
        <p:spPr>
          <a:xfrm>
            <a:off x="10863450" y="2432268"/>
            <a:ext cx="86867" cy="355132"/>
          </a:xfrm>
          <a:custGeom>
            <a:avLst/>
            <a:gdLst/>
            <a:ahLst/>
            <a:cxnLst/>
            <a:rect l="l" t="t" r="r" b="b"/>
            <a:pathLst>
              <a:path w="17000" h="69500">
                <a:moveTo>
                  <a:pt x="7500" y="69500"/>
                </a:moveTo>
                <a:lnTo>
                  <a:pt x="7500" y="15000"/>
                </a:lnTo>
                <a:lnTo>
                  <a:pt x="0" y="15000"/>
                </a:lnTo>
                <a:lnTo>
                  <a:pt x="8500" y="0"/>
                </a:lnTo>
                <a:lnTo>
                  <a:pt x="17000" y="15000"/>
                </a:lnTo>
                <a:lnTo>
                  <a:pt x="9500" y="15000"/>
                </a:lnTo>
                <a:lnTo>
                  <a:pt x="9500" y="695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c_right_lower" descr="Editable line; source id c_right_lower"/>
          <p:cNvSpPr/>
          <p:nvPr/>
        </p:nvSpPr>
        <p:spPr>
          <a:xfrm>
            <a:off x="10863450" y="1997935"/>
            <a:ext cx="86867" cy="178843"/>
          </a:xfrm>
          <a:custGeom>
            <a:avLst/>
            <a:gdLst/>
            <a:ahLst/>
            <a:cxnLst/>
            <a:rect l="l" t="t" r="r" b="b"/>
            <a:pathLst>
              <a:path w="17000" h="35000">
                <a:moveTo>
                  <a:pt x="7500" y="35000"/>
                </a:moveTo>
                <a:lnTo>
                  <a:pt x="7500" y="15000"/>
                </a:lnTo>
                <a:lnTo>
                  <a:pt x="0" y="15000"/>
                </a:lnTo>
                <a:lnTo>
                  <a:pt x="8500" y="0"/>
                </a:lnTo>
                <a:lnTo>
                  <a:pt x="17000" y="15000"/>
                </a:lnTo>
                <a:lnTo>
                  <a:pt x="9500" y="15000"/>
                </a:lnTo>
                <a:lnTo>
                  <a:pt x="9500" y="35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c_right_middle" descr="Editable line; source id c_right_middle"/>
          <p:cNvSpPr/>
          <p:nvPr/>
        </p:nvSpPr>
        <p:spPr>
          <a:xfrm>
            <a:off x="10863450" y="1246793"/>
            <a:ext cx="86867" cy="498206"/>
          </a:xfrm>
          <a:custGeom>
            <a:avLst/>
            <a:gdLst/>
            <a:ahLst/>
            <a:cxnLst/>
            <a:rect l="l" t="t" r="r" b="b"/>
            <a:pathLst>
              <a:path w="17000" h="97500">
                <a:moveTo>
                  <a:pt x="7500" y="97500"/>
                </a:moveTo>
                <a:lnTo>
                  <a:pt x="7500" y="15000"/>
                </a:lnTo>
                <a:lnTo>
                  <a:pt x="0" y="15000"/>
                </a:lnTo>
                <a:lnTo>
                  <a:pt x="8500" y="0"/>
                </a:lnTo>
                <a:lnTo>
                  <a:pt x="17000" y="15000"/>
                </a:lnTo>
                <a:lnTo>
                  <a:pt x="9500" y="15000"/>
                </a:lnTo>
                <a:lnTo>
                  <a:pt x="9500" y="975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c_right_upper" descr="Editable line; source id c_right_upper"/>
          <p:cNvSpPr/>
          <p:nvPr/>
        </p:nvSpPr>
        <p:spPr>
          <a:xfrm>
            <a:off x="10863450" y="802240"/>
            <a:ext cx="86867" cy="186508"/>
          </a:xfrm>
          <a:custGeom>
            <a:avLst/>
            <a:gdLst/>
            <a:ahLst/>
            <a:cxnLst/>
            <a:rect l="l" t="t" r="r" b="b"/>
            <a:pathLst>
              <a:path w="17000" h="36500">
                <a:moveTo>
                  <a:pt x="7500" y="36500"/>
                </a:moveTo>
                <a:lnTo>
                  <a:pt x="7500" y="15000"/>
                </a:lnTo>
                <a:lnTo>
                  <a:pt x="0" y="15000"/>
                </a:lnTo>
                <a:lnTo>
                  <a:pt x="8500" y="0"/>
                </a:lnTo>
                <a:lnTo>
                  <a:pt x="17000" y="15000"/>
                </a:lnTo>
                <a:lnTo>
                  <a:pt x="9500" y="15000"/>
                </a:lnTo>
                <a:lnTo>
                  <a:pt x="9500" y="365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c_right_output" descr="Editable line; source id c_right_output"/>
          <p:cNvSpPr/>
          <p:nvPr/>
        </p:nvSpPr>
        <p:spPr>
          <a:xfrm>
            <a:off x="10863450" y="81757"/>
            <a:ext cx="86867" cy="490541"/>
          </a:xfrm>
          <a:custGeom>
            <a:avLst/>
            <a:gdLst/>
            <a:ahLst/>
            <a:cxnLst/>
            <a:rect l="l" t="t" r="r" b="b"/>
            <a:pathLst>
              <a:path w="17000" h="96000">
                <a:moveTo>
                  <a:pt x="7500" y="96000"/>
                </a:moveTo>
                <a:lnTo>
                  <a:pt x="7500" y="15000"/>
                </a:lnTo>
                <a:lnTo>
                  <a:pt x="0" y="15000"/>
                </a:lnTo>
                <a:lnTo>
                  <a:pt x="8500" y="0"/>
                </a:lnTo>
                <a:lnTo>
                  <a:pt x="17000" y="15000"/>
                </a:lnTo>
                <a:lnTo>
                  <a:pt x="9500" y="15000"/>
                </a:lnTo>
                <a:lnTo>
                  <a:pt x="9500" y="96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0" name="c_right_skip_low_0" descr="Editable line; source id c_right_skip_low_0"/>
          <p:cNvCxnSpPr/>
          <p:nvPr/>
        </p:nvCxnSpPr>
        <p:spPr>
          <a:xfrm>
            <a:off x="10906883" y="2542129"/>
            <a:ext cx="457327" cy="0"/>
          </a:xfrm>
          <a:prstGeom prst="line">
            <a:avLst/>
          </a:prstGeom>
          <a:ln w="1021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c_right_skip_low_1" descr="Editable line; source id c_right_skip_low_1"/>
          <p:cNvCxnSpPr/>
          <p:nvPr/>
        </p:nvCxnSpPr>
        <p:spPr>
          <a:xfrm flipV="1">
            <a:off x="11364210" y="1509947"/>
            <a:ext cx="0" cy="1032182"/>
          </a:xfrm>
          <a:prstGeom prst="line">
            <a:avLst/>
          </a:prstGeom>
          <a:ln w="1021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2" name="c_right_skip_low_2" descr="Editable line; source id c_right_skip_low_2"/>
          <p:cNvSpPr/>
          <p:nvPr/>
        </p:nvSpPr>
        <p:spPr>
          <a:xfrm>
            <a:off x="11003970" y="1466515"/>
            <a:ext cx="360241" cy="86867"/>
          </a:xfrm>
          <a:custGeom>
            <a:avLst/>
            <a:gdLst/>
            <a:ahLst/>
            <a:cxnLst/>
            <a:rect l="l" t="t" r="r" b="b"/>
            <a:pathLst>
              <a:path w="70500" h="17000">
                <a:moveTo>
                  <a:pt x="70500" y="9500"/>
                </a:moveTo>
                <a:lnTo>
                  <a:pt x="16000" y="9500"/>
                </a:lnTo>
                <a:lnTo>
                  <a:pt x="16000" y="17000"/>
                </a:lnTo>
                <a:lnTo>
                  <a:pt x="0" y="8500"/>
                </a:lnTo>
                <a:lnTo>
                  <a:pt x="16000" y="0"/>
                </a:lnTo>
                <a:lnTo>
                  <a:pt x="16000" y="7500"/>
                </a:lnTo>
                <a:lnTo>
                  <a:pt x="70500" y="75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3" name="c_right_skip_high_0" descr="Editable line; source id c_right_skip_high_0"/>
          <p:cNvCxnSpPr/>
          <p:nvPr/>
        </p:nvCxnSpPr>
        <p:spPr>
          <a:xfrm>
            <a:off x="10906883" y="1371983"/>
            <a:ext cx="457327" cy="0"/>
          </a:xfrm>
          <a:prstGeom prst="line">
            <a:avLst/>
          </a:prstGeom>
          <a:ln w="1021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c_right_skip_high_1" descr="Editable line; source id c_right_skip_high_1"/>
          <p:cNvCxnSpPr/>
          <p:nvPr/>
        </p:nvCxnSpPr>
        <p:spPr>
          <a:xfrm flipV="1">
            <a:off x="11364210" y="360241"/>
            <a:ext cx="0" cy="1011742"/>
          </a:xfrm>
          <a:prstGeom prst="line">
            <a:avLst/>
          </a:prstGeom>
          <a:ln w="1021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c_right_skip_high_2" descr="Editable line; source id c_right_skip_high_2"/>
          <p:cNvSpPr/>
          <p:nvPr/>
        </p:nvSpPr>
        <p:spPr>
          <a:xfrm>
            <a:off x="11003970" y="316808"/>
            <a:ext cx="360241" cy="86867"/>
          </a:xfrm>
          <a:custGeom>
            <a:avLst/>
            <a:gdLst/>
            <a:ahLst/>
            <a:cxnLst/>
            <a:rect l="l" t="t" r="r" b="b"/>
            <a:pathLst>
              <a:path w="70500" h="17000">
                <a:moveTo>
                  <a:pt x="70500" y="9500"/>
                </a:moveTo>
                <a:lnTo>
                  <a:pt x="16000" y="9500"/>
                </a:lnTo>
                <a:lnTo>
                  <a:pt x="16000" y="17000"/>
                </a:lnTo>
                <a:lnTo>
                  <a:pt x="0" y="8500"/>
                </a:lnTo>
                <a:lnTo>
                  <a:pt x="16000" y="0"/>
                </a:lnTo>
                <a:lnTo>
                  <a:pt x="16000" y="7500"/>
                </a:lnTo>
                <a:lnTo>
                  <a:pt x="70500" y="75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6" name="c_bridge_0" descr="Editable line; source id c_bridge_0"/>
          <p:cNvCxnSpPr/>
          <p:nvPr/>
        </p:nvCxnSpPr>
        <p:spPr>
          <a:xfrm>
            <a:off x="9481247" y="71537"/>
            <a:ext cx="792020" cy="0"/>
          </a:xfrm>
          <a:prstGeom prst="line">
            <a:avLst/>
          </a:prstGeom>
          <a:ln w="1021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c_bridge_1" descr="Editable line; source id c_bridge_1"/>
          <p:cNvCxnSpPr/>
          <p:nvPr/>
        </p:nvCxnSpPr>
        <p:spPr>
          <a:xfrm>
            <a:off x="10273267" y="71537"/>
            <a:ext cx="0" cy="2715862"/>
          </a:xfrm>
          <a:prstGeom prst="line">
            <a:avLst/>
          </a:prstGeom>
          <a:ln w="1021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c_bridge_2" descr="Editable line; source id c_bridge_2"/>
          <p:cNvCxnSpPr/>
          <p:nvPr/>
        </p:nvCxnSpPr>
        <p:spPr>
          <a:xfrm>
            <a:off x="10273267" y="2787399"/>
            <a:ext cx="633616" cy="0"/>
          </a:xfrm>
          <a:prstGeom prst="line">
            <a:avLst/>
          </a:prstGeom>
          <a:ln w="1021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d_arrow_0" descr="Editable line; source id d_arrow_0"/>
          <p:cNvSpPr/>
          <p:nvPr/>
        </p:nvSpPr>
        <p:spPr>
          <a:xfrm>
            <a:off x="1951946" y="4920744"/>
            <a:ext cx="255490" cy="158404"/>
          </a:xfrm>
          <a:custGeom>
            <a:avLst/>
            <a:gdLst/>
            <a:ahLst/>
            <a:cxnLst/>
            <a:rect l="l" t="t" r="r" b="b"/>
            <a:pathLst>
              <a:path w="50000" h="31000">
                <a:moveTo>
                  <a:pt x="0" y="12950"/>
                </a:moveTo>
                <a:lnTo>
                  <a:pt x="23000" y="12950"/>
                </a:lnTo>
                <a:lnTo>
                  <a:pt x="23000" y="0"/>
                </a:lnTo>
                <a:lnTo>
                  <a:pt x="50000" y="15500"/>
                </a:lnTo>
                <a:lnTo>
                  <a:pt x="23000" y="31000"/>
                </a:lnTo>
                <a:lnTo>
                  <a:pt x="23000" y="18050"/>
                </a:lnTo>
                <a:lnTo>
                  <a:pt x="0" y="180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d_arrow_1" descr="Editable line; source id d_arrow_1"/>
          <p:cNvSpPr/>
          <p:nvPr/>
        </p:nvSpPr>
        <p:spPr>
          <a:xfrm>
            <a:off x="2552349" y="4920744"/>
            <a:ext cx="390900" cy="158404"/>
          </a:xfrm>
          <a:custGeom>
            <a:avLst/>
            <a:gdLst/>
            <a:ahLst/>
            <a:cxnLst/>
            <a:rect l="l" t="t" r="r" b="b"/>
            <a:pathLst>
              <a:path w="76500" h="31000">
                <a:moveTo>
                  <a:pt x="0" y="12950"/>
                </a:moveTo>
                <a:lnTo>
                  <a:pt x="49500" y="12950"/>
                </a:lnTo>
                <a:lnTo>
                  <a:pt x="49500" y="0"/>
                </a:lnTo>
                <a:lnTo>
                  <a:pt x="76500" y="15500"/>
                </a:lnTo>
                <a:lnTo>
                  <a:pt x="49500" y="31000"/>
                </a:lnTo>
                <a:lnTo>
                  <a:pt x="49500" y="18050"/>
                </a:lnTo>
                <a:lnTo>
                  <a:pt x="0" y="180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d_arrow_2" descr="Editable line; source id d_arrow_2"/>
          <p:cNvSpPr/>
          <p:nvPr/>
        </p:nvSpPr>
        <p:spPr>
          <a:xfrm>
            <a:off x="3288161" y="4920744"/>
            <a:ext cx="263155" cy="158404"/>
          </a:xfrm>
          <a:custGeom>
            <a:avLst/>
            <a:gdLst/>
            <a:ahLst/>
            <a:cxnLst/>
            <a:rect l="l" t="t" r="r" b="b"/>
            <a:pathLst>
              <a:path w="51500" h="31000">
                <a:moveTo>
                  <a:pt x="0" y="12950"/>
                </a:moveTo>
                <a:lnTo>
                  <a:pt x="24500" y="12950"/>
                </a:lnTo>
                <a:lnTo>
                  <a:pt x="24500" y="0"/>
                </a:lnTo>
                <a:lnTo>
                  <a:pt x="51500" y="15500"/>
                </a:lnTo>
                <a:lnTo>
                  <a:pt x="24500" y="31000"/>
                </a:lnTo>
                <a:lnTo>
                  <a:pt x="24500" y="18050"/>
                </a:lnTo>
                <a:lnTo>
                  <a:pt x="0" y="180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d_arrow_3" descr="Editable line; source id d_arrow_3"/>
          <p:cNvSpPr/>
          <p:nvPr/>
        </p:nvSpPr>
        <p:spPr>
          <a:xfrm>
            <a:off x="4626930" y="4920744"/>
            <a:ext cx="449663" cy="158404"/>
          </a:xfrm>
          <a:custGeom>
            <a:avLst/>
            <a:gdLst/>
            <a:ahLst/>
            <a:cxnLst/>
            <a:rect l="l" t="t" r="r" b="b"/>
            <a:pathLst>
              <a:path w="88000" h="31000">
                <a:moveTo>
                  <a:pt x="0" y="12950"/>
                </a:moveTo>
                <a:lnTo>
                  <a:pt x="61000" y="12950"/>
                </a:lnTo>
                <a:lnTo>
                  <a:pt x="61000" y="0"/>
                </a:lnTo>
                <a:lnTo>
                  <a:pt x="88000" y="15500"/>
                </a:lnTo>
                <a:lnTo>
                  <a:pt x="61000" y="31000"/>
                </a:lnTo>
                <a:lnTo>
                  <a:pt x="61000" y="18050"/>
                </a:lnTo>
                <a:lnTo>
                  <a:pt x="0" y="180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d_arrow_4" descr="Editable line; source id d_arrow_4"/>
          <p:cNvSpPr/>
          <p:nvPr/>
        </p:nvSpPr>
        <p:spPr>
          <a:xfrm>
            <a:off x="5421505" y="4920744"/>
            <a:ext cx="242716" cy="158404"/>
          </a:xfrm>
          <a:custGeom>
            <a:avLst/>
            <a:gdLst/>
            <a:ahLst/>
            <a:cxnLst/>
            <a:rect l="l" t="t" r="r" b="b"/>
            <a:pathLst>
              <a:path w="47500" h="31000">
                <a:moveTo>
                  <a:pt x="0" y="12950"/>
                </a:moveTo>
                <a:lnTo>
                  <a:pt x="20500" y="12950"/>
                </a:lnTo>
                <a:lnTo>
                  <a:pt x="20500" y="0"/>
                </a:lnTo>
                <a:lnTo>
                  <a:pt x="47500" y="15500"/>
                </a:lnTo>
                <a:lnTo>
                  <a:pt x="20500" y="31000"/>
                </a:lnTo>
                <a:lnTo>
                  <a:pt x="20500" y="18050"/>
                </a:lnTo>
                <a:lnTo>
                  <a:pt x="0" y="180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d_arrow_5" descr="Editable line; source id d_arrow_5"/>
          <p:cNvSpPr/>
          <p:nvPr/>
        </p:nvSpPr>
        <p:spPr>
          <a:xfrm>
            <a:off x="6739836" y="4920744"/>
            <a:ext cx="449663" cy="158404"/>
          </a:xfrm>
          <a:custGeom>
            <a:avLst/>
            <a:gdLst/>
            <a:ahLst/>
            <a:cxnLst/>
            <a:rect l="l" t="t" r="r" b="b"/>
            <a:pathLst>
              <a:path w="88000" h="31000">
                <a:moveTo>
                  <a:pt x="0" y="12950"/>
                </a:moveTo>
                <a:lnTo>
                  <a:pt x="61000" y="12950"/>
                </a:lnTo>
                <a:lnTo>
                  <a:pt x="61000" y="0"/>
                </a:lnTo>
                <a:lnTo>
                  <a:pt x="88000" y="15500"/>
                </a:lnTo>
                <a:lnTo>
                  <a:pt x="61000" y="31000"/>
                </a:lnTo>
                <a:lnTo>
                  <a:pt x="61000" y="18050"/>
                </a:lnTo>
                <a:lnTo>
                  <a:pt x="0" y="180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d_arrow_6" descr="Editable line; source id d_arrow_6"/>
          <p:cNvSpPr/>
          <p:nvPr/>
        </p:nvSpPr>
        <p:spPr>
          <a:xfrm>
            <a:off x="7534411" y="4920744"/>
            <a:ext cx="212057" cy="158404"/>
          </a:xfrm>
          <a:custGeom>
            <a:avLst/>
            <a:gdLst/>
            <a:ahLst/>
            <a:cxnLst/>
            <a:rect l="l" t="t" r="r" b="b"/>
            <a:pathLst>
              <a:path w="41500" h="31000">
                <a:moveTo>
                  <a:pt x="0" y="12950"/>
                </a:moveTo>
                <a:lnTo>
                  <a:pt x="16600" y="12950"/>
                </a:lnTo>
                <a:lnTo>
                  <a:pt x="16600" y="0"/>
                </a:lnTo>
                <a:lnTo>
                  <a:pt x="41500" y="15500"/>
                </a:lnTo>
                <a:lnTo>
                  <a:pt x="16600" y="31000"/>
                </a:lnTo>
                <a:lnTo>
                  <a:pt x="16600" y="18050"/>
                </a:lnTo>
                <a:lnTo>
                  <a:pt x="0" y="180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d_arrow_7" descr="Editable line; source id d_arrow_7"/>
          <p:cNvSpPr/>
          <p:nvPr/>
        </p:nvSpPr>
        <p:spPr>
          <a:xfrm>
            <a:off x="8822082" y="4920744"/>
            <a:ext cx="495651" cy="158404"/>
          </a:xfrm>
          <a:custGeom>
            <a:avLst/>
            <a:gdLst/>
            <a:ahLst/>
            <a:cxnLst/>
            <a:rect l="l" t="t" r="r" b="b"/>
            <a:pathLst>
              <a:path w="97000" h="31000">
                <a:moveTo>
                  <a:pt x="0" y="12950"/>
                </a:moveTo>
                <a:lnTo>
                  <a:pt x="70000" y="12950"/>
                </a:lnTo>
                <a:lnTo>
                  <a:pt x="70000" y="0"/>
                </a:lnTo>
                <a:lnTo>
                  <a:pt x="97000" y="15500"/>
                </a:lnTo>
                <a:lnTo>
                  <a:pt x="70000" y="31000"/>
                </a:lnTo>
                <a:lnTo>
                  <a:pt x="70000" y="18050"/>
                </a:lnTo>
                <a:lnTo>
                  <a:pt x="0" y="180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d_arrow_8" descr="Editable line; source id d_arrow_8"/>
          <p:cNvSpPr/>
          <p:nvPr/>
        </p:nvSpPr>
        <p:spPr>
          <a:xfrm>
            <a:off x="9662645" y="4920744"/>
            <a:ext cx="214612" cy="158404"/>
          </a:xfrm>
          <a:custGeom>
            <a:avLst/>
            <a:gdLst/>
            <a:ahLst/>
            <a:cxnLst/>
            <a:rect l="l" t="t" r="r" b="b"/>
            <a:pathLst>
              <a:path w="42000" h="31000">
                <a:moveTo>
                  <a:pt x="0" y="12950"/>
                </a:moveTo>
                <a:lnTo>
                  <a:pt x="16800" y="12950"/>
                </a:lnTo>
                <a:lnTo>
                  <a:pt x="16800" y="0"/>
                </a:lnTo>
                <a:lnTo>
                  <a:pt x="42000" y="15500"/>
                </a:lnTo>
                <a:lnTo>
                  <a:pt x="16800" y="31000"/>
                </a:lnTo>
                <a:lnTo>
                  <a:pt x="16800" y="18050"/>
                </a:lnTo>
                <a:lnTo>
                  <a:pt x="0" y="180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d_arrow_9" descr="Editable line; source id d_arrow_9"/>
          <p:cNvSpPr/>
          <p:nvPr/>
        </p:nvSpPr>
        <p:spPr>
          <a:xfrm>
            <a:off x="10952871" y="4920744"/>
            <a:ext cx="258045" cy="158404"/>
          </a:xfrm>
          <a:custGeom>
            <a:avLst/>
            <a:gdLst/>
            <a:ahLst/>
            <a:cxnLst/>
            <a:rect l="l" t="t" r="r" b="b"/>
            <a:pathLst>
              <a:path w="50500" h="31000">
                <a:moveTo>
                  <a:pt x="0" y="12950"/>
                </a:moveTo>
                <a:lnTo>
                  <a:pt x="23500" y="12950"/>
                </a:lnTo>
                <a:lnTo>
                  <a:pt x="23500" y="0"/>
                </a:lnTo>
                <a:lnTo>
                  <a:pt x="50500" y="15500"/>
                </a:lnTo>
                <a:lnTo>
                  <a:pt x="23500" y="31000"/>
                </a:lnTo>
                <a:lnTo>
                  <a:pt x="23500" y="18050"/>
                </a:lnTo>
                <a:lnTo>
                  <a:pt x="0" y="180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9" name="d_dim48_bar_H" descr="Editable line; source id d_dim48_bar_H"/>
          <p:cNvCxnSpPr/>
          <p:nvPr/>
        </p:nvCxnSpPr>
        <p:spPr>
          <a:xfrm>
            <a:off x="2266199" y="3467004"/>
            <a:ext cx="153294" cy="0"/>
          </a:xfrm>
          <a:prstGeom prst="line">
            <a:avLst/>
          </a:prstGeom>
          <a:ln w="1175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d_dim48_bar_W" descr="Editable line; source id d_dim48_bar_W"/>
          <p:cNvCxnSpPr/>
          <p:nvPr/>
        </p:nvCxnSpPr>
        <p:spPr>
          <a:xfrm>
            <a:off x="2628995" y="3467004"/>
            <a:ext cx="178843" cy="0"/>
          </a:xfrm>
          <a:prstGeom prst="line">
            <a:avLst/>
          </a:prstGeom>
          <a:ln w="1175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d_dimC_bar_H" descr="Editable line; source id d_dimC_bar_H"/>
          <p:cNvCxnSpPr/>
          <p:nvPr/>
        </p:nvCxnSpPr>
        <p:spPr>
          <a:xfrm>
            <a:off x="4340781" y="3467004"/>
            <a:ext cx="153294" cy="0"/>
          </a:xfrm>
          <a:prstGeom prst="line">
            <a:avLst/>
          </a:prstGeom>
          <a:ln w="1175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d_dimC_bar_W" descr="Editable line; source id d_dimC_bar_W"/>
          <p:cNvCxnSpPr/>
          <p:nvPr/>
        </p:nvCxnSpPr>
        <p:spPr>
          <a:xfrm>
            <a:off x="4703577" y="3467004"/>
            <a:ext cx="178843" cy="0"/>
          </a:xfrm>
          <a:prstGeom prst="line">
            <a:avLst/>
          </a:prstGeom>
          <a:ln w="1175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d_dim2C_bar_H" descr="Editable line; source id d_dim2C_bar_H"/>
          <p:cNvCxnSpPr/>
          <p:nvPr/>
        </p:nvCxnSpPr>
        <p:spPr>
          <a:xfrm>
            <a:off x="6525223" y="3467004"/>
            <a:ext cx="153294" cy="0"/>
          </a:xfrm>
          <a:prstGeom prst="line">
            <a:avLst/>
          </a:prstGeom>
          <a:ln w="1175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4" name="d_dim2C_bar_W" descr="Editable line; source id d_dim2C_bar_W"/>
          <p:cNvCxnSpPr/>
          <p:nvPr/>
        </p:nvCxnSpPr>
        <p:spPr>
          <a:xfrm>
            <a:off x="6888019" y="3467004"/>
            <a:ext cx="178844" cy="0"/>
          </a:xfrm>
          <a:prstGeom prst="line">
            <a:avLst/>
          </a:prstGeom>
          <a:ln w="1175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d_dim8C_bar_H" descr="Editable line; source id d_dim8C_bar_H"/>
          <p:cNvCxnSpPr/>
          <p:nvPr/>
        </p:nvCxnSpPr>
        <p:spPr>
          <a:xfrm>
            <a:off x="10227278" y="3467004"/>
            <a:ext cx="153295" cy="0"/>
          </a:xfrm>
          <a:prstGeom prst="line">
            <a:avLst/>
          </a:prstGeom>
          <a:ln w="1175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d_dim8C_bar_W" descr="Editable line; source id d_dim8C_bar_W"/>
          <p:cNvCxnSpPr/>
          <p:nvPr/>
        </p:nvCxnSpPr>
        <p:spPr>
          <a:xfrm>
            <a:off x="10590075" y="3467004"/>
            <a:ext cx="178843" cy="0"/>
          </a:xfrm>
          <a:prstGeom prst="line">
            <a:avLst/>
          </a:prstGeom>
          <a:ln w="1175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b_shift_head_up" descr="Editable line; source id b_shift_head_up"/>
          <p:cNvCxnSpPr/>
          <p:nvPr/>
        </p:nvCxnSpPr>
        <p:spPr>
          <a:xfrm flipH="1" flipV="1">
            <a:off x="5449609" y="1816536"/>
            <a:ext cx="74092" cy="38323"/>
          </a:xfrm>
          <a:prstGeom prst="line">
            <a:avLst/>
          </a:prstGeom>
          <a:ln w="16351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b_shift_head_down" descr="Editable line; source id b_shift_head_down"/>
          <p:cNvCxnSpPr/>
          <p:nvPr/>
        </p:nvCxnSpPr>
        <p:spPr>
          <a:xfrm flipH="1">
            <a:off x="5449609" y="1854859"/>
            <a:ext cx="74092" cy="38324"/>
          </a:xfrm>
          <a:prstGeom prst="line">
            <a:avLst/>
          </a:prstGeom>
          <a:ln w="16351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9" name="c_left_sum_top" descr="Editable shape; source id c_left_sum_top"/>
          <p:cNvSpPr/>
          <p:nvPr/>
        </p:nvSpPr>
        <p:spPr>
          <a:xfrm>
            <a:off x="9384160" y="263155"/>
            <a:ext cx="194172" cy="194172"/>
          </a:xfrm>
          <a:prstGeom prst="ellipse">
            <a:avLst/>
          </a:prstGeom>
          <a:noFill/>
          <a:ln w="1021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c_left_sum_bottom" descr="Editable shape; source id c_left_sum_bottom"/>
          <p:cNvSpPr/>
          <p:nvPr/>
        </p:nvSpPr>
        <p:spPr>
          <a:xfrm>
            <a:off x="9384160" y="1412861"/>
            <a:ext cx="194172" cy="194172"/>
          </a:xfrm>
          <a:prstGeom prst="ellipse">
            <a:avLst/>
          </a:prstGeom>
          <a:noFill/>
          <a:ln w="1021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c_right_sum_top" descr="Editable shape; source id c_right_sum_top"/>
          <p:cNvSpPr/>
          <p:nvPr/>
        </p:nvSpPr>
        <p:spPr>
          <a:xfrm>
            <a:off x="10809796" y="263155"/>
            <a:ext cx="194172" cy="194172"/>
          </a:xfrm>
          <a:prstGeom prst="ellipse">
            <a:avLst/>
          </a:prstGeom>
          <a:noFill/>
          <a:ln w="1021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c_right_sum_bottom" descr="Editable shape; source id c_right_sum_bottom"/>
          <p:cNvSpPr/>
          <p:nvPr/>
        </p:nvSpPr>
        <p:spPr>
          <a:xfrm>
            <a:off x="10809796" y="1412861"/>
            <a:ext cx="194172" cy="194172"/>
          </a:xfrm>
          <a:prstGeom prst="ellipse">
            <a:avLst/>
          </a:prstGeom>
          <a:noFill/>
          <a:ln w="1021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3" name="c_left_hat_rise" descr="Editable line; source id c_left_hat_rise"/>
          <p:cNvCxnSpPr/>
          <p:nvPr/>
        </p:nvCxnSpPr>
        <p:spPr>
          <a:xfrm flipV="1">
            <a:off x="9220646" y="1443520"/>
            <a:ext cx="20440" cy="20439"/>
          </a:xfrm>
          <a:prstGeom prst="line">
            <a:avLst/>
          </a:prstGeom>
          <a:ln w="919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c_left_hat_fall" descr="Editable line; source id c_left_hat_fall"/>
          <p:cNvCxnSpPr/>
          <p:nvPr/>
        </p:nvCxnSpPr>
        <p:spPr>
          <a:xfrm>
            <a:off x="9241086" y="1443520"/>
            <a:ext cx="20439" cy="20439"/>
          </a:xfrm>
          <a:prstGeom prst="line">
            <a:avLst/>
          </a:prstGeom>
          <a:ln w="919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c_left_sum_top_plus" descr="Editable line; source id c_left_sum_top_plus"/>
          <p:cNvCxnSpPr/>
          <p:nvPr/>
        </p:nvCxnSpPr>
        <p:spPr>
          <a:xfrm>
            <a:off x="9384160" y="360241"/>
            <a:ext cx="194173" cy="0"/>
          </a:xfrm>
          <a:prstGeom prst="line">
            <a:avLst/>
          </a:prstGeom>
          <a:ln w="1021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c_left_sum_bottom_plus" descr="Editable line; source id c_left_sum_bottom_plus"/>
          <p:cNvCxnSpPr/>
          <p:nvPr/>
        </p:nvCxnSpPr>
        <p:spPr>
          <a:xfrm>
            <a:off x="9384160" y="1509947"/>
            <a:ext cx="194173" cy="0"/>
          </a:xfrm>
          <a:prstGeom prst="line">
            <a:avLst/>
          </a:prstGeom>
          <a:ln w="1021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c_right_hat_rise" descr="Editable line; source id c_right_hat_rise"/>
          <p:cNvCxnSpPr/>
          <p:nvPr/>
        </p:nvCxnSpPr>
        <p:spPr>
          <a:xfrm flipV="1">
            <a:off x="10595184" y="1443520"/>
            <a:ext cx="20440" cy="20439"/>
          </a:xfrm>
          <a:prstGeom prst="line">
            <a:avLst/>
          </a:prstGeom>
          <a:ln w="919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8" name="c_right_hat_fall" descr="Editable line; source id c_right_hat_fall"/>
          <p:cNvCxnSpPr/>
          <p:nvPr/>
        </p:nvCxnSpPr>
        <p:spPr>
          <a:xfrm>
            <a:off x="10615624" y="1443520"/>
            <a:ext cx="20439" cy="20439"/>
          </a:xfrm>
          <a:prstGeom prst="line">
            <a:avLst/>
          </a:prstGeom>
          <a:ln w="919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9" name="c_right_sum_top_plus" descr="Editable line; source id c_right_sum_top_plus"/>
          <p:cNvCxnSpPr/>
          <p:nvPr/>
        </p:nvCxnSpPr>
        <p:spPr>
          <a:xfrm>
            <a:off x="10809796" y="360241"/>
            <a:ext cx="194173" cy="0"/>
          </a:xfrm>
          <a:prstGeom prst="line">
            <a:avLst/>
          </a:prstGeom>
          <a:ln w="1021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c_right_sum_bottom_plus" descr="Editable line; source id c_right_sum_bottom_plus"/>
          <p:cNvCxnSpPr/>
          <p:nvPr/>
        </p:nvCxnSpPr>
        <p:spPr>
          <a:xfrm>
            <a:off x="10809796" y="1509947"/>
            <a:ext cx="194173" cy="0"/>
          </a:xfrm>
          <a:prstGeom prst="line">
            <a:avLst/>
          </a:prstGeom>
          <a:ln w="10219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1" name="a_classification" descr="Editable text; source id a_classification"/>
          <p:cNvSpPr txBox="1"/>
          <p:nvPr/>
        </p:nvSpPr>
        <p:spPr>
          <a:xfrm>
            <a:off x="871222" y="410062"/>
            <a:ext cx="1018129" cy="22227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50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classification</a:t>
            </a:r>
          </a:p>
        </p:txBody>
      </p:sp>
      <p:sp>
        <p:nvSpPr>
          <p:cNvPr id="442" name="a_segmentation" descr="Editable text; source id a_segmentation"/>
          <p:cNvSpPr txBox="1"/>
          <p:nvPr/>
        </p:nvSpPr>
        <p:spPr>
          <a:xfrm>
            <a:off x="2056697" y="185230"/>
            <a:ext cx="1030903" cy="22227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50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segmentation</a:t>
            </a:r>
          </a:p>
        </p:txBody>
      </p:sp>
      <p:sp>
        <p:nvSpPr>
          <p:cNvPr id="443" name="a_detection" descr="Editable text; source id a_detection"/>
          <p:cNvSpPr txBox="1"/>
          <p:nvPr/>
        </p:nvSpPr>
        <p:spPr>
          <a:xfrm>
            <a:off x="2215101" y="415171"/>
            <a:ext cx="950424" cy="22227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50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detection …</a:t>
            </a:r>
          </a:p>
        </p:txBody>
      </p:sp>
      <p:sp>
        <p:nvSpPr>
          <p:cNvPr id="444" name="a_scale16" descr="Editable text; source id a_scale16"/>
          <p:cNvSpPr txBox="1"/>
          <p:nvPr/>
        </p:nvSpPr>
        <p:spPr>
          <a:xfrm>
            <a:off x="2202326" y="947869"/>
            <a:ext cx="289981" cy="20566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82"/>
              </a:lnSpc>
              <a:spcBef>
                <a:spcPts val="0"/>
              </a:spcBef>
              <a:spcAft>
                <a:spcPts val="0"/>
              </a:spcAft>
              <a:defRPr sz="137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7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16×</a:t>
            </a:r>
          </a:p>
        </p:txBody>
      </p:sp>
      <p:sp>
        <p:nvSpPr>
          <p:cNvPr id="445" name="a_scale8" descr="Editable text; source id a_scale8"/>
          <p:cNvSpPr txBox="1"/>
          <p:nvPr/>
        </p:nvSpPr>
        <p:spPr>
          <a:xfrm>
            <a:off x="2202326" y="1635138"/>
            <a:ext cx="201837" cy="20566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82"/>
              </a:lnSpc>
              <a:spcBef>
                <a:spcPts val="0"/>
              </a:spcBef>
              <a:spcAft>
                <a:spcPts val="0"/>
              </a:spcAft>
              <a:defRPr sz="137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7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8×</a:t>
            </a:r>
          </a:p>
        </p:txBody>
      </p:sp>
      <p:sp>
        <p:nvSpPr>
          <p:cNvPr id="446" name="a_scale4" descr="Editable text; source id a_scale4"/>
          <p:cNvSpPr txBox="1"/>
          <p:nvPr/>
        </p:nvSpPr>
        <p:spPr>
          <a:xfrm>
            <a:off x="2202326" y="2368395"/>
            <a:ext cx="201837" cy="20566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82"/>
              </a:lnSpc>
              <a:spcBef>
                <a:spcPts val="0"/>
              </a:spcBef>
              <a:spcAft>
                <a:spcPts val="0"/>
              </a:spcAft>
              <a:defRPr sz="137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7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4×</a:t>
            </a:r>
          </a:p>
        </p:txBody>
      </p:sp>
      <p:sp>
        <p:nvSpPr>
          <p:cNvPr id="447" name="a_caption" descr="Editable text; source id a_caption"/>
          <p:cNvSpPr txBox="1"/>
          <p:nvPr/>
        </p:nvSpPr>
        <p:spPr>
          <a:xfrm>
            <a:off x="493096" y="2936861"/>
            <a:ext cx="1669629" cy="22227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50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 Swin Transformer</a:t>
            </a:r>
          </a:p>
        </p:txBody>
      </p:sp>
      <p:sp>
        <p:nvSpPr>
          <p:cNvPr id="448" name="b_layer1" descr="Editable text; source id b_layer1"/>
          <p:cNvSpPr txBox="1"/>
          <p:nvPr/>
        </p:nvSpPr>
        <p:spPr>
          <a:xfrm>
            <a:off x="4123614" y="742199"/>
            <a:ext cx="559523" cy="22227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50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Layer l</a:t>
            </a:r>
          </a:p>
        </p:txBody>
      </p:sp>
      <p:sp>
        <p:nvSpPr>
          <p:cNvPr id="449" name="b_layer_next" descr="Editable text; source id b_layer_next"/>
          <p:cNvSpPr txBox="1"/>
          <p:nvPr/>
        </p:nvSpPr>
        <p:spPr>
          <a:xfrm>
            <a:off x="6070450" y="729424"/>
            <a:ext cx="762638" cy="22227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50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Layer l+1</a:t>
            </a:r>
          </a:p>
        </p:txBody>
      </p:sp>
      <p:sp>
        <p:nvSpPr>
          <p:cNvPr id="450" name="b_local_window" descr="Editable text; source id b_local_window"/>
          <p:cNvSpPr txBox="1"/>
          <p:nvPr/>
        </p:nvSpPr>
        <p:spPr>
          <a:xfrm>
            <a:off x="7427104" y="1386035"/>
            <a:ext cx="1098608" cy="17245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23"/>
              </a:lnSpc>
              <a:spcBef>
                <a:spcPts val="0"/>
              </a:spcBef>
              <a:spcAft>
                <a:spcPts val="0"/>
              </a:spcAft>
              <a:defRPr sz="115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local window to</a:t>
            </a:r>
          </a:p>
        </p:txBody>
      </p:sp>
      <p:sp>
        <p:nvSpPr>
          <p:cNvPr id="451" name="b_attention" descr="Editable text; source id b_attention"/>
          <p:cNvSpPr txBox="1"/>
          <p:nvPr/>
        </p:nvSpPr>
        <p:spPr>
          <a:xfrm>
            <a:off x="7326185" y="1569988"/>
            <a:ext cx="1295336" cy="17245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23"/>
              </a:lnSpc>
              <a:spcBef>
                <a:spcPts val="0"/>
              </a:spcBef>
              <a:spcAft>
                <a:spcPts val="0"/>
              </a:spcAft>
              <a:defRPr sz="115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perform self-attention</a:t>
            </a:r>
          </a:p>
        </p:txBody>
      </p:sp>
      <p:sp>
        <p:nvSpPr>
          <p:cNvPr id="452" name="b_patch_label" descr="Editable text; source id b_patch_label"/>
          <p:cNvSpPr txBox="1"/>
          <p:nvPr/>
        </p:nvSpPr>
        <p:spPr>
          <a:xfrm>
            <a:off x="7743912" y="2077136"/>
            <a:ext cx="486709" cy="17756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51"/>
              </a:lnSpc>
              <a:spcBef>
                <a:spcPts val="0"/>
              </a:spcBef>
              <a:spcAft>
                <a:spcPts val="0"/>
              </a:spcAft>
              <a:defRPr sz="117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4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patch</a:t>
            </a:r>
          </a:p>
        </p:txBody>
      </p:sp>
      <p:sp>
        <p:nvSpPr>
          <p:cNvPr id="453" name="b_caption" descr="Editable text; source id b_caption"/>
          <p:cNvSpPr txBox="1"/>
          <p:nvPr/>
        </p:nvSpPr>
        <p:spPr>
          <a:xfrm>
            <a:off x="5493042" y="2936861"/>
            <a:ext cx="1541884" cy="22227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50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 Shifted Window</a:t>
            </a:r>
          </a:p>
        </p:txBody>
      </p:sp>
      <p:sp>
        <p:nvSpPr>
          <p:cNvPr id="454" name="c_left_mlp_text" descr="Editable text; source id c_left_mlp_text"/>
          <p:cNvSpPr txBox="1"/>
          <p:nvPr/>
        </p:nvSpPr>
        <p:spPr>
          <a:xfrm>
            <a:off x="9336894" y="610621"/>
            <a:ext cx="304033" cy="16734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72"/>
              </a:lnSpc>
              <a:spcBef>
                <a:spcPts val="0"/>
              </a:spcBef>
              <a:spcAft>
                <a:spcPts val="0"/>
              </a:spcAft>
              <a:defRPr sz="110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MLP</a:t>
            </a:r>
          </a:p>
        </p:txBody>
      </p:sp>
      <p:sp>
        <p:nvSpPr>
          <p:cNvPr id="455" name="c_left_ln_top_text" descr="Editable text; source id c_left_ln_top_text"/>
          <p:cNvSpPr txBox="1"/>
          <p:nvPr/>
        </p:nvSpPr>
        <p:spPr>
          <a:xfrm>
            <a:off x="9387993" y="1039845"/>
            <a:ext cx="201837" cy="16734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72"/>
              </a:lnSpc>
              <a:spcBef>
                <a:spcPts val="0"/>
              </a:spcBef>
              <a:spcAft>
                <a:spcPts val="0"/>
              </a:spcAft>
              <a:defRPr sz="110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LN</a:t>
            </a:r>
          </a:p>
        </p:txBody>
      </p:sp>
      <p:sp>
        <p:nvSpPr>
          <p:cNvPr id="456" name="c_left_msa_text" descr="Editable text; source id c_left_msa_text"/>
          <p:cNvSpPr txBox="1"/>
          <p:nvPr/>
        </p:nvSpPr>
        <p:spPr>
          <a:xfrm>
            <a:off x="9239169" y="1797374"/>
            <a:ext cx="499483" cy="16734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72"/>
              </a:lnSpc>
              <a:spcBef>
                <a:spcPts val="0"/>
              </a:spcBef>
              <a:spcAft>
                <a:spcPts val="0"/>
              </a:spcAft>
              <a:defRPr sz="110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W-MSA</a:t>
            </a:r>
          </a:p>
        </p:txBody>
      </p:sp>
      <p:sp>
        <p:nvSpPr>
          <p:cNvPr id="457" name="c_left_ln_bottom_text" descr="Editable text; source id c_left_ln_bottom_text"/>
          <p:cNvSpPr txBox="1"/>
          <p:nvPr/>
        </p:nvSpPr>
        <p:spPr>
          <a:xfrm>
            <a:off x="9387993" y="2220211"/>
            <a:ext cx="201837" cy="16734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72"/>
              </a:lnSpc>
              <a:spcBef>
                <a:spcPts val="0"/>
              </a:spcBef>
              <a:spcAft>
                <a:spcPts val="0"/>
              </a:spcAft>
              <a:defRPr sz="110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LN</a:t>
            </a:r>
          </a:p>
        </p:txBody>
      </p:sp>
      <p:sp>
        <p:nvSpPr>
          <p:cNvPr id="458" name="c_left_z_76" descr="Editable text; source id c_left_z_76"/>
          <p:cNvSpPr txBox="1"/>
          <p:nvPr/>
        </p:nvSpPr>
        <p:spPr>
          <a:xfrm>
            <a:off x="9195097" y="274652"/>
            <a:ext cx="81756" cy="18012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defRPr sz="1207" b="1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7" b="1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459" name="c_left_sup_76" descr="Editable text; source id c_left_sup_76"/>
          <p:cNvSpPr txBox="1"/>
          <p:nvPr/>
        </p:nvSpPr>
        <p:spPr>
          <a:xfrm>
            <a:off x="9297293" y="237606"/>
            <a:ext cx="47265" cy="1303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71"/>
              </a:lnSpc>
              <a:spcBef>
                <a:spcPts val="0"/>
              </a:spcBef>
              <a:spcAft>
                <a:spcPts val="0"/>
              </a:spcAft>
              <a:defRPr sz="844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44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460" name="c_left_z_305" descr="Editable text; source id c_left_z_305"/>
          <p:cNvSpPr txBox="1"/>
          <p:nvPr/>
        </p:nvSpPr>
        <p:spPr>
          <a:xfrm>
            <a:off x="9195097" y="1416694"/>
            <a:ext cx="81756" cy="18012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defRPr sz="1207" b="1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7" b="1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461" name="c_left_sup_305" descr="Editable text; source id c_left_sup_305"/>
          <p:cNvSpPr txBox="1"/>
          <p:nvPr/>
        </p:nvSpPr>
        <p:spPr>
          <a:xfrm>
            <a:off x="9297293" y="1407751"/>
            <a:ext cx="47265" cy="1303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71"/>
              </a:lnSpc>
              <a:spcBef>
                <a:spcPts val="0"/>
              </a:spcBef>
              <a:spcAft>
                <a:spcPts val="0"/>
              </a:spcAft>
              <a:defRPr sz="844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44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462" name="c_left_z_508" descr="Editable text; source id c_left_z_508"/>
          <p:cNvSpPr txBox="1"/>
          <p:nvPr/>
        </p:nvSpPr>
        <p:spPr>
          <a:xfrm>
            <a:off x="9195097" y="2482088"/>
            <a:ext cx="81756" cy="18012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defRPr sz="1207" b="1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7" b="1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463" name="c_left_sup_508" descr="Editable text; source id c_left_sup_508"/>
          <p:cNvSpPr txBox="1"/>
          <p:nvPr/>
        </p:nvSpPr>
        <p:spPr>
          <a:xfrm>
            <a:off x="9297293" y="2445042"/>
            <a:ext cx="171178" cy="1303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71"/>
              </a:lnSpc>
              <a:spcBef>
                <a:spcPts val="0"/>
              </a:spcBef>
              <a:spcAft>
                <a:spcPts val="0"/>
              </a:spcAft>
              <a:defRPr sz="844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44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l−1</a:t>
            </a:r>
          </a:p>
        </p:txBody>
      </p:sp>
      <p:sp>
        <p:nvSpPr>
          <p:cNvPr id="464" name="c_right_mlp_text" descr="Editable text; source id c_right_mlp_text"/>
          <p:cNvSpPr txBox="1"/>
          <p:nvPr/>
        </p:nvSpPr>
        <p:spPr>
          <a:xfrm>
            <a:off x="10762531" y="610621"/>
            <a:ext cx="304033" cy="16734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72"/>
              </a:lnSpc>
              <a:spcBef>
                <a:spcPts val="0"/>
              </a:spcBef>
              <a:spcAft>
                <a:spcPts val="0"/>
              </a:spcAft>
              <a:defRPr sz="110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MLP</a:t>
            </a:r>
          </a:p>
        </p:txBody>
      </p:sp>
      <p:sp>
        <p:nvSpPr>
          <p:cNvPr id="465" name="c_right_ln_top_text" descr="Editable text; source id c_right_ln_top_text"/>
          <p:cNvSpPr txBox="1"/>
          <p:nvPr/>
        </p:nvSpPr>
        <p:spPr>
          <a:xfrm>
            <a:off x="10813629" y="1039845"/>
            <a:ext cx="201837" cy="16734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72"/>
              </a:lnSpc>
              <a:spcBef>
                <a:spcPts val="0"/>
              </a:spcBef>
              <a:spcAft>
                <a:spcPts val="0"/>
              </a:spcAft>
              <a:defRPr sz="110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LN</a:t>
            </a:r>
          </a:p>
        </p:txBody>
      </p:sp>
      <p:sp>
        <p:nvSpPr>
          <p:cNvPr id="466" name="c_right_msa_text" descr="Editable text; source id c_right_msa_text"/>
          <p:cNvSpPr txBox="1"/>
          <p:nvPr/>
        </p:nvSpPr>
        <p:spPr>
          <a:xfrm>
            <a:off x="10625843" y="1797374"/>
            <a:ext cx="577408" cy="16734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72"/>
              </a:lnSpc>
              <a:spcBef>
                <a:spcPts val="0"/>
              </a:spcBef>
              <a:spcAft>
                <a:spcPts val="0"/>
              </a:spcAft>
              <a:defRPr sz="110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SW-MSA</a:t>
            </a:r>
          </a:p>
        </p:txBody>
      </p:sp>
      <p:sp>
        <p:nvSpPr>
          <p:cNvPr id="467" name="c_right_ln_bottom_text" descr="Editable text; source id c_right_ln_bottom_text"/>
          <p:cNvSpPr txBox="1"/>
          <p:nvPr/>
        </p:nvSpPr>
        <p:spPr>
          <a:xfrm>
            <a:off x="10813629" y="2225320"/>
            <a:ext cx="201837" cy="16734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72"/>
              </a:lnSpc>
              <a:spcBef>
                <a:spcPts val="0"/>
              </a:spcBef>
              <a:spcAft>
                <a:spcPts val="0"/>
              </a:spcAft>
              <a:defRPr sz="110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LN</a:t>
            </a:r>
          </a:p>
        </p:txBody>
      </p:sp>
      <p:sp>
        <p:nvSpPr>
          <p:cNvPr id="468" name="c_right_z_76" descr="Editable text; source id c_right_z_76"/>
          <p:cNvSpPr txBox="1"/>
          <p:nvPr/>
        </p:nvSpPr>
        <p:spPr>
          <a:xfrm>
            <a:off x="10574745" y="274652"/>
            <a:ext cx="81756" cy="18012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defRPr sz="1207" b="1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7" b="1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469" name="c_right_sup_76" descr="Editable text; source id c_right_sup_76"/>
          <p:cNvSpPr txBox="1"/>
          <p:nvPr/>
        </p:nvSpPr>
        <p:spPr>
          <a:xfrm>
            <a:off x="10656502" y="237606"/>
            <a:ext cx="171178" cy="1303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855"/>
              </a:lnSpc>
              <a:spcBef>
                <a:spcPts val="0"/>
              </a:spcBef>
              <a:spcAft>
                <a:spcPts val="0"/>
              </a:spcAft>
              <a:defRPr sz="744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44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l+1</a:t>
            </a:r>
          </a:p>
        </p:txBody>
      </p:sp>
      <p:sp>
        <p:nvSpPr>
          <p:cNvPr id="470" name="c_right_z_305" descr="Editable text; source id c_right_z_305"/>
          <p:cNvSpPr txBox="1"/>
          <p:nvPr/>
        </p:nvSpPr>
        <p:spPr>
          <a:xfrm>
            <a:off x="10574745" y="1416694"/>
            <a:ext cx="81756" cy="18012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defRPr sz="1207" b="1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7" b="1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471" name="c_right_sup_305" descr="Editable text; source id c_right_sup_305"/>
          <p:cNvSpPr txBox="1"/>
          <p:nvPr/>
        </p:nvSpPr>
        <p:spPr>
          <a:xfrm>
            <a:off x="10656502" y="1407751"/>
            <a:ext cx="171178" cy="1303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855"/>
              </a:lnSpc>
              <a:spcBef>
                <a:spcPts val="0"/>
              </a:spcBef>
              <a:spcAft>
                <a:spcPts val="0"/>
              </a:spcAft>
              <a:defRPr sz="744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44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l+1</a:t>
            </a:r>
          </a:p>
        </p:txBody>
      </p:sp>
      <p:sp>
        <p:nvSpPr>
          <p:cNvPr id="472" name="c_right_z_508" descr="Editable text; source id c_right_z_508"/>
          <p:cNvSpPr txBox="1"/>
          <p:nvPr/>
        </p:nvSpPr>
        <p:spPr>
          <a:xfrm>
            <a:off x="10620734" y="2482088"/>
            <a:ext cx="81756" cy="18012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defRPr sz="1207" b="1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7" b="1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473" name="c_right_sup_508" descr="Editable text; source id c_right_sup_508"/>
          <p:cNvSpPr txBox="1"/>
          <p:nvPr/>
        </p:nvSpPr>
        <p:spPr>
          <a:xfrm>
            <a:off x="10722930" y="2445042"/>
            <a:ext cx="47265" cy="1303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71"/>
              </a:lnSpc>
              <a:spcBef>
                <a:spcPts val="0"/>
              </a:spcBef>
              <a:spcAft>
                <a:spcPts val="0"/>
              </a:spcAft>
              <a:defRPr sz="844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44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474" name="c_caption" descr="Editable text; source id c_caption"/>
          <p:cNvSpPr txBox="1"/>
          <p:nvPr/>
        </p:nvSpPr>
        <p:spPr>
          <a:xfrm>
            <a:off x="8541042" y="2939416"/>
            <a:ext cx="3524489" cy="22227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50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(c) Two Successive Swin Transformer Blocks</a:t>
            </a:r>
          </a:p>
        </p:txBody>
      </p:sp>
      <p:sp>
        <p:nvSpPr>
          <p:cNvPr id="475" name="d_images_text" descr="Editable text; source id d_images_text"/>
          <p:cNvSpPr txBox="1"/>
          <p:nvPr/>
        </p:nvSpPr>
        <p:spPr>
          <a:xfrm>
            <a:off x="1276174" y="4883698"/>
            <a:ext cx="574853" cy="2261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58"/>
              </a:lnSpc>
              <a:spcBef>
                <a:spcPts val="0"/>
              </a:spcBef>
              <a:spcAft>
                <a:spcPts val="0"/>
              </a:spcAft>
              <a:defRPr sz="152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2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Images</a:t>
            </a:r>
          </a:p>
        </p:txBody>
      </p:sp>
      <p:sp>
        <p:nvSpPr>
          <p:cNvPr id="476" name="d_input_dimension" descr="Editable text; source id d_input_dimension"/>
          <p:cNvSpPr txBox="1"/>
          <p:nvPr/>
        </p:nvSpPr>
        <p:spPr>
          <a:xfrm>
            <a:off x="1180365" y="4434035"/>
            <a:ext cx="710263" cy="2376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850"/>
              </a:lnSpc>
              <a:spcBef>
                <a:spcPts val="0"/>
              </a:spcBef>
              <a:spcAft>
                <a:spcPts val="0"/>
              </a:spcAft>
              <a:defRPr sz="1609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9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</a:t>
            </a:r>
            <a:r>
              <a:rPr sz="160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×</a:t>
            </a:r>
            <a:r>
              <a:rPr sz="1609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</a:t>
            </a:r>
            <a:r>
              <a:rPr sz="160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×3</a:t>
            </a:r>
          </a:p>
        </p:txBody>
      </p:sp>
      <p:sp>
        <p:nvSpPr>
          <p:cNvPr id="477" name="d_partition_text" descr="Editable text; source id d_partition_text"/>
          <p:cNvSpPr txBox="1"/>
          <p:nvPr/>
        </p:nvSpPr>
        <p:spPr>
          <a:xfrm rot="16200000">
            <a:off x="1715617" y="4854316"/>
            <a:ext cx="1304278" cy="25549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defRPr sz="169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9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Patch Partition</a:t>
            </a:r>
          </a:p>
        </p:txBody>
      </p:sp>
      <p:sp>
        <p:nvSpPr>
          <p:cNvPr id="478" name="d_merge_text_1" descr="Editable text; source id d_merge_text_1"/>
          <p:cNvSpPr txBox="1"/>
          <p:nvPr/>
        </p:nvSpPr>
        <p:spPr>
          <a:xfrm rot="16200000">
            <a:off x="2303884" y="4844097"/>
            <a:ext cx="1640248" cy="25549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defRPr sz="169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9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Linear Embedding</a:t>
            </a:r>
          </a:p>
        </p:txBody>
      </p:sp>
      <p:sp>
        <p:nvSpPr>
          <p:cNvPr id="479" name="d_block_text_1_0" descr="Editable text; source id d_block_text_1_0"/>
          <p:cNvSpPr txBox="1"/>
          <p:nvPr/>
        </p:nvSpPr>
        <p:spPr>
          <a:xfrm>
            <a:off x="3890479" y="4653756"/>
            <a:ext cx="420281" cy="22994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76"/>
              </a:lnSpc>
              <a:spcBef>
                <a:spcPts val="0"/>
              </a:spcBef>
              <a:spcAft>
                <a:spcPts val="0"/>
              </a:spcAft>
              <a:defRPr sz="154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Swin</a:t>
            </a:r>
          </a:p>
        </p:txBody>
      </p:sp>
      <p:sp>
        <p:nvSpPr>
          <p:cNvPr id="480" name="d_block_text_1_1" descr="Editable text; source id d_block_text_1_1"/>
          <p:cNvSpPr txBox="1"/>
          <p:nvPr/>
        </p:nvSpPr>
        <p:spPr>
          <a:xfrm>
            <a:off x="3601136" y="4883698"/>
            <a:ext cx="998967" cy="22994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76"/>
              </a:lnSpc>
              <a:spcBef>
                <a:spcPts val="0"/>
              </a:spcBef>
              <a:spcAft>
                <a:spcPts val="0"/>
              </a:spcAft>
              <a:defRPr sz="154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Transformer</a:t>
            </a:r>
          </a:p>
        </p:txBody>
      </p:sp>
      <p:sp>
        <p:nvSpPr>
          <p:cNvPr id="481" name="d_block_text_1_2" descr="Editable text; source id d_block_text_1_2"/>
          <p:cNvSpPr txBox="1"/>
          <p:nvPr/>
        </p:nvSpPr>
        <p:spPr>
          <a:xfrm>
            <a:off x="3857265" y="5118749"/>
            <a:ext cx="486709" cy="22994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76"/>
              </a:lnSpc>
              <a:spcBef>
                <a:spcPts val="0"/>
              </a:spcBef>
              <a:spcAft>
                <a:spcPts val="0"/>
              </a:spcAft>
              <a:defRPr sz="154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Block</a:t>
            </a:r>
          </a:p>
        </p:txBody>
      </p:sp>
      <p:sp>
        <p:nvSpPr>
          <p:cNvPr id="482" name="d_stage_title_1" descr="Editable text; source id d_stage_title_1"/>
          <p:cNvSpPr txBox="1"/>
          <p:nvPr/>
        </p:nvSpPr>
        <p:spPr>
          <a:xfrm>
            <a:off x="3383969" y="3737823"/>
            <a:ext cx="574853" cy="21844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98"/>
              </a:lnSpc>
              <a:spcBef>
                <a:spcPts val="0"/>
              </a:spcBef>
              <a:spcAft>
                <a:spcPts val="0"/>
              </a:spcAft>
              <a:defRPr sz="147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Stage 1</a:t>
            </a:r>
          </a:p>
        </p:txBody>
      </p:sp>
      <p:sp>
        <p:nvSpPr>
          <p:cNvPr id="483" name="d_repeat_1" descr="Editable text; source id d_repeat_1"/>
          <p:cNvSpPr txBox="1"/>
          <p:nvPr/>
        </p:nvSpPr>
        <p:spPr>
          <a:xfrm>
            <a:off x="3989481" y="5897994"/>
            <a:ext cx="222276" cy="2261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58"/>
              </a:lnSpc>
              <a:spcBef>
                <a:spcPts val="0"/>
              </a:spcBef>
              <a:spcAft>
                <a:spcPts val="0"/>
              </a:spcAft>
              <a:defRPr sz="152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2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×2</a:t>
            </a:r>
          </a:p>
        </p:txBody>
      </p:sp>
      <p:sp>
        <p:nvSpPr>
          <p:cNvPr id="484" name="d_merge_text_2" descr="Editable text; source id d_merge_text_2"/>
          <p:cNvSpPr txBox="1"/>
          <p:nvPr/>
        </p:nvSpPr>
        <p:spPr>
          <a:xfrm rot="16200000">
            <a:off x="4605243" y="4844097"/>
            <a:ext cx="1304218" cy="25549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defRPr sz="169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9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Patch Merging</a:t>
            </a:r>
          </a:p>
        </p:txBody>
      </p:sp>
      <p:sp>
        <p:nvSpPr>
          <p:cNvPr id="485" name="d_block_text_2_0" descr="Editable text; source id d_block_text_2_0"/>
          <p:cNvSpPr txBox="1"/>
          <p:nvPr/>
        </p:nvSpPr>
        <p:spPr>
          <a:xfrm>
            <a:off x="6003384" y="4653756"/>
            <a:ext cx="420281" cy="22994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76"/>
              </a:lnSpc>
              <a:spcBef>
                <a:spcPts val="0"/>
              </a:spcBef>
              <a:spcAft>
                <a:spcPts val="0"/>
              </a:spcAft>
              <a:defRPr sz="154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Swin</a:t>
            </a:r>
          </a:p>
        </p:txBody>
      </p:sp>
      <p:sp>
        <p:nvSpPr>
          <p:cNvPr id="486" name="d_block_text_2_1" descr="Editable text; source id d_block_text_2_1"/>
          <p:cNvSpPr txBox="1"/>
          <p:nvPr/>
        </p:nvSpPr>
        <p:spPr>
          <a:xfrm>
            <a:off x="5714041" y="4883698"/>
            <a:ext cx="998967" cy="22994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76"/>
              </a:lnSpc>
              <a:spcBef>
                <a:spcPts val="0"/>
              </a:spcBef>
              <a:spcAft>
                <a:spcPts val="0"/>
              </a:spcAft>
              <a:defRPr sz="154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Transformer</a:t>
            </a:r>
          </a:p>
        </p:txBody>
      </p:sp>
      <p:sp>
        <p:nvSpPr>
          <p:cNvPr id="487" name="d_block_text_2_2" descr="Editable text; source id d_block_text_2_2"/>
          <p:cNvSpPr txBox="1"/>
          <p:nvPr/>
        </p:nvSpPr>
        <p:spPr>
          <a:xfrm>
            <a:off x="5970170" y="5118749"/>
            <a:ext cx="486709" cy="22994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76"/>
              </a:lnSpc>
              <a:spcBef>
                <a:spcPts val="0"/>
              </a:spcBef>
              <a:spcAft>
                <a:spcPts val="0"/>
              </a:spcAft>
              <a:defRPr sz="154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Block</a:t>
            </a:r>
          </a:p>
        </p:txBody>
      </p:sp>
      <p:sp>
        <p:nvSpPr>
          <p:cNvPr id="488" name="d_stage_title_2" descr="Editable text; source id d_stage_title_2"/>
          <p:cNvSpPr txBox="1"/>
          <p:nvPr/>
        </p:nvSpPr>
        <p:spPr>
          <a:xfrm>
            <a:off x="5527533" y="3737823"/>
            <a:ext cx="574853" cy="21844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98"/>
              </a:lnSpc>
              <a:spcBef>
                <a:spcPts val="0"/>
              </a:spcBef>
              <a:spcAft>
                <a:spcPts val="0"/>
              </a:spcAft>
              <a:defRPr sz="147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Stage 2</a:t>
            </a:r>
          </a:p>
        </p:txBody>
      </p:sp>
      <p:sp>
        <p:nvSpPr>
          <p:cNvPr id="489" name="d_repeat_2" descr="Editable text; source id d_repeat_2"/>
          <p:cNvSpPr txBox="1"/>
          <p:nvPr/>
        </p:nvSpPr>
        <p:spPr>
          <a:xfrm>
            <a:off x="6102387" y="5897994"/>
            <a:ext cx="222276" cy="2261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58"/>
              </a:lnSpc>
              <a:spcBef>
                <a:spcPts val="0"/>
              </a:spcBef>
              <a:spcAft>
                <a:spcPts val="0"/>
              </a:spcAft>
              <a:defRPr sz="152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2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×2</a:t>
            </a:r>
          </a:p>
        </p:txBody>
      </p:sp>
      <p:sp>
        <p:nvSpPr>
          <p:cNvPr id="490" name="d_merge_text_3" descr="Editable text; source id d_merge_text_3"/>
          <p:cNvSpPr txBox="1"/>
          <p:nvPr/>
        </p:nvSpPr>
        <p:spPr>
          <a:xfrm rot="16200000">
            <a:off x="6718148" y="4844097"/>
            <a:ext cx="1304218" cy="25549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defRPr sz="169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9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Patch Merging</a:t>
            </a:r>
          </a:p>
        </p:txBody>
      </p:sp>
      <p:sp>
        <p:nvSpPr>
          <p:cNvPr id="491" name="d_block_text_3_0" descr="Editable text; source id d_block_text_3_0"/>
          <p:cNvSpPr txBox="1"/>
          <p:nvPr/>
        </p:nvSpPr>
        <p:spPr>
          <a:xfrm>
            <a:off x="8085630" y="4653756"/>
            <a:ext cx="420281" cy="22994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76"/>
              </a:lnSpc>
              <a:spcBef>
                <a:spcPts val="0"/>
              </a:spcBef>
              <a:spcAft>
                <a:spcPts val="0"/>
              </a:spcAft>
              <a:defRPr sz="154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Swin</a:t>
            </a:r>
          </a:p>
        </p:txBody>
      </p:sp>
      <p:sp>
        <p:nvSpPr>
          <p:cNvPr id="492" name="d_block_text_3_1" descr="Editable text; source id d_block_text_3_1"/>
          <p:cNvSpPr txBox="1"/>
          <p:nvPr/>
        </p:nvSpPr>
        <p:spPr>
          <a:xfrm>
            <a:off x="7796288" y="4883698"/>
            <a:ext cx="998967" cy="22994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76"/>
              </a:lnSpc>
              <a:spcBef>
                <a:spcPts val="0"/>
              </a:spcBef>
              <a:spcAft>
                <a:spcPts val="0"/>
              </a:spcAft>
              <a:defRPr sz="154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Transformer</a:t>
            </a:r>
          </a:p>
        </p:txBody>
      </p:sp>
      <p:sp>
        <p:nvSpPr>
          <p:cNvPr id="493" name="d_block_text_3_2" descr="Editable text; source id d_block_text_3_2"/>
          <p:cNvSpPr txBox="1"/>
          <p:nvPr/>
        </p:nvSpPr>
        <p:spPr>
          <a:xfrm>
            <a:off x="8052417" y="5118749"/>
            <a:ext cx="486709" cy="22994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76"/>
              </a:lnSpc>
              <a:spcBef>
                <a:spcPts val="0"/>
              </a:spcBef>
              <a:spcAft>
                <a:spcPts val="0"/>
              </a:spcAft>
              <a:defRPr sz="154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Block</a:t>
            </a:r>
          </a:p>
        </p:txBody>
      </p:sp>
      <p:sp>
        <p:nvSpPr>
          <p:cNvPr id="494" name="d_stage_title_3" descr="Editable text; source id d_stage_title_3"/>
          <p:cNvSpPr txBox="1"/>
          <p:nvPr/>
        </p:nvSpPr>
        <p:spPr>
          <a:xfrm>
            <a:off x="7617444" y="3737823"/>
            <a:ext cx="574853" cy="21844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98"/>
              </a:lnSpc>
              <a:spcBef>
                <a:spcPts val="0"/>
              </a:spcBef>
              <a:spcAft>
                <a:spcPts val="0"/>
              </a:spcAft>
              <a:defRPr sz="147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Stage 3</a:t>
            </a:r>
          </a:p>
        </p:txBody>
      </p:sp>
      <p:sp>
        <p:nvSpPr>
          <p:cNvPr id="495" name="d_repeat_3" descr="Editable text; source id d_repeat_3"/>
          <p:cNvSpPr txBox="1"/>
          <p:nvPr/>
        </p:nvSpPr>
        <p:spPr>
          <a:xfrm>
            <a:off x="8184633" y="5897994"/>
            <a:ext cx="222276" cy="2261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58"/>
              </a:lnSpc>
              <a:spcBef>
                <a:spcPts val="0"/>
              </a:spcBef>
              <a:spcAft>
                <a:spcPts val="0"/>
              </a:spcAft>
              <a:defRPr sz="152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2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×6</a:t>
            </a:r>
          </a:p>
        </p:txBody>
      </p:sp>
      <p:sp>
        <p:nvSpPr>
          <p:cNvPr id="496" name="d_merge_text_4" descr="Editable text; source id d_merge_text_4"/>
          <p:cNvSpPr txBox="1"/>
          <p:nvPr/>
        </p:nvSpPr>
        <p:spPr>
          <a:xfrm rot="16200000">
            <a:off x="8846383" y="4844097"/>
            <a:ext cx="1304218" cy="25549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954"/>
              </a:lnSpc>
              <a:spcBef>
                <a:spcPts val="0"/>
              </a:spcBef>
              <a:spcAft>
                <a:spcPts val="0"/>
              </a:spcAft>
              <a:defRPr sz="169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9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Patch Merging</a:t>
            </a:r>
          </a:p>
        </p:txBody>
      </p:sp>
      <p:sp>
        <p:nvSpPr>
          <p:cNvPr id="497" name="d_block_text_4_0" descr="Editable text; source id d_block_text_4_0"/>
          <p:cNvSpPr txBox="1"/>
          <p:nvPr/>
        </p:nvSpPr>
        <p:spPr>
          <a:xfrm>
            <a:off x="10216420" y="4653756"/>
            <a:ext cx="420281" cy="22994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76"/>
              </a:lnSpc>
              <a:spcBef>
                <a:spcPts val="0"/>
              </a:spcBef>
              <a:spcAft>
                <a:spcPts val="0"/>
              </a:spcAft>
              <a:defRPr sz="154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Swin</a:t>
            </a:r>
          </a:p>
        </p:txBody>
      </p:sp>
      <p:sp>
        <p:nvSpPr>
          <p:cNvPr id="498" name="d_block_text_4_1" descr="Editable text; source id d_block_text_4_1"/>
          <p:cNvSpPr txBox="1"/>
          <p:nvPr/>
        </p:nvSpPr>
        <p:spPr>
          <a:xfrm>
            <a:off x="9927077" y="4883698"/>
            <a:ext cx="998967" cy="22994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76"/>
              </a:lnSpc>
              <a:spcBef>
                <a:spcPts val="0"/>
              </a:spcBef>
              <a:spcAft>
                <a:spcPts val="0"/>
              </a:spcAft>
              <a:defRPr sz="154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Transformer</a:t>
            </a:r>
          </a:p>
        </p:txBody>
      </p:sp>
      <p:sp>
        <p:nvSpPr>
          <p:cNvPr id="499" name="d_block_text_4_2" descr="Editable text; source id d_block_text_4_2"/>
          <p:cNvSpPr txBox="1"/>
          <p:nvPr/>
        </p:nvSpPr>
        <p:spPr>
          <a:xfrm>
            <a:off x="10183206" y="5118749"/>
            <a:ext cx="486709" cy="22994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76"/>
              </a:lnSpc>
              <a:spcBef>
                <a:spcPts val="0"/>
              </a:spcBef>
              <a:spcAft>
                <a:spcPts val="0"/>
              </a:spcAft>
              <a:defRPr sz="154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4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Block</a:t>
            </a:r>
          </a:p>
        </p:txBody>
      </p:sp>
      <p:sp>
        <p:nvSpPr>
          <p:cNvPr id="500" name="d_stage_title_4" descr="Editable text; source id d_stage_title_4"/>
          <p:cNvSpPr txBox="1"/>
          <p:nvPr/>
        </p:nvSpPr>
        <p:spPr>
          <a:xfrm>
            <a:off x="9740569" y="3737823"/>
            <a:ext cx="574853" cy="21844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98"/>
              </a:lnSpc>
              <a:spcBef>
                <a:spcPts val="0"/>
              </a:spcBef>
              <a:spcAft>
                <a:spcPts val="0"/>
              </a:spcAft>
              <a:defRPr sz="147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Stage 4</a:t>
            </a:r>
          </a:p>
        </p:txBody>
      </p:sp>
      <p:sp>
        <p:nvSpPr>
          <p:cNvPr id="501" name="d_repeat_4" descr="Editable text; source id d_repeat_4"/>
          <p:cNvSpPr txBox="1"/>
          <p:nvPr/>
        </p:nvSpPr>
        <p:spPr>
          <a:xfrm>
            <a:off x="10315423" y="5897994"/>
            <a:ext cx="222276" cy="2261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58"/>
              </a:lnSpc>
              <a:spcBef>
                <a:spcPts val="0"/>
              </a:spcBef>
              <a:spcAft>
                <a:spcPts val="0"/>
              </a:spcAft>
              <a:defRPr sz="152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2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×2</a:t>
            </a:r>
          </a:p>
        </p:txBody>
      </p:sp>
      <p:sp>
        <p:nvSpPr>
          <p:cNvPr id="502" name="d_dim48_H" descr="Editable text; source id d_dim48_H"/>
          <p:cNvSpPr txBox="1"/>
          <p:nvPr/>
        </p:nvSpPr>
        <p:spPr>
          <a:xfrm>
            <a:off x="2291748" y="3274108"/>
            <a:ext cx="145629" cy="18012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defRPr sz="120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503" name="d_dim48_den_H" descr="Editable text; source id d_dim48_den_H"/>
          <p:cNvSpPr txBox="1"/>
          <p:nvPr/>
        </p:nvSpPr>
        <p:spPr>
          <a:xfrm>
            <a:off x="2305800" y="3459339"/>
            <a:ext cx="89421" cy="17628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41"/>
              </a:lnSpc>
              <a:spcBef>
                <a:spcPts val="0"/>
              </a:spcBef>
              <a:spcAft>
                <a:spcPts val="0"/>
              </a:spcAft>
              <a:defRPr sz="116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504" name="d_dim48_times1" descr="Editable text; source id d_dim48_times1"/>
          <p:cNvSpPr txBox="1"/>
          <p:nvPr/>
        </p:nvSpPr>
        <p:spPr>
          <a:xfrm>
            <a:off x="2455262" y="3329039"/>
            <a:ext cx="118803" cy="21588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65"/>
              </a:lnSpc>
              <a:spcBef>
                <a:spcPts val="0"/>
              </a:spcBef>
              <a:spcAft>
                <a:spcPts val="0"/>
              </a:spcAft>
              <a:defRPr sz="144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4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505" name="d_dim48_W" descr="Editable text; source id d_dim48_W"/>
          <p:cNvSpPr txBox="1"/>
          <p:nvPr/>
        </p:nvSpPr>
        <p:spPr>
          <a:xfrm>
            <a:off x="2654544" y="3274108"/>
            <a:ext cx="160958" cy="18012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defRPr sz="120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506" name="d_dim48_den_W" descr="Editable text; source id d_dim48_den_W"/>
          <p:cNvSpPr txBox="1"/>
          <p:nvPr/>
        </p:nvSpPr>
        <p:spPr>
          <a:xfrm>
            <a:off x="2681371" y="3459339"/>
            <a:ext cx="89421" cy="17628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41"/>
              </a:lnSpc>
              <a:spcBef>
                <a:spcPts val="0"/>
              </a:spcBef>
              <a:spcAft>
                <a:spcPts val="0"/>
              </a:spcAft>
              <a:defRPr sz="116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507" name="d_dim48_times2" descr="Editable text; source id d_dim48_times2"/>
          <p:cNvSpPr txBox="1"/>
          <p:nvPr/>
        </p:nvSpPr>
        <p:spPr>
          <a:xfrm>
            <a:off x="2843607" y="3329039"/>
            <a:ext cx="118803" cy="21588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65"/>
              </a:lnSpc>
              <a:spcBef>
                <a:spcPts val="0"/>
              </a:spcBef>
              <a:spcAft>
                <a:spcPts val="0"/>
              </a:spcAft>
              <a:defRPr sz="144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4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508" name="d_dim48_channels" descr="Editable text; source id d_dim48_channels"/>
          <p:cNvSpPr txBox="1"/>
          <p:nvPr/>
        </p:nvSpPr>
        <p:spPr>
          <a:xfrm>
            <a:off x="3007121" y="3317542"/>
            <a:ext cx="209502" cy="2261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58"/>
              </a:lnSpc>
              <a:spcBef>
                <a:spcPts val="0"/>
              </a:spcBef>
              <a:spcAft>
                <a:spcPts val="0"/>
              </a:spcAft>
              <a:defRPr sz="152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2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48</a:t>
            </a:r>
          </a:p>
        </p:txBody>
      </p:sp>
      <p:sp>
        <p:nvSpPr>
          <p:cNvPr id="509" name="d_dimC_H" descr="Editable text; source id d_dimC_H"/>
          <p:cNvSpPr txBox="1"/>
          <p:nvPr/>
        </p:nvSpPr>
        <p:spPr>
          <a:xfrm>
            <a:off x="4366330" y="3274108"/>
            <a:ext cx="145629" cy="18012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defRPr sz="120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510" name="d_dimC_den_H" descr="Editable text; source id d_dimC_den_H"/>
          <p:cNvSpPr txBox="1"/>
          <p:nvPr/>
        </p:nvSpPr>
        <p:spPr>
          <a:xfrm>
            <a:off x="4380382" y="3459339"/>
            <a:ext cx="89421" cy="17628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41"/>
              </a:lnSpc>
              <a:spcBef>
                <a:spcPts val="0"/>
              </a:spcBef>
              <a:spcAft>
                <a:spcPts val="0"/>
              </a:spcAft>
              <a:defRPr sz="116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511" name="d_dimC_times1" descr="Editable text; source id d_dimC_times1"/>
          <p:cNvSpPr txBox="1"/>
          <p:nvPr/>
        </p:nvSpPr>
        <p:spPr>
          <a:xfrm>
            <a:off x="4529843" y="3329039"/>
            <a:ext cx="118803" cy="21588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65"/>
              </a:lnSpc>
              <a:spcBef>
                <a:spcPts val="0"/>
              </a:spcBef>
              <a:spcAft>
                <a:spcPts val="0"/>
              </a:spcAft>
              <a:defRPr sz="144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4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512" name="d_dimC_W" descr="Editable text; source id d_dimC_W"/>
          <p:cNvSpPr txBox="1"/>
          <p:nvPr/>
        </p:nvSpPr>
        <p:spPr>
          <a:xfrm>
            <a:off x="4729126" y="3274108"/>
            <a:ext cx="160958" cy="18012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defRPr sz="120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513" name="d_dimC_den_W" descr="Editable text; source id d_dimC_den_W"/>
          <p:cNvSpPr txBox="1"/>
          <p:nvPr/>
        </p:nvSpPr>
        <p:spPr>
          <a:xfrm>
            <a:off x="4755952" y="3459339"/>
            <a:ext cx="89421" cy="17628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41"/>
              </a:lnSpc>
              <a:spcBef>
                <a:spcPts val="0"/>
              </a:spcBef>
              <a:spcAft>
                <a:spcPts val="0"/>
              </a:spcAft>
              <a:defRPr sz="116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514" name="d_dimC_times2" descr="Editable text; source id d_dimC_times2"/>
          <p:cNvSpPr txBox="1"/>
          <p:nvPr/>
        </p:nvSpPr>
        <p:spPr>
          <a:xfrm>
            <a:off x="4918189" y="3329039"/>
            <a:ext cx="118803" cy="21588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65"/>
              </a:lnSpc>
              <a:spcBef>
                <a:spcPts val="0"/>
              </a:spcBef>
              <a:spcAft>
                <a:spcPts val="0"/>
              </a:spcAft>
              <a:defRPr sz="144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4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515" name="d_dimC_channels" descr="Editable text; source id d_dimC_channels"/>
          <p:cNvSpPr txBox="1"/>
          <p:nvPr/>
        </p:nvSpPr>
        <p:spPr>
          <a:xfrm>
            <a:off x="5081703" y="3317542"/>
            <a:ext cx="152016" cy="2261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58"/>
              </a:lnSpc>
              <a:spcBef>
                <a:spcPts val="0"/>
              </a:spcBef>
              <a:spcAft>
                <a:spcPts val="0"/>
              </a:spcAft>
              <a:defRPr sz="1528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28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516" name="d_dim2C_H" descr="Editable text; source id d_dim2C_H"/>
          <p:cNvSpPr txBox="1"/>
          <p:nvPr/>
        </p:nvSpPr>
        <p:spPr>
          <a:xfrm>
            <a:off x="6550772" y="3274108"/>
            <a:ext cx="145629" cy="18012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defRPr sz="120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517" name="d_dim2C_den_H" descr="Editable text; source id d_dim2C_den_H"/>
          <p:cNvSpPr txBox="1"/>
          <p:nvPr/>
        </p:nvSpPr>
        <p:spPr>
          <a:xfrm>
            <a:off x="6564824" y="3459339"/>
            <a:ext cx="89421" cy="17628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41"/>
              </a:lnSpc>
              <a:spcBef>
                <a:spcPts val="0"/>
              </a:spcBef>
              <a:spcAft>
                <a:spcPts val="0"/>
              </a:spcAft>
              <a:defRPr sz="116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518" name="d_dim2C_times1" descr="Editable text; source id d_dim2C_times1"/>
          <p:cNvSpPr txBox="1"/>
          <p:nvPr/>
        </p:nvSpPr>
        <p:spPr>
          <a:xfrm>
            <a:off x="6714286" y="3329039"/>
            <a:ext cx="118803" cy="21588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65"/>
              </a:lnSpc>
              <a:spcBef>
                <a:spcPts val="0"/>
              </a:spcBef>
              <a:spcAft>
                <a:spcPts val="0"/>
              </a:spcAft>
              <a:defRPr sz="144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4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519" name="d_dim2C_W" descr="Editable text; source id d_dim2C_W"/>
          <p:cNvSpPr txBox="1"/>
          <p:nvPr/>
        </p:nvSpPr>
        <p:spPr>
          <a:xfrm>
            <a:off x="6913568" y="3274108"/>
            <a:ext cx="160958" cy="18012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defRPr sz="120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520" name="d_dim2C_den_W" descr="Editable text; source id d_dim2C_den_W"/>
          <p:cNvSpPr txBox="1"/>
          <p:nvPr/>
        </p:nvSpPr>
        <p:spPr>
          <a:xfrm>
            <a:off x="6940395" y="3459339"/>
            <a:ext cx="89421" cy="17628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41"/>
              </a:lnSpc>
              <a:spcBef>
                <a:spcPts val="0"/>
              </a:spcBef>
              <a:spcAft>
                <a:spcPts val="0"/>
              </a:spcAft>
              <a:defRPr sz="116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521" name="d_dim2C_times2" descr="Editable text; source id d_dim2C_times2"/>
          <p:cNvSpPr txBox="1"/>
          <p:nvPr/>
        </p:nvSpPr>
        <p:spPr>
          <a:xfrm>
            <a:off x="7102631" y="3329039"/>
            <a:ext cx="118803" cy="21588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65"/>
              </a:lnSpc>
              <a:spcBef>
                <a:spcPts val="0"/>
              </a:spcBef>
              <a:spcAft>
                <a:spcPts val="0"/>
              </a:spcAft>
              <a:defRPr sz="144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4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522" name="d_dim2C_factor" descr="Editable text; source id d_dim2C_factor"/>
          <p:cNvSpPr txBox="1"/>
          <p:nvPr/>
        </p:nvSpPr>
        <p:spPr>
          <a:xfrm>
            <a:off x="7266145" y="3317542"/>
            <a:ext cx="112415" cy="2261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58"/>
              </a:lnSpc>
              <a:spcBef>
                <a:spcPts val="0"/>
              </a:spcBef>
              <a:spcAft>
                <a:spcPts val="0"/>
              </a:spcAft>
              <a:defRPr sz="152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2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23" name="d_dim2C_channels" descr="Editable text; source id d_dim2C_channels"/>
          <p:cNvSpPr txBox="1"/>
          <p:nvPr/>
        </p:nvSpPr>
        <p:spPr>
          <a:xfrm>
            <a:off x="7368341" y="3317542"/>
            <a:ext cx="152016" cy="2261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58"/>
              </a:lnSpc>
              <a:spcBef>
                <a:spcPts val="0"/>
              </a:spcBef>
              <a:spcAft>
                <a:spcPts val="0"/>
              </a:spcAft>
              <a:defRPr sz="1528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28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524" name="d_dim8C_H" descr="Editable text; source id d_dim8C_H"/>
          <p:cNvSpPr txBox="1"/>
          <p:nvPr/>
        </p:nvSpPr>
        <p:spPr>
          <a:xfrm>
            <a:off x="10252827" y="3274108"/>
            <a:ext cx="145629" cy="18012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defRPr sz="120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525" name="d_dim8C_den_H" descr="Editable text; source id d_dim8C_den_H"/>
          <p:cNvSpPr txBox="1"/>
          <p:nvPr/>
        </p:nvSpPr>
        <p:spPr>
          <a:xfrm>
            <a:off x="10229833" y="3459339"/>
            <a:ext cx="163513" cy="17628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41"/>
              </a:lnSpc>
              <a:spcBef>
                <a:spcPts val="0"/>
              </a:spcBef>
              <a:spcAft>
                <a:spcPts val="0"/>
              </a:spcAft>
              <a:defRPr sz="116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32</a:t>
            </a:r>
          </a:p>
        </p:txBody>
      </p:sp>
      <p:sp>
        <p:nvSpPr>
          <p:cNvPr id="526" name="d_dim8C_times1" descr="Editable text; source id d_dim8C_times1"/>
          <p:cNvSpPr txBox="1"/>
          <p:nvPr/>
        </p:nvSpPr>
        <p:spPr>
          <a:xfrm>
            <a:off x="10416341" y="3329039"/>
            <a:ext cx="118803" cy="21588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65"/>
              </a:lnSpc>
              <a:spcBef>
                <a:spcPts val="0"/>
              </a:spcBef>
              <a:spcAft>
                <a:spcPts val="0"/>
              </a:spcAft>
              <a:defRPr sz="144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4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527" name="d_dim8C_W" descr="Editable text; source id d_dim8C_W"/>
          <p:cNvSpPr txBox="1"/>
          <p:nvPr/>
        </p:nvSpPr>
        <p:spPr>
          <a:xfrm>
            <a:off x="10615624" y="3274108"/>
            <a:ext cx="160958" cy="18012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defRPr sz="120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528" name="d_dim8C_den_W" descr="Editable text; source id d_dim8C_den_W"/>
          <p:cNvSpPr txBox="1"/>
          <p:nvPr/>
        </p:nvSpPr>
        <p:spPr>
          <a:xfrm>
            <a:off x="10605404" y="3459339"/>
            <a:ext cx="163513" cy="17628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41"/>
              </a:lnSpc>
              <a:spcBef>
                <a:spcPts val="0"/>
              </a:spcBef>
              <a:spcAft>
                <a:spcPts val="0"/>
              </a:spcAft>
              <a:defRPr sz="116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32</a:t>
            </a:r>
          </a:p>
        </p:txBody>
      </p:sp>
      <p:sp>
        <p:nvSpPr>
          <p:cNvPr id="529" name="d_dim8C_times2" descr="Editable text; source id d_dim8C_times2"/>
          <p:cNvSpPr txBox="1"/>
          <p:nvPr/>
        </p:nvSpPr>
        <p:spPr>
          <a:xfrm>
            <a:off x="10804687" y="3329039"/>
            <a:ext cx="118803" cy="21588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65"/>
              </a:lnSpc>
              <a:spcBef>
                <a:spcPts val="0"/>
              </a:spcBef>
              <a:spcAft>
                <a:spcPts val="0"/>
              </a:spcAft>
              <a:defRPr sz="144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4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530" name="d_dim8C_factor" descr="Editable text; source id d_dim8C_factor"/>
          <p:cNvSpPr txBox="1"/>
          <p:nvPr/>
        </p:nvSpPr>
        <p:spPr>
          <a:xfrm>
            <a:off x="10968200" y="3317542"/>
            <a:ext cx="112415" cy="2261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58"/>
              </a:lnSpc>
              <a:spcBef>
                <a:spcPts val="0"/>
              </a:spcBef>
              <a:spcAft>
                <a:spcPts val="0"/>
              </a:spcAft>
              <a:defRPr sz="152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2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531" name="d_dim8C_channels" descr="Editable text; source id d_dim8C_channels"/>
          <p:cNvSpPr txBox="1"/>
          <p:nvPr/>
        </p:nvSpPr>
        <p:spPr>
          <a:xfrm>
            <a:off x="11070397" y="3317542"/>
            <a:ext cx="152016" cy="2261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58"/>
              </a:lnSpc>
              <a:spcBef>
                <a:spcPts val="0"/>
              </a:spcBef>
              <a:spcAft>
                <a:spcPts val="0"/>
              </a:spcAft>
              <a:defRPr sz="1528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28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532" name="d_caption" descr="Editable text; source id d_caption"/>
          <p:cNvSpPr txBox="1"/>
          <p:nvPr/>
        </p:nvSpPr>
        <p:spPr>
          <a:xfrm>
            <a:off x="5651446" y="6357877"/>
            <a:ext cx="1237850" cy="22227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50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(d)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Swin Transformer — original four-panel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