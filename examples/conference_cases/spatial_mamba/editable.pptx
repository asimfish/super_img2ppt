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475487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working tree controlled retest after parent runtime rotation support changes. All 15 formerly raster rotated labels are now native editable Times New Roman text. Only the dragonfly photograph remains raster. The supplied source bitmap is the only geometry/text evidence. Dashes retain independently measured editable lines and shadows retain flat editable bands. LibreOffice actual PPTX render must be checked; no PowerPoint/WPS check has been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stage_dash_000" descr="Editable line; source id stage_dash_000"/>
          <p:cNvCxnSpPr/>
          <p:nvPr/>
        </p:nvCxnSpPr>
        <p:spPr>
          <a:xfrm>
            <a:off x="23012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 name="stage_dash_001" descr="Editable line; source id stage_dash_001"/>
          <p:cNvCxnSpPr/>
          <p:nvPr/>
        </p:nvCxnSpPr>
        <p:spPr>
          <a:xfrm>
            <a:off x="248411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 name="stage_dash_002" descr="Editable line; source id stage_dash_002"/>
          <p:cNvCxnSpPr/>
          <p:nvPr/>
        </p:nvCxnSpPr>
        <p:spPr>
          <a:xfrm>
            <a:off x="265937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 name="stage_dash_003" descr="Editable line; source id stage_dash_003"/>
          <p:cNvCxnSpPr/>
          <p:nvPr/>
        </p:nvCxnSpPr>
        <p:spPr>
          <a:xfrm>
            <a:off x="28346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 name="stage_dash_004" descr="Editable line; source id stage_dash_004"/>
          <p:cNvCxnSpPr/>
          <p:nvPr/>
        </p:nvCxnSpPr>
        <p:spPr>
          <a:xfrm>
            <a:off x="30098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 name="stage_dash_005" descr="Editable line; source id stage_dash_005"/>
          <p:cNvCxnSpPr/>
          <p:nvPr/>
        </p:nvCxnSpPr>
        <p:spPr>
          <a:xfrm>
            <a:off x="319277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 name="stage_dash_006" descr="Editable line; source id stage_dash_006"/>
          <p:cNvCxnSpPr/>
          <p:nvPr/>
        </p:nvCxnSpPr>
        <p:spPr>
          <a:xfrm>
            <a:off x="33680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 name="stage_dash_007" descr="Editable line; source id stage_dash_007"/>
          <p:cNvCxnSpPr/>
          <p:nvPr/>
        </p:nvCxnSpPr>
        <p:spPr>
          <a:xfrm>
            <a:off x="35432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 name="stage_dash_008" descr="Editable line; source id stage_dash_008"/>
          <p:cNvCxnSpPr/>
          <p:nvPr/>
        </p:nvCxnSpPr>
        <p:spPr>
          <a:xfrm>
            <a:off x="3718473" y="140123"/>
            <a:ext cx="99238"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 name="stage_dash_009" descr="Editable line; source id stage_dash_009"/>
          <p:cNvCxnSpPr/>
          <p:nvPr/>
        </p:nvCxnSpPr>
        <p:spPr>
          <a:xfrm>
            <a:off x="39014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 name="stage_dash_010" descr="Editable line; source id stage_dash_010"/>
          <p:cNvCxnSpPr/>
          <p:nvPr/>
        </p:nvCxnSpPr>
        <p:spPr>
          <a:xfrm>
            <a:off x="4075384" y="139152"/>
            <a:ext cx="99597" cy="21127"/>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 name="stage_dash_011" descr="Editable line; source id stage_dash_011"/>
          <p:cNvCxnSpPr/>
          <p:nvPr/>
        </p:nvCxnSpPr>
        <p:spPr>
          <a:xfrm>
            <a:off x="48386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 name="stage_dash_012" descr="Editable line; source id stage_dash_012"/>
          <p:cNvCxnSpPr/>
          <p:nvPr/>
        </p:nvCxnSpPr>
        <p:spPr>
          <a:xfrm>
            <a:off x="502157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 name="stage_dash_013" descr="Editable line; source id stage_dash_013"/>
          <p:cNvCxnSpPr/>
          <p:nvPr/>
        </p:nvCxnSpPr>
        <p:spPr>
          <a:xfrm flipV="1">
            <a:off x="5196747" y="140123"/>
            <a:ext cx="99239"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 name="stage_dash_014" descr="Editable line; source id stage_dash_014"/>
          <p:cNvCxnSpPr/>
          <p:nvPr/>
        </p:nvCxnSpPr>
        <p:spPr>
          <a:xfrm>
            <a:off x="53720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 name="stage_dash_015" descr="Editable line; source id stage_dash_015"/>
          <p:cNvCxnSpPr/>
          <p:nvPr/>
        </p:nvCxnSpPr>
        <p:spPr>
          <a:xfrm>
            <a:off x="5547273" y="140123"/>
            <a:ext cx="99238"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 name="stage_dash_016" descr="Editable line; source id stage_dash_016"/>
          <p:cNvCxnSpPr/>
          <p:nvPr/>
        </p:nvCxnSpPr>
        <p:spPr>
          <a:xfrm>
            <a:off x="573023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9" name="stage_dash_017" descr="Editable line; source id stage_dash_017"/>
          <p:cNvCxnSpPr/>
          <p:nvPr/>
        </p:nvCxnSpPr>
        <p:spPr>
          <a:xfrm>
            <a:off x="59054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0" name="stage_dash_018" descr="Editable line; source id stage_dash_018"/>
          <p:cNvCxnSpPr/>
          <p:nvPr/>
        </p:nvCxnSpPr>
        <p:spPr>
          <a:xfrm>
            <a:off x="608075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1" name="stage_dash_019" descr="Editable line; source id stage_dash_019"/>
          <p:cNvCxnSpPr/>
          <p:nvPr/>
        </p:nvCxnSpPr>
        <p:spPr>
          <a:xfrm>
            <a:off x="626363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2" name="stage_dash_020" descr="Editable line; source id stage_dash_020"/>
          <p:cNvCxnSpPr/>
          <p:nvPr/>
        </p:nvCxnSpPr>
        <p:spPr>
          <a:xfrm>
            <a:off x="643889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3" name="stage_dash_021" descr="Editable line; source id stage_dash_021"/>
          <p:cNvCxnSpPr/>
          <p:nvPr/>
        </p:nvCxnSpPr>
        <p:spPr>
          <a:xfrm>
            <a:off x="6614279" y="140003"/>
            <a:ext cx="99680" cy="20646"/>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4" name="stage_dash_022" descr="Editable line; source id stage_dash_022"/>
          <p:cNvCxnSpPr/>
          <p:nvPr/>
        </p:nvCxnSpPr>
        <p:spPr>
          <a:xfrm flipV="1">
            <a:off x="9774389" y="139948"/>
            <a:ext cx="95261" cy="2361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5" name="stage_dash_023" descr="Editable line; source id stage_dash_023"/>
          <p:cNvCxnSpPr/>
          <p:nvPr/>
        </p:nvCxnSpPr>
        <p:spPr>
          <a:xfrm>
            <a:off x="995171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6" name="stage_dash_024" descr="Editable line; source id stage_dash_024"/>
          <p:cNvCxnSpPr/>
          <p:nvPr/>
        </p:nvCxnSpPr>
        <p:spPr>
          <a:xfrm>
            <a:off x="1012697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7" name="stage_dash_025" descr="Editable line; source id stage_dash_025"/>
          <p:cNvCxnSpPr/>
          <p:nvPr/>
        </p:nvCxnSpPr>
        <p:spPr>
          <a:xfrm>
            <a:off x="103022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8" name="stage_dash_026" descr="Editable line; source id stage_dash_026"/>
          <p:cNvCxnSpPr/>
          <p:nvPr/>
        </p:nvCxnSpPr>
        <p:spPr>
          <a:xfrm>
            <a:off x="1048511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29" name="stage_dash_027" descr="Editable line; source id stage_dash_027"/>
          <p:cNvCxnSpPr/>
          <p:nvPr/>
        </p:nvCxnSpPr>
        <p:spPr>
          <a:xfrm>
            <a:off x="1066037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0" name="stage_dash_028" descr="Editable line; source id stage_dash_028"/>
          <p:cNvCxnSpPr/>
          <p:nvPr/>
        </p:nvCxnSpPr>
        <p:spPr>
          <a:xfrm>
            <a:off x="10835639" y="1409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1" name="stage_dash_029" descr="Editable line; source id stage_dash_029"/>
          <p:cNvCxnSpPr/>
          <p:nvPr/>
        </p:nvCxnSpPr>
        <p:spPr>
          <a:xfrm>
            <a:off x="11018519" y="1409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2" name="stage_dash_030" descr="Editable line; source id stage_dash_030"/>
          <p:cNvCxnSpPr/>
          <p:nvPr/>
        </p:nvCxnSpPr>
        <p:spPr>
          <a:xfrm>
            <a:off x="7376073" y="147743"/>
            <a:ext cx="99238"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3" name="stage_dash_031" descr="Editable line; source id stage_dash_031"/>
          <p:cNvCxnSpPr/>
          <p:nvPr/>
        </p:nvCxnSpPr>
        <p:spPr>
          <a:xfrm>
            <a:off x="7559039" y="14858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4" name="stage_dash_032" descr="Editable line; source id stage_dash_032"/>
          <p:cNvCxnSpPr/>
          <p:nvPr/>
        </p:nvCxnSpPr>
        <p:spPr>
          <a:xfrm flipV="1">
            <a:off x="7734207" y="147743"/>
            <a:ext cx="99239"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5" name="stage_dash_033" descr="Editable line; source id stage_dash_033"/>
          <p:cNvCxnSpPr/>
          <p:nvPr/>
        </p:nvCxnSpPr>
        <p:spPr>
          <a:xfrm>
            <a:off x="7909473" y="147743"/>
            <a:ext cx="99238"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6" name="stage_dash_034" descr="Editable line; source id stage_dash_034"/>
          <p:cNvCxnSpPr/>
          <p:nvPr/>
        </p:nvCxnSpPr>
        <p:spPr>
          <a:xfrm>
            <a:off x="8092439" y="14858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7" name="stage_dash_035" descr="Editable line; source id stage_dash_035"/>
          <p:cNvCxnSpPr/>
          <p:nvPr/>
        </p:nvCxnSpPr>
        <p:spPr>
          <a:xfrm>
            <a:off x="8267699" y="14858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8" name="stage_dash_036" descr="Editable line; source id stage_dash_036"/>
          <p:cNvCxnSpPr/>
          <p:nvPr/>
        </p:nvCxnSpPr>
        <p:spPr>
          <a:xfrm flipV="1">
            <a:off x="8442867" y="147743"/>
            <a:ext cx="99239"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39" name="stage_dash_037" descr="Editable line; source id stage_dash_037"/>
          <p:cNvCxnSpPr/>
          <p:nvPr/>
        </p:nvCxnSpPr>
        <p:spPr>
          <a:xfrm>
            <a:off x="8618133" y="147743"/>
            <a:ext cx="99238"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0" name="stage_dash_038" descr="Editable line; source id stage_dash_038"/>
          <p:cNvCxnSpPr/>
          <p:nvPr/>
        </p:nvCxnSpPr>
        <p:spPr>
          <a:xfrm>
            <a:off x="8801099" y="14858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1" name="stage_dash_039" descr="Editable line; source id stage_dash_039"/>
          <p:cNvCxnSpPr/>
          <p:nvPr/>
        </p:nvCxnSpPr>
        <p:spPr>
          <a:xfrm>
            <a:off x="8976359" y="14858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2" name="stage_dash_040" descr="Editable line; source id stage_dash_040"/>
          <p:cNvCxnSpPr/>
          <p:nvPr/>
        </p:nvCxnSpPr>
        <p:spPr>
          <a:xfrm>
            <a:off x="9150876" y="144401"/>
            <a:ext cx="99854" cy="19541"/>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3" name="stage_dash_041" descr="Editable line; source id stage_dash_041"/>
          <p:cNvCxnSpPr/>
          <p:nvPr/>
        </p:nvCxnSpPr>
        <p:spPr>
          <a:xfrm flipV="1">
            <a:off x="2133013" y="157150"/>
            <a:ext cx="92889" cy="44417"/>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4" name="stage_dash_042" descr="Editable line; source id stage_dash_042"/>
          <p:cNvCxnSpPr/>
          <p:nvPr/>
        </p:nvCxnSpPr>
        <p:spPr>
          <a:xfrm flipV="1">
            <a:off x="4670473" y="157150"/>
            <a:ext cx="92889" cy="44417"/>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5" name="stage_dash_043" descr="Editable line; source id stage_dash_043"/>
          <p:cNvCxnSpPr/>
          <p:nvPr/>
        </p:nvCxnSpPr>
        <p:spPr>
          <a:xfrm flipV="1">
            <a:off x="7209316" y="160649"/>
            <a:ext cx="93133" cy="4382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6" name="stage_dash_044" descr="Editable line; source id stage_dash_044"/>
          <p:cNvCxnSpPr/>
          <p:nvPr/>
        </p:nvCxnSpPr>
        <p:spPr>
          <a:xfrm>
            <a:off x="11189954" y="155513"/>
            <a:ext cx="88606" cy="4546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7" name="stage_dash_045" descr="Editable line; source id stage_dash_045"/>
          <p:cNvCxnSpPr/>
          <p:nvPr/>
        </p:nvCxnSpPr>
        <p:spPr>
          <a:xfrm>
            <a:off x="4243825" y="193577"/>
            <a:ext cx="76830" cy="6291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8" name="stage_dash_046" descr="Editable line; source id stage_dash_046"/>
          <p:cNvCxnSpPr/>
          <p:nvPr/>
        </p:nvCxnSpPr>
        <p:spPr>
          <a:xfrm>
            <a:off x="6781713" y="193052"/>
            <a:ext cx="76773" cy="62987"/>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49" name="stage_dash_047" descr="Editable line; source id stage_dash_047"/>
          <p:cNvCxnSpPr/>
          <p:nvPr/>
        </p:nvCxnSpPr>
        <p:spPr>
          <a:xfrm>
            <a:off x="9321140" y="198278"/>
            <a:ext cx="77463" cy="6379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0" name="stage_dash_048" descr="Editable line; source id stage_dash_048"/>
          <p:cNvCxnSpPr/>
          <p:nvPr/>
        </p:nvCxnSpPr>
        <p:spPr>
          <a:xfrm flipV="1">
            <a:off x="9634489" y="200929"/>
            <a:ext cx="73968" cy="7396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1" name="stage_dash_049" descr="Editable line; source id stage_dash_049"/>
          <p:cNvCxnSpPr/>
          <p:nvPr/>
        </p:nvCxnSpPr>
        <p:spPr>
          <a:xfrm flipV="1">
            <a:off x="2015616" y="249241"/>
            <a:ext cx="59003" cy="8150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2" name="stage_dash_050" descr="Editable line; source id stage_dash_050"/>
          <p:cNvCxnSpPr/>
          <p:nvPr/>
        </p:nvCxnSpPr>
        <p:spPr>
          <a:xfrm flipV="1">
            <a:off x="4553076" y="249241"/>
            <a:ext cx="59002" cy="8150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3" name="stage_dash_051" descr="Editable line; source id stage_dash_051"/>
          <p:cNvCxnSpPr/>
          <p:nvPr/>
        </p:nvCxnSpPr>
        <p:spPr>
          <a:xfrm flipV="1">
            <a:off x="7089302" y="255323"/>
            <a:ext cx="60818" cy="80089"/>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4" name="stage_dash_052" descr="Editable line; source id stage_dash_052"/>
          <p:cNvCxnSpPr/>
          <p:nvPr/>
        </p:nvCxnSpPr>
        <p:spPr>
          <a:xfrm>
            <a:off x="11335700" y="258119"/>
            <a:ext cx="45466" cy="88606"/>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5" name="stage_dash_053" descr="Editable line; source id stage_dash_053"/>
          <p:cNvCxnSpPr/>
          <p:nvPr/>
        </p:nvCxnSpPr>
        <p:spPr>
          <a:xfrm>
            <a:off x="4368751" y="320272"/>
            <a:ext cx="37846" cy="921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6" name="stage_dash_054" descr="Editable line; source id stage_dash_054"/>
          <p:cNvCxnSpPr/>
          <p:nvPr/>
        </p:nvCxnSpPr>
        <p:spPr>
          <a:xfrm>
            <a:off x="6906211" y="320272"/>
            <a:ext cx="37846" cy="921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7" name="stage_dash_055" descr="Editable line; source id stage_dash_055"/>
          <p:cNvCxnSpPr/>
          <p:nvPr/>
        </p:nvCxnSpPr>
        <p:spPr>
          <a:xfrm>
            <a:off x="9444393" y="324418"/>
            <a:ext cx="39429" cy="9469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8" name="stage_dash_056" descr="Editable line; source id stage_dash_056"/>
          <p:cNvCxnSpPr/>
          <p:nvPr/>
        </p:nvCxnSpPr>
        <p:spPr>
          <a:xfrm flipV="1">
            <a:off x="9586569" y="343217"/>
            <a:ext cx="13427" cy="9937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59" name="stage_dash_057" descr="Editable line; source id stage_dash_057"/>
          <p:cNvCxnSpPr/>
          <p:nvPr/>
        </p:nvCxnSpPr>
        <p:spPr>
          <a:xfrm flipV="1">
            <a:off x="1970673" y="403146"/>
            <a:ext cx="12408" cy="16843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0" name="stage_dash_058" descr="Editable line; source id stage_dash_058"/>
          <p:cNvCxnSpPr/>
          <p:nvPr/>
        </p:nvCxnSpPr>
        <p:spPr>
          <a:xfrm flipV="1">
            <a:off x="4511550" y="403346"/>
            <a:ext cx="8747" cy="168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1" name="stage_dash_059" descr="Editable line; source id stage_dash_059"/>
          <p:cNvCxnSpPr/>
          <p:nvPr/>
        </p:nvCxnSpPr>
        <p:spPr>
          <a:xfrm flipV="1">
            <a:off x="7050213" y="411047"/>
            <a:ext cx="6972" cy="16830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2" name="stage_dash_060" descr="Editable line; source id stage_dash_060"/>
          <p:cNvCxnSpPr/>
          <p:nvPr/>
        </p:nvCxnSpPr>
        <p:spPr>
          <a:xfrm>
            <a:off x="11395709" y="4267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3" name="stage_dash_061" descr="Editable line; source id stage_dash_061"/>
          <p:cNvCxnSpPr/>
          <p:nvPr/>
        </p:nvCxnSpPr>
        <p:spPr>
          <a:xfrm>
            <a:off x="4415789" y="4952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4" name="stage_dash_062" descr="Editable line; source id stage_dash_062"/>
          <p:cNvCxnSpPr/>
          <p:nvPr/>
        </p:nvCxnSpPr>
        <p:spPr>
          <a:xfrm>
            <a:off x="6953249" y="4952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5" name="stage_dash_063" descr="Editable line; source id stage_dash_063"/>
          <p:cNvCxnSpPr/>
          <p:nvPr/>
        </p:nvCxnSpPr>
        <p:spPr>
          <a:xfrm>
            <a:off x="9490709" y="49529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6" name="stage_dash_064" descr="Editable line; source id stage_dash_064"/>
          <p:cNvCxnSpPr/>
          <p:nvPr/>
        </p:nvCxnSpPr>
        <p:spPr>
          <a:xfrm flipV="1">
            <a:off x="9588922" y="495208"/>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7" name="stage_dash_065" descr="Editable line; source id stage_dash_065"/>
          <p:cNvCxnSpPr/>
          <p:nvPr/>
        </p:nvCxnSpPr>
        <p:spPr>
          <a:xfrm>
            <a:off x="11395709" y="6019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8" name="stage_dash_066" descr="Editable line; source id stage_dash_066"/>
          <p:cNvCxnSpPr/>
          <p:nvPr/>
        </p:nvCxnSpPr>
        <p:spPr>
          <a:xfrm>
            <a:off x="1973579" y="6553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69" name="stage_dash_067" descr="Editable line; source id stage_dash_067"/>
          <p:cNvCxnSpPr/>
          <p:nvPr/>
        </p:nvCxnSpPr>
        <p:spPr>
          <a:xfrm flipV="1">
            <a:off x="4513570" y="655319"/>
            <a:ext cx="1261" cy="99141"/>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0" name="stage_dash_068" descr="Editable line; source id stage_dash_068"/>
          <p:cNvCxnSpPr/>
          <p:nvPr/>
        </p:nvCxnSpPr>
        <p:spPr>
          <a:xfrm>
            <a:off x="7051462" y="655233"/>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1" name="stage_dash_069" descr="Editable line; source id stage_dash_069"/>
          <p:cNvCxnSpPr/>
          <p:nvPr/>
        </p:nvCxnSpPr>
        <p:spPr>
          <a:xfrm>
            <a:off x="4415374" y="670468"/>
            <a:ext cx="1262"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2" name="stage_dash_070" descr="Editable line; source id stage_dash_070"/>
          <p:cNvCxnSpPr/>
          <p:nvPr/>
        </p:nvCxnSpPr>
        <p:spPr>
          <a:xfrm>
            <a:off x="6952834" y="670468"/>
            <a:ext cx="1262"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3" name="stage_dash_071" descr="Editable line; source id stage_dash_071"/>
          <p:cNvCxnSpPr/>
          <p:nvPr/>
        </p:nvCxnSpPr>
        <p:spPr>
          <a:xfrm flipV="1">
            <a:off x="9490294" y="670473"/>
            <a:ext cx="1262"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4" name="stage_dash_072" descr="Editable line; source id stage_dash_072"/>
          <p:cNvCxnSpPr/>
          <p:nvPr/>
        </p:nvCxnSpPr>
        <p:spPr>
          <a:xfrm>
            <a:off x="9589769" y="67055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5" name="stage_dash_073" descr="Editable line; source id stage_dash_073"/>
          <p:cNvCxnSpPr/>
          <p:nvPr/>
        </p:nvCxnSpPr>
        <p:spPr>
          <a:xfrm>
            <a:off x="11395709" y="77723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6" name="stage_dash_074" descr="Editable line; source id stage_dash_074"/>
          <p:cNvCxnSpPr/>
          <p:nvPr/>
        </p:nvCxnSpPr>
        <p:spPr>
          <a:xfrm>
            <a:off x="1973579" y="8305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7" name="stage_dash_075" descr="Editable line; source id stage_dash_075"/>
          <p:cNvCxnSpPr/>
          <p:nvPr/>
        </p:nvCxnSpPr>
        <p:spPr>
          <a:xfrm>
            <a:off x="4514437" y="8305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8" name="stage_dash_076" descr="Editable line; source id stage_dash_076"/>
          <p:cNvCxnSpPr/>
          <p:nvPr/>
        </p:nvCxnSpPr>
        <p:spPr>
          <a:xfrm flipV="1">
            <a:off x="7051462" y="838108"/>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79" name="stage_dash_077" descr="Editable line; source id stage_dash_077"/>
          <p:cNvCxnSpPr/>
          <p:nvPr/>
        </p:nvCxnSpPr>
        <p:spPr>
          <a:xfrm>
            <a:off x="4415789" y="8458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0" name="stage_dash_078" descr="Editable line; source id stage_dash_078"/>
          <p:cNvCxnSpPr/>
          <p:nvPr/>
        </p:nvCxnSpPr>
        <p:spPr>
          <a:xfrm>
            <a:off x="6953249" y="8458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1" name="stage_dash_079" descr="Editable line; source id stage_dash_079"/>
          <p:cNvCxnSpPr/>
          <p:nvPr/>
        </p:nvCxnSpPr>
        <p:spPr>
          <a:xfrm>
            <a:off x="9589769" y="8458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2" name="stage_dash_080" descr="Editable line; source id stage_dash_080"/>
          <p:cNvCxnSpPr/>
          <p:nvPr/>
        </p:nvCxnSpPr>
        <p:spPr>
          <a:xfrm>
            <a:off x="9490709" y="85343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3" name="stage_dash_081" descr="Editable line; source id stage_dash_081"/>
          <p:cNvCxnSpPr/>
          <p:nvPr/>
        </p:nvCxnSpPr>
        <p:spPr>
          <a:xfrm>
            <a:off x="11395709" y="9601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4" name="stage_dash_082" descr="Editable line; source id stage_dash_082"/>
          <p:cNvCxnSpPr/>
          <p:nvPr/>
        </p:nvCxnSpPr>
        <p:spPr>
          <a:xfrm>
            <a:off x="1973579" y="101345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5" name="stage_dash_083" descr="Editable line; source id stage_dash_083"/>
          <p:cNvCxnSpPr/>
          <p:nvPr/>
        </p:nvCxnSpPr>
        <p:spPr>
          <a:xfrm flipV="1">
            <a:off x="4513922" y="1013351"/>
            <a:ext cx="1383" cy="9165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6" name="stage_dash_084" descr="Editable line; source id stage_dash_084"/>
          <p:cNvCxnSpPr/>
          <p:nvPr/>
        </p:nvCxnSpPr>
        <p:spPr>
          <a:xfrm flipV="1">
            <a:off x="7051462" y="1013368"/>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7" name="stage_dash_085" descr="Editable line; source id stage_dash_085"/>
          <p:cNvCxnSpPr/>
          <p:nvPr/>
        </p:nvCxnSpPr>
        <p:spPr>
          <a:xfrm>
            <a:off x="4415789" y="10286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8" name="stage_dash_086" descr="Editable line; source id stage_dash_086"/>
          <p:cNvCxnSpPr/>
          <p:nvPr/>
        </p:nvCxnSpPr>
        <p:spPr>
          <a:xfrm>
            <a:off x="6953249" y="10286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89" name="stage_dash_087" descr="Editable line; source id stage_dash_087"/>
          <p:cNvCxnSpPr/>
          <p:nvPr/>
        </p:nvCxnSpPr>
        <p:spPr>
          <a:xfrm>
            <a:off x="9490709" y="102869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0" name="stage_dash_088" descr="Editable line; source id stage_dash_088"/>
          <p:cNvCxnSpPr/>
          <p:nvPr/>
        </p:nvCxnSpPr>
        <p:spPr>
          <a:xfrm flipV="1">
            <a:off x="9588922" y="1028608"/>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1" name="stage_dash_089" descr="Editable line; source id stage_dash_089"/>
          <p:cNvCxnSpPr/>
          <p:nvPr/>
        </p:nvCxnSpPr>
        <p:spPr>
          <a:xfrm>
            <a:off x="11395709" y="1135379"/>
            <a:ext cx="0" cy="7620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2" name="stage_dash_090" descr="Editable line; source id stage_dash_090"/>
          <p:cNvCxnSpPr/>
          <p:nvPr/>
        </p:nvCxnSpPr>
        <p:spPr>
          <a:xfrm>
            <a:off x="1973579" y="11887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3" name="stage_dash_091" descr="Editable line; source id stage_dash_091"/>
          <p:cNvCxnSpPr/>
          <p:nvPr/>
        </p:nvCxnSpPr>
        <p:spPr>
          <a:xfrm flipV="1">
            <a:off x="4513458" y="1188715"/>
            <a:ext cx="537" cy="9909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4" name="stage_dash_092" descr="Editable line; source id stage_dash_092"/>
          <p:cNvCxnSpPr/>
          <p:nvPr/>
        </p:nvCxnSpPr>
        <p:spPr>
          <a:xfrm flipV="1">
            <a:off x="7046019" y="1190209"/>
            <a:ext cx="11000" cy="2973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5" name="stage_dash_093" descr="Editable line; source id stage_dash_093"/>
          <p:cNvCxnSpPr/>
          <p:nvPr/>
        </p:nvCxnSpPr>
        <p:spPr>
          <a:xfrm>
            <a:off x="4415789" y="120395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6" name="stage_dash_094" descr="Editable line; source id stage_dash_094"/>
          <p:cNvCxnSpPr/>
          <p:nvPr/>
        </p:nvCxnSpPr>
        <p:spPr>
          <a:xfrm flipV="1">
            <a:off x="6952483" y="1241830"/>
            <a:ext cx="2281" cy="61446"/>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7" name="stage_dash_095" descr="Editable line; source id stage_dash_095"/>
          <p:cNvCxnSpPr/>
          <p:nvPr/>
        </p:nvCxnSpPr>
        <p:spPr>
          <a:xfrm>
            <a:off x="9490709" y="1242059"/>
            <a:ext cx="0" cy="609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8" name="stage_dash_096" descr="Editable line; source id stage_dash_096"/>
          <p:cNvCxnSpPr/>
          <p:nvPr/>
        </p:nvCxnSpPr>
        <p:spPr>
          <a:xfrm>
            <a:off x="9589769" y="1242059"/>
            <a:ext cx="0" cy="609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99" name="stage_dash_097" descr="Editable line; source id stage_dash_097"/>
          <p:cNvCxnSpPr/>
          <p:nvPr/>
        </p:nvCxnSpPr>
        <p:spPr>
          <a:xfrm>
            <a:off x="7052309" y="1249679"/>
            <a:ext cx="0" cy="3810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0" name="stage_dash_098" descr="Editable line; source id stage_dash_098"/>
          <p:cNvCxnSpPr/>
          <p:nvPr/>
        </p:nvCxnSpPr>
        <p:spPr>
          <a:xfrm>
            <a:off x="11395709" y="131063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1" name="stage_dash_099" descr="Editable line; source id stage_dash_099"/>
          <p:cNvCxnSpPr/>
          <p:nvPr/>
        </p:nvCxnSpPr>
        <p:spPr>
          <a:xfrm>
            <a:off x="1973579" y="13639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2" name="stage_dash_100" descr="Editable line; source id stage_dash_100"/>
          <p:cNvCxnSpPr/>
          <p:nvPr/>
        </p:nvCxnSpPr>
        <p:spPr>
          <a:xfrm>
            <a:off x="4514437" y="13639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3" name="stage_dash_101" descr="Editable line; source id stage_dash_101"/>
          <p:cNvCxnSpPr/>
          <p:nvPr/>
        </p:nvCxnSpPr>
        <p:spPr>
          <a:xfrm>
            <a:off x="7052309" y="13715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4" name="stage_dash_102" descr="Editable line; source id stage_dash_102"/>
          <p:cNvCxnSpPr/>
          <p:nvPr/>
        </p:nvCxnSpPr>
        <p:spPr>
          <a:xfrm>
            <a:off x="4415789" y="13792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5" name="stage_dash_103" descr="Editable line; source id stage_dash_103"/>
          <p:cNvCxnSpPr/>
          <p:nvPr/>
        </p:nvCxnSpPr>
        <p:spPr>
          <a:xfrm>
            <a:off x="6953249" y="13792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6" name="stage_dash_104" descr="Editable line; source id stage_dash_104"/>
          <p:cNvCxnSpPr/>
          <p:nvPr/>
        </p:nvCxnSpPr>
        <p:spPr>
          <a:xfrm>
            <a:off x="9589769" y="13792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7" name="stage_dash_105" descr="Editable line; source id stage_dash_105"/>
          <p:cNvCxnSpPr/>
          <p:nvPr/>
        </p:nvCxnSpPr>
        <p:spPr>
          <a:xfrm>
            <a:off x="9490709" y="138683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8" name="stage_dash_106" descr="Editable line; source id stage_dash_106"/>
          <p:cNvCxnSpPr/>
          <p:nvPr/>
        </p:nvCxnSpPr>
        <p:spPr>
          <a:xfrm>
            <a:off x="11395709" y="149351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09" name="stage_dash_107" descr="Editable line; source id stage_dash_107"/>
          <p:cNvCxnSpPr/>
          <p:nvPr/>
        </p:nvCxnSpPr>
        <p:spPr>
          <a:xfrm>
            <a:off x="1973579" y="154685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0" name="stage_dash_108" descr="Editable line; source id stage_dash_108"/>
          <p:cNvCxnSpPr/>
          <p:nvPr/>
        </p:nvCxnSpPr>
        <p:spPr>
          <a:xfrm flipV="1">
            <a:off x="4513922" y="1546751"/>
            <a:ext cx="1383" cy="9165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1" name="stage_dash_109" descr="Editable line; source id stage_dash_109"/>
          <p:cNvCxnSpPr/>
          <p:nvPr/>
        </p:nvCxnSpPr>
        <p:spPr>
          <a:xfrm flipV="1">
            <a:off x="7051462" y="1546768"/>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2" name="stage_dash_110" descr="Editable line; source id stage_dash_110"/>
          <p:cNvCxnSpPr/>
          <p:nvPr/>
        </p:nvCxnSpPr>
        <p:spPr>
          <a:xfrm>
            <a:off x="4415789" y="15620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3" name="stage_dash_111" descr="Editable line; source id stage_dash_111"/>
          <p:cNvCxnSpPr/>
          <p:nvPr/>
        </p:nvCxnSpPr>
        <p:spPr>
          <a:xfrm>
            <a:off x="6953249" y="15620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4" name="stage_dash_112" descr="Editable line; source id stage_dash_112"/>
          <p:cNvCxnSpPr/>
          <p:nvPr/>
        </p:nvCxnSpPr>
        <p:spPr>
          <a:xfrm>
            <a:off x="9490709" y="156209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5" name="stage_dash_113" descr="Editable line; source id stage_dash_113"/>
          <p:cNvCxnSpPr/>
          <p:nvPr/>
        </p:nvCxnSpPr>
        <p:spPr>
          <a:xfrm>
            <a:off x="9589769" y="1562099"/>
            <a:ext cx="0" cy="914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6" name="stage_dash_114" descr="Editable line; source id stage_dash_114"/>
          <p:cNvCxnSpPr/>
          <p:nvPr/>
        </p:nvCxnSpPr>
        <p:spPr>
          <a:xfrm>
            <a:off x="11395709" y="166877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7" name="stage_dash_115" descr="Editable line; source id stage_dash_115"/>
          <p:cNvCxnSpPr/>
          <p:nvPr/>
        </p:nvCxnSpPr>
        <p:spPr>
          <a:xfrm>
            <a:off x="1973579" y="172211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8" name="stage_dash_116" descr="Editable line; source id stage_dash_116"/>
          <p:cNvCxnSpPr/>
          <p:nvPr/>
        </p:nvCxnSpPr>
        <p:spPr>
          <a:xfrm flipV="1">
            <a:off x="4513570" y="1722119"/>
            <a:ext cx="1261" cy="99141"/>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19" name="stage_dash_117" descr="Editable line; source id stage_dash_117"/>
          <p:cNvCxnSpPr/>
          <p:nvPr/>
        </p:nvCxnSpPr>
        <p:spPr>
          <a:xfrm>
            <a:off x="7051462" y="1722033"/>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0" name="stage_dash_118" descr="Editable line; source id stage_dash_118"/>
          <p:cNvCxnSpPr/>
          <p:nvPr/>
        </p:nvCxnSpPr>
        <p:spPr>
          <a:xfrm>
            <a:off x="4415374" y="1737268"/>
            <a:ext cx="1262"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1" name="stage_dash_119" descr="Editable line; source id stage_dash_119"/>
          <p:cNvCxnSpPr/>
          <p:nvPr/>
        </p:nvCxnSpPr>
        <p:spPr>
          <a:xfrm>
            <a:off x="6952834" y="1737268"/>
            <a:ext cx="1262"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2" name="stage_dash_120" descr="Editable line; source id stage_dash_120"/>
          <p:cNvCxnSpPr/>
          <p:nvPr/>
        </p:nvCxnSpPr>
        <p:spPr>
          <a:xfrm>
            <a:off x="9490709" y="173735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3" name="stage_dash_121" descr="Editable line; source id stage_dash_121"/>
          <p:cNvCxnSpPr/>
          <p:nvPr/>
        </p:nvCxnSpPr>
        <p:spPr>
          <a:xfrm>
            <a:off x="9589769" y="173735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4" name="stage_dash_122" descr="Editable line; source id stage_dash_122"/>
          <p:cNvCxnSpPr/>
          <p:nvPr/>
        </p:nvCxnSpPr>
        <p:spPr>
          <a:xfrm>
            <a:off x="11395709" y="1844039"/>
            <a:ext cx="0" cy="9906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5" name="stage_dash_123" descr="Editable line; source id stage_dash_123"/>
          <p:cNvCxnSpPr/>
          <p:nvPr/>
        </p:nvCxnSpPr>
        <p:spPr>
          <a:xfrm>
            <a:off x="1972126" y="1897244"/>
            <a:ext cx="5469" cy="9960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6" name="stage_dash_124" descr="Editable line; source id stage_dash_124"/>
          <p:cNvCxnSpPr/>
          <p:nvPr/>
        </p:nvCxnSpPr>
        <p:spPr>
          <a:xfrm>
            <a:off x="4514002" y="1897293"/>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7" name="stage_dash_125" descr="Editable line; source id stage_dash_125"/>
          <p:cNvCxnSpPr/>
          <p:nvPr/>
        </p:nvCxnSpPr>
        <p:spPr>
          <a:xfrm flipV="1">
            <a:off x="7051363" y="1904897"/>
            <a:ext cx="1410" cy="9925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8" name="stage_dash_126" descr="Editable line; source id stage_dash_126"/>
          <p:cNvCxnSpPr/>
          <p:nvPr/>
        </p:nvCxnSpPr>
        <p:spPr>
          <a:xfrm flipV="1">
            <a:off x="4414063" y="1912445"/>
            <a:ext cx="2515" cy="9938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29" name="stage_dash_127" descr="Editable line; source id stage_dash_127"/>
          <p:cNvCxnSpPr/>
          <p:nvPr/>
        </p:nvCxnSpPr>
        <p:spPr>
          <a:xfrm flipV="1">
            <a:off x="6951523" y="1912445"/>
            <a:ext cx="2515" cy="9938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0" name="stage_dash_128" descr="Editable line; source id stage_dash_128"/>
          <p:cNvCxnSpPr/>
          <p:nvPr/>
        </p:nvCxnSpPr>
        <p:spPr>
          <a:xfrm>
            <a:off x="9588922" y="1912533"/>
            <a:ext cx="1263" cy="9923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1" name="stage_dash_129" descr="Editable line; source id stage_dash_129"/>
          <p:cNvCxnSpPr/>
          <p:nvPr/>
        </p:nvCxnSpPr>
        <p:spPr>
          <a:xfrm flipV="1">
            <a:off x="9489782" y="1920131"/>
            <a:ext cx="1383" cy="9165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2" name="stage_dash_130" descr="Editable line; source id stage_dash_130"/>
          <p:cNvCxnSpPr/>
          <p:nvPr/>
        </p:nvCxnSpPr>
        <p:spPr>
          <a:xfrm flipV="1">
            <a:off x="11376328" y="2025611"/>
            <a:ext cx="21821" cy="93661"/>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3" name="stage_dash_131" descr="Editable line; source id stage_dash_131"/>
          <p:cNvCxnSpPr/>
          <p:nvPr/>
        </p:nvCxnSpPr>
        <p:spPr>
          <a:xfrm>
            <a:off x="1992532" y="2072182"/>
            <a:ext cx="48586" cy="9092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4" name="stage_dash_132" descr="Editable line; source id stage_dash_132"/>
          <p:cNvCxnSpPr/>
          <p:nvPr/>
        </p:nvCxnSpPr>
        <p:spPr>
          <a:xfrm>
            <a:off x="4529992" y="2072182"/>
            <a:ext cx="48586" cy="9092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5" name="stage_dash_133" descr="Editable line; source id stage_dash_133"/>
          <p:cNvCxnSpPr/>
          <p:nvPr/>
        </p:nvCxnSpPr>
        <p:spPr>
          <a:xfrm>
            <a:off x="7068045" y="2076013"/>
            <a:ext cx="49597" cy="9038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6" name="stage_dash_134" descr="Editable line; source id stage_dash_134"/>
          <p:cNvCxnSpPr/>
          <p:nvPr/>
        </p:nvCxnSpPr>
        <p:spPr>
          <a:xfrm flipV="1">
            <a:off x="4340072" y="2086044"/>
            <a:ext cx="50763" cy="86546"/>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7" name="stage_dash_135" descr="Editable line; source id stage_dash_135"/>
          <p:cNvCxnSpPr/>
          <p:nvPr/>
        </p:nvCxnSpPr>
        <p:spPr>
          <a:xfrm flipV="1">
            <a:off x="6878683" y="2086639"/>
            <a:ext cx="50614" cy="8661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8" name="stage_dash_136" descr="Editable line; source id stage_dash_136"/>
          <p:cNvCxnSpPr/>
          <p:nvPr/>
        </p:nvCxnSpPr>
        <p:spPr>
          <a:xfrm flipV="1">
            <a:off x="9417073" y="2090490"/>
            <a:ext cx="48786" cy="8654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39" name="stage_dash_137" descr="Editable line; source id stage_dash_137"/>
          <p:cNvCxnSpPr/>
          <p:nvPr/>
        </p:nvCxnSpPr>
        <p:spPr>
          <a:xfrm>
            <a:off x="9597149" y="2091077"/>
            <a:ext cx="42818" cy="9420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0" name="stage_dash_138" descr="Editable line; source id stage_dash_138"/>
          <p:cNvCxnSpPr/>
          <p:nvPr/>
        </p:nvCxnSpPr>
        <p:spPr>
          <a:xfrm flipV="1">
            <a:off x="11266143" y="2191015"/>
            <a:ext cx="73963" cy="66369"/>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1" name="stage_dash_139" descr="Editable line; source id stage_dash_139"/>
          <p:cNvCxnSpPr/>
          <p:nvPr/>
        </p:nvCxnSpPr>
        <p:spPr>
          <a:xfrm>
            <a:off x="2094449" y="2221754"/>
            <a:ext cx="81221" cy="52009"/>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2" name="stage_dash_140" descr="Editable line; source id stage_dash_140"/>
          <p:cNvCxnSpPr/>
          <p:nvPr/>
        </p:nvCxnSpPr>
        <p:spPr>
          <a:xfrm>
            <a:off x="4632425" y="2220915"/>
            <a:ext cx="84232" cy="5497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3" name="stage_dash_141" descr="Editable line; source id stage_dash_141"/>
          <p:cNvCxnSpPr/>
          <p:nvPr/>
        </p:nvCxnSpPr>
        <p:spPr>
          <a:xfrm>
            <a:off x="7168320" y="2223274"/>
            <a:ext cx="84006" cy="5534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4" name="stage_dash_142" descr="Editable line; source id stage_dash_142"/>
          <p:cNvCxnSpPr/>
          <p:nvPr/>
        </p:nvCxnSpPr>
        <p:spPr>
          <a:xfrm flipV="1">
            <a:off x="4197661" y="2230011"/>
            <a:ext cx="89259" cy="515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5" name="stage_dash_143" descr="Editable line; source id stage_dash_143"/>
          <p:cNvCxnSpPr/>
          <p:nvPr/>
        </p:nvCxnSpPr>
        <p:spPr>
          <a:xfrm flipV="1">
            <a:off x="6735121" y="2230011"/>
            <a:ext cx="89259" cy="5154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6" name="stage_dash_144" descr="Editable line; source id stage_dash_144"/>
          <p:cNvCxnSpPr/>
          <p:nvPr/>
        </p:nvCxnSpPr>
        <p:spPr>
          <a:xfrm flipV="1">
            <a:off x="9275033" y="2231613"/>
            <a:ext cx="87616" cy="54078"/>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7" name="stage_dash_145" descr="Editable line; source id stage_dash_145"/>
          <p:cNvCxnSpPr/>
          <p:nvPr/>
        </p:nvCxnSpPr>
        <p:spPr>
          <a:xfrm>
            <a:off x="9690239" y="2239568"/>
            <a:ext cx="89084" cy="5182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8" name="stage_dash_146" descr="Editable line; source id stage_dash_146"/>
          <p:cNvCxnSpPr/>
          <p:nvPr/>
        </p:nvCxnSpPr>
        <p:spPr>
          <a:xfrm flipV="1">
            <a:off x="11102130" y="2294479"/>
            <a:ext cx="92595" cy="1743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49" name="stage_dash_147" descr="Editable line; source id stage_dash_147"/>
          <p:cNvCxnSpPr/>
          <p:nvPr/>
        </p:nvCxnSpPr>
        <p:spPr>
          <a:xfrm>
            <a:off x="2248127" y="2302439"/>
            <a:ext cx="98941" cy="9244"/>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0" name="stage_dash_148" descr="Editable line; source id stage_dash_148"/>
          <p:cNvCxnSpPr/>
          <p:nvPr/>
        </p:nvCxnSpPr>
        <p:spPr>
          <a:xfrm flipV="1">
            <a:off x="4023460" y="2303426"/>
            <a:ext cx="99607" cy="10409"/>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1" name="stage_dash_149" descr="Editable line; source id stage_dash_149"/>
          <p:cNvCxnSpPr/>
          <p:nvPr/>
        </p:nvCxnSpPr>
        <p:spPr>
          <a:xfrm>
            <a:off x="4785652" y="2301779"/>
            <a:ext cx="98930" cy="935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2" name="stage_dash_150" descr="Editable line; source id stage_dash_150"/>
          <p:cNvCxnSpPr/>
          <p:nvPr/>
        </p:nvCxnSpPr>
        <p:spPr>
          <a:xfrm flipV="1">
            <a:off x="6560920" y="2303426"/>
            <a:ext cx="99607" cy="10409"/>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3" name="stage_dash_151" descr="Editable line; source id stage_dash_151"/>
          <p:cNvCxnSpPr/>
          <p:nvPr/>
        </p:nvCxnSpPr>
        <p:spPr>
          <a:xfrm>
            <a:off x="7329551" y="2305316"/>
            <a:ext cx="92876" cy="10195"/>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4" name="stage_dash_152" descr="Editable line; source id stage_dash_152"/>
          <p:cNvCxnSpPr/>
          <p:nvPr/>
        </p:nvCxnSpPr>
        <p:spPr>
          <a:xfrm>
            <a:off x="2430678" y="2311742"/>
            <a:ext cx="91650" cy="1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5" name="stage_dash_153" descr="Editable line; source id stage_dash_153"/>
          <p:cNvCxnSpPr/>
          <p:nvPr/>
        </p:nvCxnSpPr>
        <p:spPr>
          <a:xfrm>
            <a:off x="260603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6" name="stage_dash_154" descr="Editable line; source id stage_dash_154"/>
          <p:cNvCxnSpPr/>
          <p:nvPr/>
        </p:nvCxnSpPr>
        <p:spPr>
          <a:xfrm>
            <a:off x="27812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7" name="stage_dash_155" descr="Editable line; source id stage_dash_155"/>
          <p:cNvCxnSpPr/>
          <p:nvPr/>
        </p:nvCxnSpPr>
        <p:spPr>
          <a:xfrm>
            <a:off x="2964179" y="2312221"/>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8" name="stage_dash_156" descr="Editable line; source id stage_dash_156"/>
          <p:cNvCxnSpPr/>
          <p:nvPr/>
        </p:nvCxnSpPr>
        <p:spPr>
          <a:xfrm>
            <a:off x="313943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59" name="stage_dash_157" descr="Editable line; source id stage_dash_157"/>
          <p:cNvCxnSpPr/>
          <p:nvPr/>
        </p:nvCxnSpPr>
        <p:spPr>
          <a:xfrm>
            <a:off x="33146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0" name="stage_dash_158" descr="Editable line; source id stage_dash_158"/>
          <p:cNvCxnSpPr/>
          <p:nvPr/>
        </p:nvCxnSpPr>
        <p:spPr>
          <a:xfrm>
            <a:off x="34899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1" name="stage_dash_159" descr="Editable line; source id stage_dash_159"/>
          <p:cNvCxnSpPr/>
          <p:nvPr/>
        </p:nvCxnSpPr>
        <p:spPr>
          <a:xfrm flipV="1">
            <a:off x="3672737" y="2311723"/>
            <a:ext cx="99258" cy="141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2" name="stage_dash_160" descr="Editable line; source id stage_dash_160"/>
          <p:cNvCxnSpPr/>
          <p:nvPr/>
        </p:nvCxnSpPr>
        <p:spPr>
          <a:xfrm>
            <a:off x="38480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3" name="stage_dash_161" descr="Editable line; source id stage_dash_161"/>
          <p:cNvCxnSpPr/>
          <p:nvPr/>
        </p:nvCxnSpPr>
        <p:spPr>
          <a:xfrm>
            <a:off x="4968138" y="2311742"/>
            <a:ext cx="91650" cy="1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4" name="stage_dash_162" descr="Editable line; source id stage_dash_162"/>
          <p:cNvCxnSpPr/>
          <p:nvPr/>
        </p:nvCxnSpPr>
        <p:spPr>
          <a:xfrm>
            <a:off x="51434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5" name="stage_dash_163" descr="Editable line; source id stage_dash_163"/>
          <p:cNvCxnSpPr/>
          <p:nvPr/>
        </p:nvCxnSpPr>
        <p:spPr>
          <a:xfrm>
            <a:off x="53187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6" name="stage_dash_164" descr="Editable line; source id stage_dash_164"/>
          <p:cNvCxnSpPr/>
          <p:nvPr/>
        </p:nvCxnSpPr>
        <p:spPr>
          <a:xfrm>
            <a:off x="5501538" y="2311742"/>
            <a:ext cx="91650" cy="1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7" name="stage_dash_165" descr="Editable line; source id stage_dash_165"/>
          <p:cNvCxnSpPr/>
          <p:nvPr/>
        </p:nvCxnSpPr>
        <p:spPr>
          <a:xfrm>
            <a:off x="56768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8" name="stage_dash_166" descr="Editable line; source id stage_dash_166"/>
          <p:cNvCxnSpPr/>
          <p:nvPr/>
        </p:nvCxnSpPr>
        <p:spPr>
          <a:xfrm>
            <a:off x="58521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69" name="stage_dash_167" descr="Editable line; source id stage_dash_167"/>
          <p:cNvCxnSpPr/>
          <p:nvPr/>
        </p:nvCxnSpPr>
        <p:spPr>
          <a:xfrm flipV="1">
            <a:off x="6034931" y="2311742"/>
            <a:ext cx="91650" cy="1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0" name="stage_dash_168" descr="Editable line; source id stage_dash_168"/>
          <p:cNvCxnSpPr/>
          <p:nvPr/>
        </p:nvCxnSpPr>
        <p:spPr>
          <a:xfrm flipV="1">
            <a:off x="6210207" y="2311823"/>
            <a:ext cx="99239" cy="126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1" name="stage_dash_169" descr="Editable line; source id stage_dash_169"/>
          <p:cNvCxnSpPr/>
          <p:nvPr/>
        </p:nvCxnSpPr>
        <p:spPr>
          <a:xfrm>
            <a:off x="63855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2" name="stage_dash_170" descr="Editable line; source id stage_dash_170"/>
          <p:cNvCxnSpPr/>
          <p:nvPr/>
        </p:nvCxnSpPr>
        <p:spPr>
          <a:xfrm>
            <a:off x="750569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3" name="stage_dash_171" descr="Editable line; source id stage_dash_171"/>
          <p:cNvCxnSpPr/>
          <p:nvPr/>
        </p:nvCxnSpPr>
        <p:spPr>
          <a:xfrm>
            <a:off x="768095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4" name="stage_dash_172" descr="Editable line; source id stage_dash_172"/>
          <p:cNvCxnSpPr/>
          <p:nvPr/>
        </p:nvCxnSpPr>
        <p:spPr>
          <a:xfrm>
            <a:off x="785621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5" name="stage_dash_173" descr="Editable line; source id stage_dash_173"/>
          <p:cNvCxnSpPr/>
          <p:nvPr/>
        </p:nvCxnSpPr>
        <p:spPr>
          <a:xfrm>
            <a:off x="8039099" y="23126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6" name="stage_dash_174" descr="Editable line; source id stage_dash_174"/>
          <p:cNvCxnSpPr/>
          <p:nvPr/>
        </p:nvCxnSpPr>
        <p:spPr>
          <a:xfrm>
            <a:off x="821435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7" name="stage_dash_175" descr="Editable line; source id stage_dash_175"/>
          <p:cNvCxnSpPr/>
          <p:nvPr/>
        </p:nvCxnSpPr>
        <p:spPr>
          <a:xfrm>
            <a:off x="838961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8" name="stage_dash_176" descr="Editable line; source id stage_dash_176"/>
          <p:cNvCxnSpPr/>
          <p:nvPr/>
        </p:nvCxnSpPr>
        <p:spPr>
          <a:xfrm>
            <a:off x="8572499" y="23126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79" name="stage_dash_177" descr="Editable line; source id stage_dash_177"/>
          <p:cNvCxnSpPr/>
          <p:nvPr/>
        </p:nvCxnSpPr>
        <p:spPr>
          <a:xfrm>
            <a:off x="874775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0" name="stage_dash_178" descr="Editable line; source id stage_dash_178"/>
          <p:cNvCxnSpPr/>
          <p:nvPr/>
        </p:nvCxnSpPr>
        <p:spPr>
          <a:xfrm>
            <a:off x="8923019" y="2312669"/>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1" name="stage_dash_179" descr="Editable line; source id stage_dash_179"/>
          <p:cNvCxnSpPr/>
          <p:nvPr/>
        </p:nvCxnSpPr>
        <p:spPr>
          <a:xfrm flipV="1">
            <a:off x="9098279" y="2311390"/>
            <a:ext cx="99141" cy="1261"/>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2" name="stage_dash_180" descr="Editable line; source id stage_dash_180"/>
          <p:cNvCxnSpPr/>
          <p:nvPr/>
        </p:nvCxnSpPr>
        <p:spPr>
          <a:xfrm>
            <a:off x="9852457" y="2309297"/>
            <a:ext cx="99562" cy="4642"/>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3" name="stage_dash_181" descr="Editable line; source id stage_dash_181"/>
          <p:cNvCxnSpPr/>
          <p:nvPr/>
        </p:nvCxnSpPr>
        <p:spPr>
          <a:xfrm>
            <a:off x="10035438" y="2311742"/>
            <a:ext cx="91650" cy="1383"/>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4" name="stage_dash_182" descr="Editable line; source id stage_dash_182"/>
          <p:cNvCxnSpPr/>
          <p:nvPr/>
        </p:nvCxnSpPr>
        <p:spPr>
          <a:xfrm>
            <a:off x="102107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5" name="stage_dash_183" descr="Editable line; source id stage_dash_183"/>
          <p:cNvCxnSpPr/>
          <p:nvPr/>
        </p:nvCxnSpPr>
        <p:spPr>
          <a:xfrm>
            <a:off x="103860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6" name="stage_dash_184" descr="Editable line; source id stage_dash_184"/>
          <p:cNvCxnSpPr/>
          <p:nvPr/>
        </p:nvCxnSpPr>
        <p:spPr>
          <a:xfrm>
            <a:off x="10568939" y="2312669"/>
            <a:ext cx="9144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7" name="stage_dash_185" descr="Editable line; source id stage_dash_185"/>
          <p:cNvCxnSpPr/>
          <p:nvPr/>
        </p:nvCxnSpPr>
        <p:spPr>
          <a:xfrm>
            <a:off x="1074419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8" name="stage_dash_186" descr="Editable line; source id stage_dash_186"/>
          <p:cNvCxnSpPr/>
          <p:nvPr/>
        </p:nvCxnSpPr>
        <p:spPr>
          <a:xfrm>
            <a:off x="10919459" y="2312258"/>
            <a:ext cx="99060" cy="0"/>
          </a:xfrm>
          <a:prstGeom prst="line">
            <a:avLst/>
          </a:prstGeom>
          <a:ln w="22859">
            <a:solidFill>
              <a:srgbClr val="B69800"/>
            </a:solidFill>
          </a:ln>
          <a:effectLst/>
        </p:spPr>
        <p:style>
          <a:lnRef idx="2">
            <a:schemeClr val="accent1"/>
          </a:lnRef>
          <a:fillRef idx="0">
            <a:schemeClr val="accent1"/>
          </a:fillRef>
          <a:effectRef idx="0">
            <a:schemeClr val="accent1"/>
          </a:effectRef>
          <a:fontRef idx="minor">
            <a:schemeClr val="tx1"/>
          </a:fontRef>
        </p:style>
      </p:cxnSp>
      <p:cxnSp>
        <p:nvCxnSpPr>
          <p:cNvPr id="189" name="left_dash_000" descr="Editable line; source id left_dash_000"/>
          <p:cNvCxnSpPr/>
          <p:nvPr/>
        </p:nvCxnSpPr>
        <p:spPr>
          <a:xfrm>
            <a:off x="1958248"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0" name="left_dash_001" descr="Editable line; source id left_dash_001"/>
          <p:cNvCxnSpPr/>
          <p:nvPr/>
        </p:nvCxnSpPr>
        <p:spPr>
          <a:xfrm>
            <a:off x="21335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1" name="left_dash_002" descr="Editable line; source id left_dash_002"/>
          <p:cNvCxnSpPr/>
          <p:nvPr/>
        </p:nvCxnSpPr>
        <p:spPr>
          <a:xfrm>
            <a:off x="23088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2" name="left_dash_003" descr="Editable line; source id left_dash_003"/>
          <p:cNvCxnSpPr/>
          <p:nvPr/>
        </p:nvCxnSpPr>
        <p:spPr>
          <a:xfrm flipV="1">
            <a:off x="248403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3" name="left_dash_004" descr="Editable line; source id left_dash_004"/>
          <p:cNvCxnSpPr/>
          <p:nvPr/>
        </p:nvCxnSpPr>
        <p:spPr>
          <a:xfrm>
            <a:off x="26669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4" name="left_dash_005" descr="Editable line; source id left_dash_005"/>
          <p:cNvCxnSpPr/>
          <p:nvPr/>
        </p:nvCxnSpPr>
        <p:spPr>
          <a:xfrm>
            <a:off x="28422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5" name="left_dash_006" descr="Editable line; source id left_dash_006"/>
          <p:cNvCxnSpPr/>
          <p:nvPr/>
        </p:nvCxnSpPr>
        <p:spPr>
          <a:xfrm flipV="1">
            <a:off x="301743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6" name="left_dash_007" descr="Editable line; source id left_dash_007"/>
          <p:cNvCxnSpPr/>
          <p:nvPr/>
        </p:nvCxnSpPr>
        <p:spPr>
          <a:xfrm>
            <a:off x="320030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7" name="left_dash_008" descr="Editable line; source id left_dash_008"/>
          <p:cNvCxnSpPr/>
          <p:nvPr/>
        </p:nvCxnSpPr>
        <p:spPr>
          <a:xfrm>
            <a:off x="33756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8" name="left_dash_009" descr="Editable line; source id left_dash_009"/>
          <p:cNvCxnSpPr/>
          <p:nvPr/>
        </p:nvCxnSpPr>
        <p:spPr>
          <a:xfrm>
            <a:off x="355091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99" name="left_dash_010" descr="Editable line; source id left_dash_010"/>
          <p:cNvCxnSpPr/>
          <p:nvPr/>
        </p:nvCxnSpPr>
        <p:spPr>
          <a:xfrm>
            <a:off x="373370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0" name="left_dash_011" descr="Editable line; source id left_dash_011"/>
          <p:cNvCxnSpPr/>
          <p:nvPr/>
        </p:nvCxnSpPr>
        <p:spPr>
          <a:xfrm>
            <a:off x="39090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1" name="left_dash_012" descr="Editable line; source id left_dash_012"/>
          <p:cNvCxnSpPr/>
          <p:nvPr/>
        </p:nvCxnSpPr>
        <p:spPr>
          <a:xfrm>
            <a:off x="408431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2" name="left_dash_013" descr="Editable line; source id left_dash_013"/>
          <p:cNvCxnSpPr/>
          <p:nvPr/>
        </p:nvCxnSpPr>
        <p:spPr>
          <a:xfrm flipV="1">
            <a:off x="425949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3" name="left_dash_014" descr="Editable line; source id left_dash_014"/>
          <p:cNvCxnSpPr/>
          <p:nvPr/>
        </p:nvCxnSpPr>
        <p:spPr>
          <a:xfrm>
            <a:off x="44424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4" name="left_dash_015" descr="Editable line; source id left_dash_015"/>
          <p:cNvCxnSpPr/>
          <p:nvPr/>
        </p:nvCxnSpPr>
        <p:spPr>
          <a:xfrm>
            <a:off x="461771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5" name="left_dash_016" descr="Editable line; source id left_dash_016"/>
          <p:cNvCxnSpPr/>
          <p:nvPr/>
        </p:nvCxnSpPr>
        <p:spPr>
          <a:xfrm flipV="1">
            <a:off x="479289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6" name="left_dash_017" descr="Editable line; source id left_dash_017"/>
          <p:cNvCxnSpPr/>
          <p:nvPr/>
        </p:nvCxnSpPr>
        <p:spPr>
          <a:xfrm>
            <a:off x="497576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7" name="left_dash_018" descr="Editable line; source id left_dash_018"/>
          <p:cNvCxnSpPr/>
          <p:nvPr/>
        </p:nvCxnSpPr>
        <p:spPr>
          <a:xfrm>
            <a:off x="515111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8" name="left_dash_019" descr="Editable line; source id left_dash_019"/>
          <p:cNvCxnSpPr/>
          <p:nvPr/>
        </p:nvCxnSpPr>
        <p:spPr>
          <a:xfrm>
            <a:off x="5325961" y="2712706"/>
            <a:ext cx="167444" cy="17514"/>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09" name="left_dash_020" descr="Editable line; source id left_dash_020"/>
          <p:cNvCxnSpPr/>
          <p:nvPr/>
        </p:nvCxnSpPr>
        <p:spPr>
          <a:xfrm flipV="1">
            <a:off x="1782663" y="2720440"/>
            <a:ext cx="93506" cy="3370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0" name="left_dash_021" descr="Editable line; source id left_dash_021"/>
          <p:cNvCxnSpPr/>
          <p:nvPr/>
        </p:nvCxnSpPr>
        <p:spPr>
          <a:xfrm>
            <a:off x="5559750" y="2762836"/>
            <a:ext cx="76519" cy="6475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1" name="left_dash_022" descr="Editable line; source id left_dash_022"/>
          <p:cNvCxnSpPr/>
          <p:nvPr/>
        </p:nvCxnSpPr>
        <p:spPr>
          <a:xfrm flipV="1">
            <a:off x="1650340" y="2793531"/>
            <a:ext cx="67340" cy="8220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2" name="left_dash_023" descr="Editable line; source id left_dash_023"/>
          <p:cNvCxnSpPr/>
          <p:nvPr/>
        </p:nvCxnSpPr>
        <p:spPr>
          <a:xfrm>
            <a:off x="5679487" y="2891042"/>
            <a:ext cx="36560" cy="97295"/>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3" name="left_dash_024" descr="Editable line; source id left_dash_024"/>
          <p:cNvCxnSpPr/>
          <p:nvPr/>
        </p:nvCxnSpPr>
        <p:spPr>
          <a:xfrm flipV="1">
            <a:off x="1601194" y="2941343"/>
            <a:ext cx="18533" cy="9999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4" name="left_dash_025" descr="Editable line; source id left_dash_025"/>
          <p:cNvCxnSpPr/>
          <p:nvPr/>
        </p:nvCxnSpPr>
        <p:spPr>
          <a:xfrm>
            <a:off x="5718809" y="30632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5" name="left_dash_026" descr="Editable line; source id left_dash_026"/>
          <p:cNvCxnSpPr/>
          <p:nvPr/>
        </p:nvCxnSpPr>
        <p:spPr>
          <a:xfrm>
            <a:off x="1604009" y="31241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6" name="left_dash_027" descr="Editable line; source id left_dash_027"/>
          <p:cNvCxnSpPr/>
          <p:nvPr/>
        </p:nvCxnSpPr>
        <p:spPr>
          <a:xfrm>
            <a:off x="5718809" y="32461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7" name="left_dash_028" descr="Editable line; source id left_dash_028"/>
          <p:cNvCxnSpPr/>
          <p:nvPr/>
        </p:nvCxnSpPr>
        <p:spPr>
          <a:xfrm>
            <a:off x="1604009" y="329945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8" name="left_dash_029" descr="Editable line; source id left_dash_029"/>
          <p:cNvCxnSpPr/>
          <p:nvPr/>
        </p:nvCxnSpPr>
        <p:spPr>
          <a:xfrm>
            <a:off x="5718809" y="34213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19" name="left_dash_030" descr="Editable line; source id left_dash_030"/>
          <p:cNvCxnSpPr/>
          <p:nvPr/>
        </p:nvCxnSpPr>
        <p:spPr>
          <a:xfrm>
            <a:off x="1604009" y="34747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0" name="left_dash_031" descr="Editable line; source id left_dash_031"/>
          <p:cNvCxnSpPr/>
          <p:nvPr/>
        </p:nvCxnSpPr>
        <p:spPr>
          <a:xfrm>
            <a:off x="5718809" y="35966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1" name="left_dash_032" descr="Editable line; source id left_dash_032"/>
          <p:cNvCxnSpPr/>
          <p:nvPr/>
        </p:nvCxnSpPr>
        <p:spPr>
          <a:xfrm>
            <a:off x="1604009" y="36575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2" name="left_dash_033" descr="Editable line; source id left_dash_033"/>
          <p:cNvCxnSpPr/>
          <p:nvPr/>
        </p:nvCxnSpPr>
        <p:spPr>
          <a:xfrm flipV="1">
            <a:off x="5716965" y="3762971"/>
            <a:ext cx="5669" cy="115895"/>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3" name="left_dash_034" descr="Editable line; source id left_dash_034"/>
          <p:cNvCxnSpPr/>
          <p:nvPr/>
        </p:nvCxnSpPr>
        <p:spPr>
          <a:xfrm>
            <a:off x="1569719" y="3783329"/>
            <a:ext cx="609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4" name="left_dash_035" descr="Editable line; source id left_dash_035"/>
          <p:cNvCxnSpPr/>
          <p:nvPr/>
        </p:nvCxnSpPr>
        <p:spPr>
          <a:xfrm>
            <a:off x="1604009" y="383285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5" name="left_dash_036" descr="Editable line; source id left_dash_036"/>
          <p:cNvCxnSpPr/>
          <p:nvPr/>
        </p:nvCxnSpPr>
        <p:spPr>
          <a:xfrm>
            <a:off x="5718809" y="39547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6" name="left_dash_037" descr="Editable line; source id left_dash_037"/>
          <p:cNvCxnSpPr/>
          <p:nvPr/>
        </p:nvCxnSpPr>
        <p:spPr>
          <a:xfrm>
            <a:off x="1604009" y="40081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7" name="left_dash_038" descr="Editable line; source id left_dash_038"/>
          <p:cNvCxnSpPr/>
          <p:nvPr/>
        </p:nvCxnSpPr>
        <p:spPr>
          <a:xfrm>
            <a:off x="5718809" y="41300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8" name="left_dash_039" descr="Editable line; source id left_dash_039"/>
          <p:cNvCxnSpPr/>
          <p:nvPr/>
        </p:nvCxnSpPr>
        <p:spPr>
          <a:xfrm>
            <a:off x="1604009" y="4190999"/>
            <a:ext cx="0" cy="9144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9" name="left_dash_040" descr="Editable line; source id left_dash_040"/>
          <p:cNvCxnSpPr/>
          <p:nvPr/>
        </p:nvCxnSpPr>
        <p:spPr>
          <a:xfrm flipV="1">
            <a:off x="5717962" y="4312827"/>
            <a:ext cx="1263" cy="9923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0" name="left_dash_041" descr="Editable line; source id left_dash_041"/>
          <p:cNvCxnSpPr/>
          <p:nvPr/>
        </p:nvCxnSpPr>
        <p:spPr>
          <a:xfrm>
            <a:off x="1600663" y="4365378"/>
            <a:ext cx="19012" cy="9992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1" name="left_dash_042" descr="Editable line; source id left_dash_042"/>
          <p:cNvCxnSpPr/>
          <p:nvPr/>
        </p:nvCxnSpPr>
        <p:spPr>
          <a:xfrm flipV="1">
            <a:off x="5644163" y="4485100"/>
            <a:ext cx="52821" cy="88455"/>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2" name="left_dash_043" descr="Editable line; source id left_dash_043"/>
          <p:cNvCxnSpPr/>
          <p:nvPr/>
        </p:nvCxnSpPr>
        <p:spPr>
          <a:xfrm>
            <a:off x="1648330" y="4533857"/>
            <a:ext cx="69753" cy="78584"/>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3" name="left_dash_044" descr="Editable line; source id left_dash_044"/>
          <p:cNvCxnSpPr/>
          <p:nvPr/>
        </p:nvCxnSpPr>
        <p:spPr>
          <a:xfrm flipV="1">
            <a:off x="5500881" y="4625413"/>
            <a:ext cx="90700" cy="49017"/>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4" name="left_dash_045" descr="Editable line; source id left_dash_045"/>
          <p:cNvCxnSpPr/>
          <p:nvPr/>
        </p:nvCxnSpPr>
        <p:spPr>
          <a:xfrm>
            <a:off x="1776596" y="4655517"/>
            <a:ext cx="98949" cy="32025"/>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5" name="left_dash_046" descr="Editable line; source id left_dash_046"/>
          <p:cNvCxnSpPr/>
          <p:nvPr/>
        </p:nvCxnSpPr>
        <p:spPr>
          <a:xfrm>
            <a:off x="19507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6" name="left_dash_047" descr="Editable line; source id left_dash_047"/>
          <p:cNvCxnSpPr/>
          <p:nvPr/>
        </p:nvCxnSpPr>
        <p:spPr>
          <a:xfrm>
            <a:off x="213359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7" name="left_dash_048" descr="Editable line; source id left_dash_048"/>
          <p:cNvCxnSpPr/>
          <p:nvPr/>
        </p:nvCxnSpPr>
        <p:spPr>
          <a:xfrm>
            <a:off x="23088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8" name="left_dash_049" descr="Editable line; source id left_dash_049"/>
          <p:cNvCxnSpPr/>
          <p:nvPr/>
        </p:nvCxnSpPr>
        <p:spPr>
          <a:xfrm>
            <a:off x="24841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39" name="left_dash_050" descr="Editable line; source id left_dash_050"/>
          <p:cNvCxnSpPr/>
          <p:nvPr/>
        </p:nvCxnSpPr>
        <p:spPr>
          <a:xfrm>
            <a:off x="26593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0" name="left_dash_051" descr="Editable line; source id left_dash_051"/>
          <p:cNvCxnSpPr/>
          <p:nvPr/>
        </p:nvCxnSpPr>
        <p:spPr>
          <a:xfrm>
            <a:off x="28422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1" name="left_dash_052" descr="Editable line; source id left_dash_052"/>
          <p:cNvCxnSpPr/>
          <p:nvPr/>
        </p:nvCxnSpPr>
        <p:spPr>
          <a:xfrm>
            <a:off x="30175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2" name="left_dash_053" descr="Editable line; source id left_dash_053"/>
          <p:cNvCxnSpPr/>
          <p:nvPr/>
        </p:nvCxnSpPr>
        <p:spPr>
          <a:xfrm>
            <a:off x="31927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3" name="left_dash_054" descr="Editable line; source id left_dash_054"/>
          <p:cNvCxnSpPr/>
          <p:nvPr/>
        </p:nvCxnSpPr>
        <p:spPr>
          <a:xfrm>
            <a:off x="33756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4" name="left_dash_055" descr="Editable line; source id left_dash_055"/>
          <p:cNvCxnSpPr/>
          <p:nvPr/>
        </p:nvCxnSpPr>
        <p:spPr>
          <a:xfrm>
            <a:off x="35509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5" name="left_dash_056" descr="Editable line; source id left_dash_056"/>
          <p:cNvCxnSpPr/>
          <p:nvPr/>
        </p:nvCxnSpPr>
        <p:spPr>
          <a:xfrm>
            <a:off x="37261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6" name="left_dash_057" descr="Editable line; source id left_dash_057"/>
          <p:cNvCxnSpPr/>
          <p:nvPr/>
        </p:nvCxnSpPr>
        <p:spPr>
          <a:xfrm>
            <a:off x="39090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7" name="left_dash_058" descr="Editable line; source id left_dash_058"/>
          <p:cNvCxnSpPr/>
          <p:nvPr/>
        </p:nvCxnSpPr>
        <p:spPr>
          <a:xfrm>
            <a:off x="40843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8" name="left_dash_059" descr="Editable line; source id left_dash_059"/>
          <p:cNvCxnSpPr/>
          <p:nvPr/>
        </p:nvCxnSpPr>
        <p:spPr>
          <a:xfrm>
            <a:off x="42595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49" name="left_dash_060" descr="Editable line; source id left_dash_060"/>
          <p:cNvCxnSpPr/>
          <p:nvPr/>
        </p:nvCxnSpPr>
        <p:spPr>
          <a:xfrm>
            <a:off x="443483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0" name="left_dash_061" descr="Editable line; source id left_dash_061"/>
          <p:cNvCxnSpPr/>
          <p:nvPr/>
        </p:nvCxnSpPr>
        <p:spPr>
          <a:xfrm>
            <a:off x="46177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1" name="left_dash_062" descr="Editable line; source id left_dash_062"/>
          <p:cNvCxnSpPr/>
          <p:nvPr/>
        </p:nvCxnSpPr>
        <p:spPr>
          <a:xfrm>
            <a:off x="47929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2" name="left_dash_063" descr="Editable line; source id left_dash_063"/>
          <p:cNvCxnSpPr/>
          <p:nvPr/>
        </p:nvCxnSpPr>
        <p:spPr>
          <a:xfrm>
            <a:off x="496823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3" name="left_dash_064" descr="Editable line; source id left_dash_064"/>
          <p:cNvCxnSpPr/>
          <p:nvPr/>
        </p:nvCxnSpPr>
        <p:spPr>
          <a:xfrm>
            <a:off x="51511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4" name="left_dash_065" descr="Editable line; source id left_dash_065"/>
          <p:cNvCxnSpPr/>
          <p:nvPr/>
        </p:nvCxnSpPr>
        <p:spPr>
          <a:xfrm>
            <a:off x="53263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5" name="right_dash_000" descr="Editable line; source id right_dash_000"/>
          <p:cNvCxnSpPr/>
          <p:nvPr/>
        </p:nvCxnSpPr>
        <p:spPr>
          <a:xfrm flipV="1">
            <a:off x="6796768" y="2715141"/>
            <a:ext cx="100313" cy="1511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6" name="right_dash_001" descr="Editable line; source id right_dash_001"/>
          <p:cNvCxnSpPr/>
          <p:nvPr/>
        </p:nvCxnSpPr>
        <p:spPr>
          <a:xfrm>
            <a:off x="6979919" y="2716529"/>
            <a:ext cx="9144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7" name="right_dash_002" descr="Editable line; source id right_dash_002"/>
          <p:cNvCxnSpPr/>
          <p:nvPr/>
        </p:nvCxnSpPr>
        <p:spPr>
          <a:xfrm>
            <a:off x="715517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8" name="right_dash_003" descr="Editable line; source id right_dash_003"/>
          <p:cNvCxnSpPr/>
          <p:nvPr/>
        </p:nvCxnSpPr>
        <p:spPr>
          <a:xfrm>
            <a:off x="733043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59" name="right_dash_004" descr="Editable line; source id right_dash_004"/>
          <p:cNvCxnSpPr/>
          <p:nvPr/>
        </p:nvCxnSpPr>
        <p:spPr>
          <a:xfrm flipV="1">
            <a:off x="750561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0" name="right_dash_005" descr="Editable line; source id right_dash_005"/>
          <p:cNvCxnSpPr/>
          <p:nvPr/>
        </p:nvCxnSpPr>
        <p:spPr>
          <a:xfrm>
            <a:off x="768848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1" name="right_dash_006" descr="Editable line; source id right_dash_006"/>
          <p:cNvCxnSpPr/>
          <p:nvPr/>
        </p:nvCxnSpPr>
        <p:spPr>
          <a:xfrm>
            <a:off x="786383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2" name="right_dash_007" descr="Editable line; source id right_dash_007"/>
          <p:cNvCxnSpPr/>
          <p:nvPr/>
        </p:nvCxnSpPr>
        <p:spPr>
          <a:xfrm>
            <a:off x="80390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3" name="right_dash_008" descr="Editable line; source id right_dash_008"/>
          <p:cNvCxnSpPr/>
          <p:nvPr/>
        </p:nvCxnSpPr>
        <p:spPr>
          <a:xfrm>
            <a:off x="822188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4" name="right_dash_009" descr="Editable line; source id right_dash_009"/>
          <p:cNvCxnSpPr/>
          <p:nvPr/>
        </p:nvCxnSpPr>
        <p:spPr>
          <a:xfrm>
            <a:off x="839723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5" name="right_dash_010" descr="Editable line; source id right_dash_010"/>
          <p:cNvCxnSpPr/>
          <p:nvPr/>
        </p:nvCxnSpPr>
        <p:spPr>
          <a:xfrm>
            <a:off x="85724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6" name="right_dash_011" descr="Editable line; source id right_dash_011"/>
          <p:cNvCxnSpPr/>
          <p:nvPr/>
        </p:nvCxnSpPr>
        <p:spPr>
          <a:xfrm flipV="1">
            <a:off x="874767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7" name="right_dash_012" descr="Editable line; source id right_dash_012"/>
          <p:cNvCxnSpPr/>
          <p:nvPr/>
        </p:nvCxnSpPr>
        <p:spPr>
          <a:xfrm>
            <a:off x="893063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8" name="right_dash_013" descr="Editable line; source id right_dash_013"/>
          <p:cNvCxnSpPr/>
          <p:nvPr/>
        </p:nvCxnSpPr>
        <p:spPr>
          <a:xfrm>
            <a:off x="91058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9" name="right_dash_014" descr="Editable line; source id right_dash_014"/>
          <p:cNvCxnSpPr/>
          <p:nvPr/>
        </p:nvCxnSpPr>
        <p:spPr>
          <a:xfrm flipV="1">
            <a:off x="928107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0" name="right_dash_015" descr="Editable line; source id right_dash_015"/>
          <p:cNvCxnSpPr/>
          <p:nvPr/>
        </p:nvCxnSpPr>
        <p:spPr>
          <a:xfrm>
            <a:off x="946394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1" name="right_dash_016" descr="Editable line; source id right_dash_016"/>
          <p:cNvCxnSpPr/>
          <p:nvPr/>
        </p:nvCxnSpPr>
        <p:spPr>
          <a:xfrm>
            <a:off x="96392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2" name="right_dash_017" descr="Editable line; source id right_dash_017"/>
          <p:cNvCxnSpPr/>
          <p:nvPr/>
        </p:nvCxnSpPr>
        <p:spPr>
          <a:xfrm>
            <a:off x="98145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3" name="right_dash_018" descr="Editable line; source id right_dash_018"/>
          <p:cNvCxnSpPr/>
          <p:nvPr/>
        </p:nvCxnSpPr>
        <p:spPr>
          <a:xfrm>
            <a:off x="9997347" y="2716114"/>
            <a:ext cx="99239"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4" name="right_dash_019" descr="Editable line; source id right_dash_019"/>
          <p:cNvCxnSpPr/>
          <p:nvPr/>
        </p:nvCxnSpPr>
        <p:spPr>
          <a:xfrm>
            <a:off x="1017269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5" name="right_dash_020" descr="Editable line; source id right_dash_020"/>
          <p:cNvCxnSpPr/>
          <p:nvPr/>
        </p:nvCxnSpPr>
        <p:spPr>
          <a:xfrm>
            <a:off x="10347959" y="271652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6" name="right_dash_021" descr="Editable line; source id right_dash_021"/>
          <p:cNvCxnSpPr/>
          <p:nvPr/>
        </p:nvCxnSpPr>
        <p:spPr>
          <a:xfrm flipV="1">
            <a:off x="10523133" y="2716114"/>
            <a:ext cx="99238" cy="126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7" name="right_dash_022" descr="Editable line; source id right_dash_022"/>
          <p:cNvCxnSpPr/>
          <p:nvPr/>
        </p:nvCxnSpPr>
        <p:spPr>
          <a:xfrm>
            <a:off x="10637479" y="2716480"/>
            <a:ext cx="100255" cy="15958"/>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8" name="right_dash_023" descr="Editable line; source id right_dash_023"/>
          <p:cNvCxnSpPr/>
          <p:nvPr/>
        </p:nvCxnSpPr>
        <p:spPr>
          <a:xfrm flipV="1">
            <a:off x="6647714" y="2758000"/>
            <a:ext cx="78414" cy="62768"/>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9" name="right_dash_024" descr="Editable line; source id right_dash_024"/>
          <p:cNvCxnSpPr/>
          <p:nvPr/>
        </p:nvCxnSpPr>
        <p:spPr>
          <a:xfrm>
            <a:off x="10809249" y="2763531"/>
            <a:ext cx="77505" cy="6375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0" name="right_dash_025" descr="Editable line; source id right_dash_025"/>
          <p:cNvCxnSpPr/>
          <p:nvPr/>
        </p:nvCxnSpPr>
        <p:spPr>
          <a:xfrm flipV="1">
            <a:off x="6563835" y="2882534"/>
            <a:ext cx="37455" cy="9381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1" name="right_dash_026" descr="Editable line; source id right_dash_026"/>
          <p:cNvCxnSpPr/>
          <p:nvPr/>
        </p:nvCxnSpPr>
        <p:spPr>
          <a:xfrm>
            <a:off x="10929453" y="2891116"/>
            <a:ext cx="36494" cy="9732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2" name="right_dash_027" descr="Editable line; source id right_dash_027"/>
          <p:cNvCxnSpPr/>
          <p:nvPr/>
        </p:nvCxnSpPr>
        <p:spPr>
          <a:xfrm>
            <a:off x="6557009" y="30556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3" name="right_dash_028" descr="Editable line; source id right_dash_028"/>
          <p:cNvCxnSpPr/>
          <p:nvPr/>
        </p:nvCxnSpPr>
        <p:spPr>
          <a:xfrm>
            <a:off x="10968989" y="30632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4" name="right_dash_029" descr="Editable line; source id right_dash_029"/>
          <p:cNvCxnSpPr/>
          <p:nvPr/>
        </p:nvCxnSpPr>
        <p:spPr>
          <a:xfrm flipV="1">
            <a:off x="6555031" y="3221789"/>
            <a:ext cx="6007" cy="10846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5" name="right_dash_030" descr="Editable line; source id right_dash_030"/>
          <p:cNvCxnSpPr/>
          <p:nvPr/>
        </p:nvCxnSpPr>
        <p:spPr>
          <a:xfrm flipV="1">
            <a:off x="10967011" y="3237029"/>
            <a:ext cx="6007" cy="10846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6" name="right_dash_031" descr="Editable line; source id right_dash_031"/>
          <p:cNvCxnSpPr/>
          <p:nvPr/>
        </p:nvCxnSpPr>
        <p:spPr>
          <a:xfrm>
            <a:off x="6557009" y="34061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7" name="right_dash_032" descr="Editable line; source id right_dash_032"/>
          <p:cNvCxnSpPr/>
          <p:nvPr/>
        </p:nvCxnSpPr>
        <p:spPr>
          <a:xfrm>
            <a:off x="10968989" y="34213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8" name="right_dash_033" descr="Editable line; source id right_dash_033"/>
          <p:cNvCxnSpPr/>
          <p:nvPr/>
        </p:nvCxnSpPr>
        <p:spPr>
          <a:xfrm>
            <a:off x="6557009" y="35890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9" name="right_dash_034" descr="Editable line; source id right_dash_034"/>
          <p:cNvCxnSpPr/>
          <p:nvPr/>
        </p:nvCxnSpPr>
        <p:spPr>
          <a:xfrm>
            <a:off x="10968989" y="35966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0" name="right_dash_035" descr="Editable line; source id right_dash_035"/>
          <p:cNvCxnSpPr/>
          <p:nvPr/>
        </p:nvCxnSpPr>
        <p:spPr>
          <a:xfrm>
            <a:off x="6557009" y="37642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1" name="right_dash_036" descr="Editable line; source id right_dash_036"/>
          <p:cNvCxnSpPr/>
          <p:nvPr/>
        </p:nvCxnSpPr>
        <p:spPr>
          <a:xfrm>
            <a:off x="10968989" y="37795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2" name="right_dash_037" descr="Editable line; source id right_dash_037"/>
          <p:cNvCxnSpPr/>
          <p:nvPr/>
        </p:nvCxnSpPr>
        <p:spPr>
          <a:xfrm>
            <a:off x="6557009" y="39395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3" name="right_dash_038" descr="Editable line; source id right_dash_038"/>
          <p:cNvCxnSpPr/>
          <p:nvPr/>
        </p:nvCxnSpPr>
        <p:spPr>
          <a:xfrm>
            <a:off x="10968989" y="39547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4" name="right_dash_039" descr="Editable line; source id right_dash_039"/>
          <p:cNvCxnSpPr/>
          <p:nvPr/>
        </p:nvCxnSpPr>
        <p:spPr>
          <a:xfrm>
            <a:off x="6557009" y="412241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5" name="right_dash_040" descr="Editable line; source id right_dash_040"/>
          <p:cNvCxnSpPr/>
          <p:nvPr/>
        </p:nvCxnSpPr>
        <p:spPr>
          <a:xfrm>
            <a:off x="10968989" y="41300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6" name="right_dash_041" descr="Editable line; source id right_dash_041"/>
          <p:cNvCxnSpPr/>
          <p:nvPr/>
        </p:nvCxnSpPr>
        <p:spPr>
          <a:xfrm>
            <a:off x="6556312" y="4297532"/>
            <a:ext cx="2111" cy="99502"/>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7" name="right_dash_042" descr="Editable line; source id right_dash_042"/>
          <p:cNvCxnSpPr/>
          <p:nvPr/>
        </p:nvCxnSpPr>
        <p:spPr>
          <a:xfrm flipV="1">
            <a:off x="10964858" y="4312566"/>
            <a:ext cx="5880" cy="99626"/>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8" name="right_dash_043" descr="Editable line; source id right_dash_043"/>
          <p:cNvCxnSpPr/>
          <p:nvPr/>
        </p:nvCxnSpPr>
        <p:spPr>
          <a:xfrm>
            <a:off x="6574142" y="4471224"/>
            <a:ext cx="52677" cy="89887"/>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9" name="right_dash_044" descr="Editable line; source id right_dash_044"/>
          <p:cNvCxnSpPr/>
          <p:nvPr/>
        </p:nvCxnSpPr>
        <p:spPr>
          <a:xfrm flipV="1">
            <a:off x="10891483" y="4483750"/>
            <a:ext cx="53358" cy="8810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0" name="right_dash_045" descr="Editable line; source id right_dash_045"/>
          <p:cNvCxnSpPr/>
          <p:nvPr/>
        </p:nvCxnSpPr>
        <p:spPr>
          <a:xfrm>
            <a:off x="6677889" y="4615732"/>
            <a:ext cx="89140" cy="5173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1" name="right_dash_046" descr="Editable line; source id right_dash_046"/>
          <p:cNvCxnSpPr/>
          <p:nvPr/>
        </p:nvCxnSpPr>
        <p:spPr>
          <a:xfrm flipV="1">
            <a:off x="10746627" y="4623392"/>
            <a:ext cx="90554" cy="49287"/>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2" name="right_dash_047" descr="Editable line; source id right_dash_047"/>
          <p:cNvCxnSpPr/>
          <p:nvPr/>
        </p:nvCxnSpPr>
        <p:spPr>
          <a:xfrm>
            <a:off x="6841939" y="4683244"/>
            <a:ext cx="100364" cy="9617"/>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3" name="right_dash_048" descr="Editable line; source id right_dash_048"/>
          <p:cNvCxnSpPr/>
          <p:nvPr/>
        </p:nvCxnSpPr>
        <p:spPr>
          <a:xfrm flipV="1">
            <a:off x="10568973" y="4686999"/>
            <a:ext cx="99520" cy="4029"/>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4" name="right_dash_049" descr="Editable line; source id right_dash_049"/>
          <p:cNvCxnSpPr/>
          <p:nvPr/>
        </p:nvCxnSpPr>
        <p:spPr>
          <a:xfrm>
            <a:off x="7017933" y="4689262"/>
            <a:ext cx="99238"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5" name="right_dash_050" descr="Editable line; source id right_dash_050"/>
          <p:cNvCxnSpPr/>
          <p:nvPr/>
        </p:nvCxnSpPr>
        <p:spPr>
          <a:xfrm flipV="1">
            <a:off x="7200807" y="4689262"/>
            <a:ext cx="99239"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6" name="right_dash_051" descr="Editable line; source id right_dash_051"/>
          <p:cNvCxnSpPr/>
          <p:nvPr/>
        </p:nvCxnSpPr>
        <p:spPr>
          <a:xfrm>
            <a:off x="73761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7" name="right_dash_052" descr="Editable line; source id right_dash_052"/>
          <p:cNvCxnSpPr/>
          <p:nvPr/>
        </p:nvCxnSpPr>
        <p:spPr>
          <a:xfrm>
            <a:off x="7551333" y="4689262"/>
            <a:ext cx="99238"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8" name="right_dash_053" descr="Editable line; source id right_dash_053"/>
          <p:cNvCxnSpPr/>
          <p:nvPr/>
        </p:nvCxnSpPr>
        <p:spPr>
          <a:xfrm flipV="1">
            <a:off x="7734207" y="4689262"/>
            <a:ext cx="99239"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9" name="right_dash_054" descr="Editable line; source id right_dash_054"/>
          <p:cNvCxnSpPr/>
          <p:nvPr/>
        </p:nvCxnSpPr>
        <p:spPr>
          <a:xfrm>
            <a:off x="79095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0" name="right_dash_055" descr="Editable line; source id right_dash_055"/>
          <p:cNvCxnSpPr/>
          <p:nvPr/>
        </p:nvCxnSpPr>
        <p:spPr>
          <a:xfrm>
            <a:off x="80848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1" name="right_dash_056" descr="Editable line; source id right_dash_056"/>
          <p:cNvCxnSpPr/>
          <p:nvPr/>
        </p:nvCxnSpPr>
        <p:spPr>
          <a:xfrm>
            <a:off x="8259993" y="4689262"/>
            <a:ext cx="99238"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2" name="right_dash_057" descr="Editable line; source id right_dash_057"/>
          <p:cNvCxnSpPr/>
          <p:nvPr/>
        </p:nvCxnSpPr>
        <p:spPr>
          <a:xfrm>
            <a:off x="844295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3" name="right_dash_058" descr="Editable line; source id right_dash_058"/>
          <p:cNvCxnSpPr/>
          <p:nvPr/>
        </p:nvCxnSpPr>
        <p:spPr>
          <a:xfrm>
            <a:off x="86182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4" name="right_dash_059" descr="Editable line; source id right_dash_059"/>
          <p:cNvCxnSpPr/>
          <p:nvPr/>
        </p:nvCxnSpPr>
        <p:spPr>
          <a:xfrm>
            <a:off x="8793393" y="4689262"/>
            <a:ext cx="99238"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5" name="right_dash_060" descr="Editable line; source id right_dash_060"/>
          <p:cNvCxnSpPr/>
          <p:nvPr/>
        </p:nvCxnSpPr>
        <p:spPr>
          <a:xfrm flipV="1">
            <a:off x="8976267" y="4689262"/>
            <a:ext cx="99239"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6" name="right_dash_061" descr="Editable line; source id right_dash_061"/>
          <p:cNvCxnSpPr/>
          <p:nvPr/>
        </p:nvCxnSpPr>
        <p:spPr>
          <a:xfrm>
            <a:off x="91516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7" name="right_dash_062" descr="Editable line; source id right_dash_062"/>
          <p:cNvCxnSpPr/>
          <p:nvPr/>
        </p:nvCxnSpPr>
        <p:spPr>
          <a:xfrm>
            <a:off x="93268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8" name="right_dash_063" descr="Editable line; source id right_dash_063"/>
          <p:cNvCxnSpPr/>
          <p:nvPr/>
        </p:nvCxnSpPr>
        <p:spPr>
          <a:xfrm flipV="1">
            <a:off x="9509667" y="4689262"/>
            <a:ext cx="99239"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9" name="right_dash_064" descr="Editable line; source id right_dash_064"/>
          <p:cNvCxnSpPr/>
          <p:nvPr/>
        </p:nvCxnSpPr>
        <p:spPr>
          <a:xfrm>
            <a:off x="96850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0" name="right_dash_065" descr="Editable line; source id right_dash_065"/>
          <p:cNvCxnSpPr/>
          <p:nvPr/>
        </p:nvCxnSpPr>
        <p:spPr>
          <a:xfrm>
            <a:off x="98602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1" name="right_dash_066" descr="Editable line; source id right_dash_066"/>
          <p:cNvCxnSpPr/>
          <p:nvPr/>
        </p:nvCxnSpPr>
        <p:spPr>
          <a:xfrm>
            <a:off x="10035453" y="4689262"/>
            <a:ext cx="99238" cy="1263"/>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2" name="right_dash_067" descr="Editable line; source id right_dash_067"/>
          <p:cNvCxnSpPr/>
          <p:nvPr/>
        </p:nvCxnSpPr>
        <p:spPr>
          <a:xfrm>
            <a:off x="1021841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3" name="right_dash_068" descr="Editable line; source id right_dash_068"/>
          <p:cNvCxnSpPr/>
          <p:nvPr/>
        </p:nvCxnSpPr>
        <p:spPr>
          <a:xfrm>
            <a:off x="10393679" y="4690109"/>
            <a:ext cx="990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4" name="separator_dash_000" descr="Editable line; source id separator_dash_000"/>
          <p:cNvCxnSpPr/>
          <p:nvPr/>
        </p:nvCxnSpPr>
        <p:spPr>
          <a:xfrm>
            <a:off x="6168389" y="26288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5" name="separator_dash_001" descr="Editable line; source id separator_dash_001"/>
          <p:cNvCxnSpPr/>
          <p:nvPr/>
        </p:nvCxnSpPr>
        <p:spPr>
          <a:xfrm>
            <a:off x="6168389" y="28117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6" name="separator_dash_002" descr="Editable line; source id separator_dash_002"/>
          <p:cNvCxnSpPr/>
          <p:nvPr/>
        </p:nvCxnSpPr>
        <p:spPr>
          <a:xfrm>
            <a:off x="6168389" y="29870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7" name="separator_dash_003" descr="Editable line; source id separator_dash_003"/>
          <p:cNvCxnSpPr/>
          <p:nvPr/>
        </p:nvCxnSpPr>
        <p:spPr>
          <a:xfrm>
            <a:off x="6168389" y="31622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8" name="separator_dash_004" descr="Editable line; source id separator_dash_004"/>
          <p:cNvCxnSpPr/>
          <p:nvPr/>
        </p:nvCxnSpPr>
        <p:spPr>
          <a:xfrm>
            <a:off x="6168389" y="33451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9" name="separator_dash_005" descr="Editable line; source id separator_dash_005"/>
          <p:cNvCxnSpPr/>
          <p:nvPr/>
        </p:nvCxnSpPr>
        <p:spPr>
          <a:xfrm>
            <a:off x="6168389" y="35204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0" name="separator_dash_006" descr="Editable line; source id separator_dash_006"/>
          <p:cNvCxnSpPr/>
          <p:nvPr/>
        </p:nvCxnSpPr>
        <p:spPr>
          <a:xfrm>
            <a:off x="6168389" y="36956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1" name="separator_dash_007" descr="Editable line; source id separator_dash_007"/>
          <p:cNvCxnSpPr/>
          <p:nvPr/>
        </p:nvCxnSpPr>
        <p:spPr>
          <a:xfrm>
            <a:off x="6168389" y="38785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2" name="separator_dash_008" descr="Editable line; source id separator_dash_008"/>
          <p:cNvCxnSpPr/>
          <p:nvPr/>
        </p:nvCxnSpPr>
        <p:spPr>
          <a:xfrm>
            <a:off x="6168389" y="405383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3" name="separator_dash_009" descr="Editable line; source id separator_dash_009"/>
          <p:cNvCxnSpPr/>
          <p:nvPr/>
        </p:nvCxnSpPr>
        <p:spPr>
          <a:xfrm>
            <a:off x="6168389" y="422909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4" name="separator_dash_010" descr="Editable line; source id separator_dash_010"/>
          <p:cNvCxnSpPr/>
          <p:nvPr/>
        </p:nvCxnSpPr>
        <p:spPr>
          <a:xfrm>
            <a:off x="6168389" y="4411979"/>
            <a:ext cx="0" cy="9906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35" name="separator_dash_011" descr="Editable line; source id separator_dash_011"/>
          <p:cNvCxnSpPr/>
          <p:nvPr/>
        </p:nvCxnSpPr>
        <p:spPr>
          <a:xfrm>
            <a:off x="6168389" y="4587239"/>
            <a:ext cx="0" cy="5334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336" name="stem_shadow_0" descr="Editable shape; source id stem_shadow_0"/>
          <p:cNvSpPr/>
          <p:nvPr/>
        </p:nvSpPr>
        <p:spPr>
          <a:xfrm>
            <a:off x="1348739" y="769619"/>
            <a:ext cx="609599" cy="914399"/>
          </a:xfrm>
          <a:prstGeom prst="roundRect">
            <a:avLst>
              <a:gd name="adj" fmla="val 25000"/>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stage_1_block_shadow_0" descr="Editable shape; source id stage_1_block_shadow_0"/>
          <p:cNvSpPr/>
          <p:nvPr/>
        </p:nvSpPr>
        <p:spPr>
          <a:xfrm>
            <a:off x="2087879" y="529589"/>
            <a:ext cx="1592579" cy="1402079"/>
          </a:xfrm>
          <a:prstGeom prst="roundRect">
            <a:avLst>
              <a:gd name="adj" fmla="val 20108"/>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down_1_shadow_0" descr="Editable shape; source id down_1_shadow_0"/>
          <p:cNvSpPr/>
          <p:nvPr/>
        </p:nvSpPr>
        <p:spPr>
          <a:xfrm>
            <a:off x="3726179" y="335279"/>
            <a:ext cx="617219" cy="1783079"/>
          </a:xfrm>
          <a:prstGeom prst="roundRect">
            <a:avLst>
              <a:gd name="adj" fmla="val 2469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stage_2_block_shadow_0" descr="Editable shape; source id stage_2_block_shadow_0"/>
          <p:cNvSpPr/>
          <p:nvPr/>
        </p:nvSpPr>
        <p:spPr>
          <a:xfrm>
            <a:off x="4625339" y="529589"/>
            <a:ext cx="1592579" cy="1402079"/>
          </a:xfrm>
          <a:prstGeom prst="roundRect">
            <a:avLst>
              <a:gd name="adj" fmla="val 20108"/>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down_2_shadow_0" descr="Editable shape; source id down_2_shadow_0"/>
          <p:cNvSpPr/>
          <p:nvPr/>
        </p:nvSpPr>
        <p:spPr>
          <a:xfrm>
            <a:off x="6263639" y="335279"/>
            <a:ext cx="617219" cy="1783079"/>
          </a:xfrm>
          <a:prstGeom prst="roundRect">
            <a:avLst>
              <a:gd name="adj" fmla="val 2469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stage_3_block_shadow_0" descr="Editable shape; source id stage_3_block_shadow_0"/>
          <p:cNvSpPr/>
          <p:nvPr/>
        </p:nvSpPr>
        <p:spPr>
          <a:xfrm>
            <a:off x="7162799" y="529589"/>
            <a:ext cx="1592579" cy="1402079"/>
          </a:xfrm>
          <a:prstGeom prst="roundRect">
            <a:avLst>
              <a:gd name="adj" fmla="val 20108"/>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down_3_shadow_0" descr="Editable shape; source id down_3_shadow_0"/>
          <p:cNvSpPr/>
          <p:nvPr/>
        </p:nvSpPr>
        <p:spPr>
          <a:xfrm>
            <a:off x="8801099" y="335279"/>
            <a:ext cx="617219" cy="1783079"/>
          </a:xfrm>
          <a:prstGeom prst="roundRect">
            <a:avLst>
              <a:gd name="adj" fmla="val 2469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stage_4_block_shadow_0" descr="Editable shape; source id stage_4_block_shadow_0"/>
          <p:cNvSpPr/>
          <p:nvPr/>
        </p:nvSpPr>
        <p:spPr>
          <a:xfrm>
            <a:off x="9700259" y="529589"/>
            <a:ext cx="1592579" cy="1402079"/>
          </a:xfrm>
          <a:prstGeom prst="roundRect">
            <a:avLst>
              <a:gd name="adj" fmla="val 20108"/>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head_shadow_0" descr="Editable shape; source id head_shadow_0"/>
          <p:cNvSpPr/>
          <p:nvPr/>
        </p:nvSpPr>
        <p:spPr>
          <a:xfrm>
            <a:off x="11468099" y="769619"/>
            <a:ext cx="617219" cy="914399"/>
          </a:xfrm>
          <a:prstGeom prst="roundRect">
            <a:avLst>
              <a:gd name="adj" fmla="val 2469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block_ln_1_shadow_0" descr="Editable shape; source id block_ln_1_shadow_0"/>
          <p:cNvSpPr/>
          <p:nvPr/>
        </p:nvSpPr>
        <p:spPr>
          <a:xfrm>
            <a:off x="1885949" y="3390899"/>
            <a:ext cx="609599" cy="773429"/>
          </a:xfrm>
          <a:prstGeom prst="roundRect">
            <a:avLst>
              <a:gd name="adj" fmla="val 25000"/>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block_ssm_shadow_0" descr="Editable shape; source id block_ssm_shadow_0"/>
          <p:cNvSpPr/>
          <p:nvPr/>
        </p:nvSpPr>
        <p:spPr>
          <a:xfrm>
            <a:off x="2556509" y="2918459"/>
            <a:ext cx="716279" cy="1741169"/>
          </a:xfrm>
          <a:prstGeom prst="roundRect">
            <a:avLst>
              <a:gd name="adj" fmla="val 22340"/>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block_ln_2_shadow_0" descr="Editable shape; source id block_ln_2_shadow_0"/>
          <p:cNvSpPr/>
          <p:nvPr/>
        </p:nvSpPr>
        <p:spPr>
          <a:xfrm>
            <a:off x="3836669" y="3390899"/>
            <a:ext cx="609599" cy="773429"/>
          </a:xfrm>
          <a:prstGeom prst="roundRect">
            <a:avLst>
              <a:gd name="adj" fmla="val 25000"/>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block_ffn_shadow_0" descr="Editable shape; source id block_ffn_shadow_0"/>
          <p:cNvSpPr/>
          <p:nvPr/>
        </p:nvSpPr>
        <p:spPr>
          <a:xfrm>
            <a:off x="4530089" y="3158489"/>
            <a:ext cx="708659" cy="1230629"/>
          </a:xfrm>
          <a:prstGeom prst="roundRect">
            <a:avLst>
              <a:gd name="adj" fmla="val 22580"/>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ssm_linear_top_shadow_0" descr="Editable shape; source id ssm_linear_top_shadow_0"/>
          <p:cNvSpPr/>
          <p:nvPr/>
        </p:nvSpPr>
        <p:spPr>
          <a:xfrm>
            <a:off x="6869429" y="2769869"/>
            <a:ext cx="548639" cy="937259"/>
          </a:xfrm>
          <a:prstGeom prst="roundRect">
            <a:avLst>
              <a:gd name="adj" fmla="val 2361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ssm_linear_bottom_shadow_0" descr="Editable shape; source id ssm_linear_bottom_shadow_0"/>
          <p:cNvSpPr/>
          <p:nvPr/>
        </p:nvSpPr>
        <p:spPr>
          <a:xfrm>
            <a:off x="6869429" y="3695699"/>
            <a:ext cx="548639" cy="944879"/>
          </a:xfrm>
          <a:prstGeom prst="roundRect">
            <a:avLst>
              <a:gd name="adj" fmla="val 2361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ssm_conv_shadow_0" descr="Editable shape; source id ssm_conv_shadow_0"/>
          <p:cNvSpPr/>
          <p:nvPr/>
        </p:nvSpPr>
        <p:spPr>
          <a:xfrm>
            <a:off x="7524749" y="2815589"/>
            <a:ext cx="461009" cy="845819"/>
          </a:xfrm>
          <a:prstGeom prst="roundRect">
            <a:avLst>
              <a:gd name="adj" fmla="val 28099"/>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ssm_sasf_shadow_0" descr="Editable shape; source id ssm_sasf_shadow_0"/>
          <p:cNvSpPr/>
          <p:nvPr/>
        </p:nvSpPr>
        <p:spPr>
          <a:xfrm>
            <a:off x="8484869" y="2769869"/>
            <a:ext cx="548639" cy="937259"/>
          </a:xfrm>
          <a:prstGeom prst="roundRect">
            <a:avLst>
              <a:gd name="adj" fmla="val 2361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ssm_ln_shadow_0" descr="Editable shape; source id ssm_ln_shadow_0"/>
          <p:cNvSpPr/>
          <p:nvPr/>
        </p:nvSpPr>
        <p:spPr>
          <a:xfrm>
            <a:off x="9124949" y="2857499"/>
            <a:ext cx="548639" cy="761999"/>
          </a:xfrm>
          <a:prstGeom prst="roundRect">
            <a:avLst>
              <a:gd name="adj" fmla="val 2361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ssm_linear_out_shadow_0" descr="Editable shape; source id ssm_linear_out_shadow_0"/>
          <p:cNvSpPr/>
          <p:nvPr/>
        </p:nvSpPr>
        <p:spPr>
          <a:xfrm>
            <a:off x="10321289" y="2773679"/>
            <a:ext cx="548639" cy="944879"/>
          </a:xfrm>
          <a:prstGeom prst="roundRect">
            <a:avLst>
              <a:gd name="adj" fmla="val 23611"/>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sigma_1_shadow_0" descr="Editable shape; source id sigma_1_shadow_0"/>
          <p:cNvSpPr/>
          <p:nvPr/>
        </p:nvSpPr>
        <p:spPr>
          <a:xfrm>
            <a:off x="8000999" y="3013709"/>
            <a:ext cx="411479" cy="411479"/>
          </a:xfrm>
          <a:prstGeom prst="ellipse">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sigma_2_shadow_0" descr="Editable shape; source id sigma_2_shadow_0"/>
          <p:cNvSpPr/>
          <p:nvPr/>
        </p:nvSpPr>
        <p:spPr>
          <a:xfrm>
            <a:off x="8000999" y="3943349"/>
            <a:ext cx="411479" cy="411479"/>
          </a:xfrm>
          <a:prstGeom prst="ellipse">
            <a:avLst/>
          </a:prstGeom>
          <a:solidFill>
            <a:srgbClr val="FAFA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stem_shadow_1" descr="Editable shape; source id stem_shadow_1"/>
          <p:cNvSpPr/>
          <p:nvPr/>
        </p:nvSpPr>
        <p:spPr>
          <a:xfrm>
            <a:off x="1356359" y="777239"/>
            <a:ext cx="594359" cy="899159"/>
          </a:xfrm>
          <a:prstGeom prst="roundRect">
            <a:avLst>
              <a:gd name="adj" fmla="val 24358"/>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stage_1_block_shadow_1" descr="Editable shape; source id stage_1_block_shadow_1"/>
          <p:cNvSpPr/>
          <p:nvPr/>
        </p:nvSpPr>
        <p:spPr>
          <a:xfrm>
            <a:off x="2095499" y="537209"/>
            <a:ext cx="1577339" cy="1386839"/>
          </a:xfrm>
          <a:prstGeom prst="roundRect">
            <a:avLst>
              <a:gd name="adj" fmla="val 1978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down_1_shadow_1" descr="Editable shape; source id down_1_shadow_1"/>
          <p:cNvSpPr/>
          <p:nvPr/>
        </p:nvSpPr>
        <p:spPr>
          <a:xfrm>
            <a:off x="3733799" y="342899"/>
            <a:ext cx="601979" cy="1767839"/>
          </a:xfrm>
          <a:prstGeom prst="roundRect">
            <a:avLst>
              <a:gd name="adj" fmla="val 2405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stage_2_block_shadow_1" descr="Editable shape; source id stage_2_block_shadow_1"/>
          <p:cNvSpPr/>
          <p:nvPr/>
        </p:nvSpPr>
        <p:spPr>
          <a:xfrm>
            <a:off x="4632959" y="537209"/>
            <a:ext cx="1577339" cy="1386839"/>
          </a:xfrm>
          <a:prstGeom prst="roundRect">
            <a:avLst>
              <a:gd name="adj" fmla="val 1978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down_2_shadow_1" descr="Editable shape; source id down_2_shadow_1"/>
          <p:cNvSpPr/>
          <p:nvPr/>
        </p:nvSpPr>
        <p:spPr>
          <a:xfrm>
            <a:off x="6271259" y="342899"/>
            <a:ext cx="601979" cy="1767839"/>
          </a:xfrm>
          <a:prstGeom prst="roundRect">
            <a:avLst>
              <a:gd name="adj" fmla="val 2405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stage_3_block_shadow_1" descr="Editable shape; source id stage_3_block_shadow_1"/>
          <p:cNvSpPr/>
          <p:nvPr/>
        </p:nvSpPr>
        <p:spPr>
          <a:xfrm>
            <a:off x="7170419" y="537209"/>
            <a:ext cx="1577339" cy="1386839"/>
          </a:xfrm>
          <a:prstGeom prst="roundRect">
            <a:avLst>
              <a:gd name="adj" fmla="val 1978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down_3_shadow_1" descr="Editable shape; source id down_3_shadow_1"/>
          <p:cNvSpPr/>
          <p:nvPr/>
        </p:nvSpPr>
        <p:spPr>
          <a:xfrm>
            <a:off x="8808719" y="342899"/>
            <a:ext cx="601979" cy="1767839"/>
          </a:xfrm>
          <a:prstGeom prst="roundRect">
            <a:avLst>
              <a:gd name="adj" fmla="val 2405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stage_4_block_shadow_1" descr="Editable shape; source id stage_4_block_shadow_1"/>
          <p:cNvSpPr/>
          <p:nvPr/>
        </p:nvSpPr>
        <p:spPr>
          <a:xfrm>
            <a:off x="9707879" y="537209"/>
            <a:ext cx="1577339" cy="1386839"/>
          </a:xfrm>
          <a:prstGeom prst="roundRect">
            <a:avLst>
              <a:gd name="adj" fmla="val 1978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head_shadow_1" descr="Editable shape; source id head_shadow_1"/>
          <p:cNvSpPr/>
          <p:nvPr/>
        </p:nvSpPr>
        <p:spPr>
          <a:xfrm>
            <a:off x="11475719" y="777239"/>
            <a:ext cx="601979" cy="899159"/>
          </a:xfrm>
          <a:prstGeom prst="roundRect">
            <a:avLst>
              <a:gd name="adj" fmla="val 2405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block_ln_1_shadow_1" descr="Editable shape; source id block_ln_1_shadow_1"/>
          <p:cNvSpPr/>
          <p:nvPr/>
        </p:nvSpPr>
        <p:spPr>
          <a:xfrm>
            <a:off x="1893569" y="3398519"/>
            <a:ext cx="594359" cy="758189"/>
          </a:xfrm>
          <a:prstGeom prst="roundRect">
            <a:avLst>
              <a:gd name="adj" fmla="val 24358"/>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block_ssm_shadow_1" descr="Editable shape; source id block_ssm_shadow_1"/>
          <p:cNvSpPr/>
          <p:nvPr/>
        </p:nvSpPr>
        <p:spPr>
          <a:xfrm>
            <a:off x="2564129" y="2926079"/>
            <a:ext cx="701039" cy="1725929"/>
          </a:xfrm>
          <a:prstGeom prst="roundRect">
            <a:avLst>
              <a:gd name="adj" fmla="val 21739"/>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block_ln_2_shadow_1" descr="Editable shape; source id block_ln_2_shadow_1"/>
          <p:cNvSpPr/>
          <p:nvPr/>
        </p:nvSpPr>
        <p:spPr>
          <a:xfrm>
            <a:off x="3844289" y="3398519"/>
            <a:ext cx="594359" cy="758189"/>
          </a:xfrm>
          <a:prstGeom prst="roundRect">
            <a:avLst>
              <a:gd name="adj" fmla="val 24358"/>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block_ffn_shadow_1" descr="Editable shape; source id block_ffn_shadow_1"/>
          <p:cNvSpPr/>
          <p:nvPr/>
        </p:nvSpPr>
        <p:spPr>
          <a:xfrm>
            <a:off x="4537709" y="3166109"/>
            <a:ext cx="693419" cy="1215389"/>
          </a:xfrm>
          <a:prstGeom prst="roundRect">
            <a:avLst>
              <a:gd name="adj" fmla="val 21978"/>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ssm_linear_top_shadow_1" descr="Editable shape; source id ssm_linear_top_shadow_1"/>
          <p:cNvSpPr/>
          <p:nvPr/>
        </p:nvSpPr>
        <p:spPr>
          <a:xfrm>
            <a:off x="6877049" y="2777489"/>
            <a:ext cx="533399" cy="922019"/>
          </a:xfrm>
          <a:prstGeom prst="roundRect">
            <a:avLst>
              <a:gd name="adj" fmla="val 22857"/>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ssm_linear_bottom_shadow_1" descr="Editable shape; source id ssm_linear_bottom_shadow_1"/>
          <p:cNvSpPr/>
          <p:nvPr/>
        </p:nvSpPr>
        <p:spPr>
          <a:xfrm>
            <a:off x="6877049" y="3703319"/>
            <a:ext cx="533399" cy="929639"/>
          </a:xfrm>
          <a:prstGeom prst="roundRect">
            <a:avLst>
              <a:gd name="adj" fmla="val 22857"/>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ssm_conv_shadow_1" descr="Editable shape; source id ssm_conv_shadow_1"/>
          <p:cNvSpPr/>
          <p:nvPr/>
        </p:nvSpPr>
        <p:spPr>
          <a:xfrm>
            <a:off x="7532369" y="2823209"/>
            <a:ext cx="445769" cy="830579"/>
          </a:xfrm>
          <a:prstGeom prst="roundRect">
            <a:avLst>
              <a:gd name="adj" fmla="val 27350"/>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ssm_sasf_shadow_1" descr="Editable shape; source id ssm_sasf_shadow_1"/>
          <p:cNvSpPr/>
          <p:nvPr/>
        </p:nvSpPr>
        <p:spPr>
          <a:xfrm>
            <a:off x="8492489" y="2777489"/>
            <a:ext cx="533399" cy="922019"/>
          </a:xfrm>
          <a:prstGeom prst="roundRect">
            <a:avLst>
              <a:gd name="adj" fmla="val 22857"/>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ssm_ln_shadow_1" descr="Editable shape; source id ssm_ln_shadow_1"/>
          <p:cNvSpPr/>
          <p:nvPr/>
        </p:nvSpPr>
        <p:spPr>
          <a:xfrm>
            <a:off x="9132569" y="2865119"/>
            <a:ext cx="533399" cy="746759"/>
          </a:xfrm>
          <a:prstGeom prst="roundRect">
            <a:avLst>
              <a:gd name="adj" fmla="val 22857"/>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ssm_linear_out_shadow_1" descr="Editable shape; source id ssm_linear_out_shadow_1"/>
          <p:cNvSpPr/>
          <p:nvPr/>
        </p:nvSpPr>
        <p:spPr>
          <a:xfrm>
            <a:off x="10328909" y="2781299"/>
            <a:ext cx="533399" cy="929639"/>
          </a:xfrm>
          <a:prstGeom prst="roundRect">
            <a:avLst>
              <a:gd name="adj" fmla="val 22857"/>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sigma_1_shadow_1" descr="Editable shape; source id sigma_1_shadow_1"/>
          <p:cNvSpPr/>
          <p:nvPr/>
        </p:nvSpPr>
        <p:spPr>
          <a:xfrm>
            <a:off x="8008619" y="3021329"/>
            <a:ext cx="396239" cy="396239"/>
          </a:xfrm>
          <a:prstGeom prst="ellipse">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sigma_2_shadow_1" descr="Editable shape; source id sigma_2_shadow_1"/>
          <p:cNvSpPr/>
          <p:nvPr/>
        </p:nvSpPr>
        <p:spPr>
          <a:xfrm>
            <a:off x="8008619" y="3950969"/>
            <a:ext cx="396239" cy="396239"/>
          </a:xfrm>
          <a:prstGeom prst="ellipse">
            <a:avLst/>
          </a:prstGeom>
          <a:solidFill>
            <a:srgbClr val="F5F5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stem_shadow_2" descr="Editable shape; source id stem_shadow_2"/>
          <p:cNvSpPr/>
          <p:nvPr/>
        </p:nvSpPr>
        <p:spPr>
          <a:xfrm>
            <a:off x="1363979" y="784859"/>
            <a:ext cx="579119" cy="883919"/>
          </a:xfrm>
          <a:prstGeom prst="roundRect">
            <a:avLst>
              <a:gd name="adj" fmla="val 2368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stage_1_block_shadow_2" descr="Editable shape; source id stage_1_block_shadow_2"/>
          <p:cNvSpPr/>
          <p:nvPr/>
        </p:nvSpPr>
        <p:spPr>
          <a:xfrm>
            <a:off x="2103119" y="544829"/>
            <a:ext cx="1562099" cy="1371599"/>
          </a:xfrm>
          <a:prstGeom prst="roundRect">
            <a:avLst>
              <a:gd name="adj" fmla="val 1944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down_1_shadow_2" descr="Editable shape; source id down_1_shadow_2"/>
          <p:cNvSpPr/>
          <p:nvPr/>
        </p:nvSpPr>
        <p:spPr>
          <a:xfrm>
            <a:off x="3741419" y="350519"/>
            <a:ext cx="586739" cy="1752599"/>
          </a:xfrm>
          <a:prstGeom prst="roundRect">
            <a:avLst>
              <a:gd name="adj" fmla="val 23376"/>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stage_2_block_shadow_2" descr="Editable shape; source id stage_2_block_shadow_2"/>
          <p:cNvSpPr/>
          <p:nvPr/>
        </p:nvSpPr>
        <p:spPr>
          <a:xfrm>
            <a:off x="4640579" y="544829"/>
            <a:ext cx="1562099" cy="1371599"/>
          </a:xfrm>
          <a:prstGeom prst="roundRect">
            <a:avLst>
              <a:gd name="adj" fmla="val 1944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down_2_shadow_2" descr="Editable shape; source id down_2_shadow_2"/>
          <p:cNvSpPr/>
          <p:nvPr/>
        </p:nvSpPr>
        <p:spPr>
          <a:xfrm>
            <a:off x="6278879" y="350519"/>
            <a:ext cx="586739" cy="1752599"/>
          </a:xfrm>
          <a:prstGeom prst="roundRect">
            <a:avLst>
              <a:gd name="adj" fmla="val 23376"/>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stage_3_block_shadow_2" descr="Editable shape; source id stage_3_block_shadow_2"/>
          <p:cNvSpPr/>
          <p:nvPr/>
        </p:nvSpPr>
        <p:spPr>
          <a:xfrm>
            <a:off x="7178039" y="544829"/>
            <a:ext cx="1562099" cy="1371599"/>
          </a:xfrm>
          <a:prstGeom prst="roundRect">
            <a:avLst>
              <a:gd name="adj" fmla="val 1944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down_3_shadow_2" descr="Editable shape; source id down_3_shadow_2"/>
          <p:cNvSpPr/>
          <p:nvPr/>
        </p:nvSpPr>
        <p:spPr>
          <a:xfrm>
            <a:off x="8816339" y="350519"/>
            <a:ext cx="586739" cy="1752599"/>
          </a:xfrm>
          <a:prstGeom prst="roundRect">
            <a:avLst>
              <a:gd name="adj" fmla="val 23376"/>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stage_4_block_shadow_2" descr="Editable shape; source id stage_4_block_shadow_2"/>
          <p:cNvSpPr/>
          <p:nvPr/>
        </p:nvSpPr>
        <p:spPr>
          <a:xfrm>
            <a:off x="9715499" y="544829"/>
            <a:ext cx="1562099" cy="1371599"/>
          </a:xfrm>
          <a:prstGeom prst="roundRect">
            <a:avLst>
              <a:gd name="adj" fmla="val 1944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head_shadow_2" descr="Editable shape; source id head_shadow_2"/>
          <p:cNvSpPr/>
          <p:nvPr/>
        </p:nvSpPr>
        <p:spPr>
          <a:xfrm>
            <a:off x="11483339" y="784859"/>
            <a:ext cx="586739" cy="883919"/>
          </a:xfrm>
          <a:prstGeom prst="roundRect">
            <a:avLst>
              <a:gd name="adj" fmla="val 23376"/>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block_ln_1_shadow_2" descr="Editable shape; source id block_ln_1_shadow_2"/>
          <p:cNvSpPr/>
          <p:nvPr/>
        </p:nvSpPr>
        <p:spPr>
          <a:xfrm>
            <a:off x="1901189" y="3406139"/>
            <a:ext cx="579119" cy="742949"/>
          </a:xfrm>
          <a:prstGeom prst="roundRect">
            <a:avLst>
              <a:gd name="adj" fmla="val 2368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block_ssm_shadow_2" descr="Editable shape; source id block_ssm_shadow_2"/>
          <p:cNvSpPr/>
          <p:nvPr/>
        </p:nvSpPr>
        <p:spPr>
          <a:xfrm>
            <a:off x="2571749" y="2933699"/>
            <a:ext cx="685799" cy="1710689"/>
          </a:xfrm>
          <a:prstGeom prst="roundRect">
            <a:avLst>
              <a:gd name="adj" fmla="val 21111"/>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block_ln_2_shadow_2" descr="Editable shape; source id block_ln_2_shadow_2"/>
          <p:cNvSpPr/>
          <p:nvPr/>
        </p:nvSpPr>
        <p:spPr>
          <a:xfrm>
            <a:off x="3851909" y="3406139"/>
            <a:ext cx="579119" cy="742949"/>
          </a:xfrm>
          <a:prstGeom prst="roundRect">
            <a:avLst>
              <a:gd name="adj" fmla="val 23684"/>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block_ffn_shadow_2" descr="Editable shape; source id block_ffn_shadow_2"/>
          <p:cNvSpPr/>
          <p:nvPr/>
        </p:nvSpPr>
        <p:spPr>
          <a:xfrm>
            <a:off x="4545329" y="3173729"/>
            <a:ext cx="678179" cy="1200149"/>
          </a:xfrm>
          <a:prstGeom prst="roundRect">
            <a:avLst>
              <a:gd name="adj" fmla="val 2134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ssm_linear_top_shadow_2" descr="Editable shape; source id ssm_linear_top_shadow_2"/>
          <p:cNvSpPr/>
          <p:nvPr/>
        </p:nvSpPr>
        <p:spPr>
          <a:xfrm>
            <a:off x="6884669" y="2785109"/>
            <a:ext cx="518159" cy="906779"/>
          </a:xfrm>
          <a:prstGeom prst="roundRect">
            <a:avLst>
              <a:gd name="adj" fmla="val 2205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ssm_linear_bottom_shadow_2" descr="Editable shape; source id ssm_linear_bottom_shadow_2"/>
          <p:cNvSpPr/>
          <p:nvPr/>
        </p:nvSpPr>
        <p:spPr>
          <a:xfrm>
            <a:off x="6884669" y="3710939"/>
            <a:ext cx="518159" cy="914399"/>
          </a:xfrm>
          <a:prstGeom prst="roundRect">
            <a:avLst>
              <a:gd name="adj" fmla="val 2205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ssm_conv_shadow_2" descr="Editable shape; source id ssm_conv_shadow_2"/>
          <p:cNvSpPr/>
          <p:nvPr/>
        </p:nvSpPr>
        <p:spPr>
          <a:xfrm>
            <a:off x="7539989" y="2830829"/>
            <a:ext cx="430529" cy="815339"/>
          </a:xfrm>
          <a:prstGeom prst="roundRect">
            <a:avLst>
              <a:gd name="adj" fmla="val 2654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ssm_sasf_shadow_2" descr="Editable shape; source id ssm_sasf_shadow_2"/>
          <p:cNvSpPr/>
          <p:nvPr/>
        </p:nvSpPr>
        <p:spPr>
          <a:xfrm>
            <a:off x="8500109" y="2785109"/>
            <a:ext cx="518159" cy="906779"/>
          </a:xfrm>
          <a:prstGeom prst="roundRect">
            <a:avLst>
              <a:gd name="adj" fmla="val 2205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ssm_ln_shadow_2" descr="Editable shape; source id ssm_ln_shadow_2"/>
          <p:cNvSpPr/>
          <p:nvPr/>
        </p:nvSpPr>
        <p:spPr>
          <a:xfrm>
            <a:off x="9140189" y="2872739"/>
            <a:ext cx="518159" cy="731519"/>
          </a:xfrm>
          <a:prstGeom prst="roundRect">
            <a:avLst>
              <a:gd name="adj" fmla="val 2205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ssm_linear_out_shadow_2" descr="Editable shape; source id ssm_linear_out_shadow_2"/>
          <p:cNvSpPr/>
          <p:nvPr/>
        </p:nvSpPr>
        <p:spPr>
          <a:xfrm>
            <a:off x="10336529" y="2788919"/>
            <a:ext cx="518159" cy="914399"/>
          </a:xfrm>
          <a:prstGeom prst="roundRect">
            <a:avLst>
              <a:gd name="adj" fmla="val 22058"/>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sigma_1_shadow_2" descr="Editable shape; source id sigma_1_shadow_2"/>
          <p:cNvSpPr/>
          <p:nvPr/>
        </p:nvSpPr>
        <p:spPr>
          <a:xfrm>
            <a:off x="8016239" y="3028949"/>
            <a:ext cx="380999" cy="380999"/>
          </a:xfrm>
          <a:prstGeom prst="ellipse">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sigma_2_shadow_2" descr="Editable shape; source id sigma_2_shadow_2"/>
          <p:cNvSpPr/>
          <p:nvPr/>
        </p:nvSpPr>
        <p:spPr>
          <a:xfrm>
            <a:off x="8016239" y="3958589"/>
            <a:ext cx="380999" cy="380999"/>
          </a:xfrm>
          <a:prstGeom prst="ellipse">
            <a:avLst/>
          </a:prstGeom>
          <a:solidFill>
            <a:srgbClr val="ECE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stem_shadow_3" descr="Editable shape; source id stem_shadow_3"/>
          <p:cNvSpPr/>
          <p:nvPr/>
        </p:nvSpPr>
        <p:spPr>
          <a:xfrm>
            <a:off x="1379219" y="800099"/>
            <a:ext cx="548639" cy="853439"/>
          </a:xfrm>
          <a:prstGeom prst="roundRect">
            <a:avLst>
              <a:gd name="adj" fmla="val 2222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stage_1_block_shadow_3" descr="Editable shape; source id stage_1_block_shadow_3"/>
          <p:cNvSpPr/>
          <p:nvPr/>
        </p:nvSpPr>
        <p:spPr>
          <a:xfrm>
            <a:off x="2118359" y="560069"/>
            <a:ext cx="1531619" cy="1341119"/>
          </a:xfrm>
          <a:prstGeom prst="roundRect">
            <a:avLst>
              <a:gd name="adj" fmla="val 18750"/>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down_1_shadow_3" descr="Editable shape; source id down_1_shadow_3"/>
          <p:cNvSpPr/>
          <p:nvPr/>
        </p:nvSpPr>
        <p:spPr>
          <a:xfrm>
            <a:off x="3756659" y="365759"/>
            <a:ext cx="556259" cy="1722119"/>
          </a:xfrm>
          <a:prstGeom prst="roundRect">
            <a:avLst>
              <a:gd name="adj" fmla="val 21917"/>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stage_2_block_shadow_3" descr="Editable shape; source id stage_2_block_shadow_3"/>
          <p:cNvSpPr/>
          <p:nvPr/>
        </p:nvSpPr>
        <p:spPr>
          <a:xfrm>
            <a:off x="4655819" y="560069"/>
            <a:ext cx="1531619" cy="1341119"/>
          </a:xfrm>
          <a:prstGeom prst="roundRect">
            <a:avLst>
              <a:gd name="adj" fmla="val 18750"/>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down_2_shadow_3" descr="Editable shape; source id down_2_shadow_3"/>
          <p:cNvSpPr/>
          <p:nvPr/>
        </p:nvSpPr>
        <p:spPr>
          <a:xfrm>
            <a:off x="6294119" y="365759"/>
            <a:ext cx="556259" cy="1722119"/>
          </a:xfrm>
          <a:prstGeom prst="roundRect">
            <a:avLst>
              <a:gd name="adj" fmla="val 21917"/>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stage_3_block_shadow_3" descr="Editable shape; source id stage_3_block_shadow_3"/>
          <p:cNvSpPr/>
          <p:nvPr/>
        </p:nvSpPr>
        <p:spPr>
          <a:xfrm>
            <a:off x="7193279" y="560069"/>
            <a:ext cx="1531619" cy="1341119"/>
          </a:xfrm>
          <a:prstGeom prst="roundRect">
            <a:avLst>
              <a:gd name="adj" fmla="val 18750"/>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down_3_shadow_3" descr="Editable shape; source id down_3_shadow_3"/>
          <p:cNvSpPr/>
          <p:nvPr/>
        </p:nvSpPr>
        <p:spPr>
          <a:xfrm>
            <a:off x="8831579" y="365759"/>
            <a:ext cx="556259" cy="1722119"/>
          </a:xfrm>
          <a:prstGeom prst="roundRect">
            <a:avLst>
              <a:gd name="adj" fmla="val 21917"/>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stage_4_block_shadow_3" descr="Editable shape; source id stage_4_block_shadow_3"/>
          <p:cNvSpPr/>
          <p:nvPr/>
        </p:nvSpPr>
        <p:spPr>
          <a:xfrm>
            <a:off x="9730739" y="560069"/>
            <a:ext cx="1531619" cy="1341119"/>
          </a:xfrm>
          <a:prstGeom prst="roundRect">
            <a:avLst>
              <a:gd name="adj" fmla="val 18750"/>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head_shadow_3" descr="Editable shape; source id head_shadow_3"/>
          <p:cNvSpPr/>
          <p:nvPr/>
        </p:nvSpPr>
        <p:spPr>
          <a:xfrm>
            <a:off x="11498579" y="800099"/>
            <a:ext cx="556259" cy="853439"/>
          </a:xfrm>
          <a:prstGeom prst="roundRect">
            <a:avLst>
              <a:gd name="adj" fmla="val 21917"/>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block_ln_1_shadow_3" descr="Editable shape; source id block_ln_1_shadow_3"/>
          <p:cNvSpPr/>
          <p:nvPr/>
        </p:nvSpPr>
        <p:spPr>
          <a:xfrm>
            <a:off x="1916429" y="3421379"/>
            <a:ext cx="548639" cy="712469"/>
          </a:xfrm>
          <a:prstGeom prst="roundRect">
            <a:avLst>
              <a:gd name="adj" fmla="val 2222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block_ssm_shadow_3" descr="Editable shape; source id block_ssm_shadow_3"/>
          <p:cNvSpPr/>
          <p:nvPr/>
        </p:nvSpPr>
        <p:spPr>
          <a:xfrm>
            <a:off x="2586989" y="2948939"/>
            <a:ext cx="655319" cy="1680209"/>
          </a:xfrm>
          <a:prstGeom prst="roundRect">
            <a:avLst>
              <a:gd name="adj" fmla="val 19767"/>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block_ln_2_shadow_3" descr="Editable shape; source id block_ln_2_shadow_3"/>
          <p:cNvSpPr/>
          <p:nvPr/>
        </p:nvSpPr>
        <p:spPr>
          <a:xfrm>
            <a:off x="3867149" y="3421379"/>
            <a:ext cx="548639" cy="712469"/>
          </a:xfrm>
          <a:prstGeom prst="roundRect">
            <a:avLst>
              <a:gd name="adj" fmla="val 2222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block_ffn_shadow_3" descr="Editable shape; source id block_ffn_shadow_3"/>
          <p:cNvSpPr/>
          <p:nvPr/>
        </p:nvSpPr>
        <p:spPr>
          <a:xfrm>
            <a:off x="4560569" y="3188969"/>
            <a:ext cx="647699" cy="1169669"/>
          </a:xfrm>
          <a:prstGeom prst="roundRect">
            <a:avLst>
              <a:gd name="adj" fmla="val 20000"/>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ssm_linear_top_shadow_3" descr="Editable shape; source id ssm_linear_top_shadow_3"/>
          <p:cNvSpPr/>
          <p:nvPr/>
        </p:nvSpPr>
        <p:spPr>
          <a:xfrm>
            <a:off x="6899909" y="2800349"/>
            <a:ext cx="487679" cy="876299"/>
          </a:xfrm>
          <a:prstGeom prst="roundRect">
            <a:avLst>
              <a:gd name="adj" fmla="val 2031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ssm_linear_bottom_shadow_3" descr="Editable shape; source id ssm_linear_bottom_shadow_3"/>
          <p:cNvSpPr/>
          <p:nvPr/>
        </p:nvSpPr>
        <p:spPr>
          <a:xfrm>
            <a:off x="6899909" y="3726179"/>
            <a:ext cx="487679" cy="883919"/>
          </a:xfrm>
          <a:prstGeom prst="roundRect">
            <a:avLst>
              <a:gd name="adj" fmla="val 2031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ssm_conv_shadow_3" descr="Editable shape; source id ssm_conv_shadow_3"/>
          <p:cNvSpPr/>
          <p:nvPr/>
        </p:nvSpPr>
        <p:spPr>
          <a:xfrm>
            <a:off x="7555229" y="2846069"/>
            <a:ext cx="400049" cy="784859"/>
          </a:xfrm>
          <a:prstGeom prst="roundRect">
            <a:avLst>
              <a:gd name="adj" fmla="val 24761"/>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ssm_sasf_shadow_3" descr="Editable shape; source id ssm_sasf_shadow_3"/>
          <p:cNvSpPr/>
          <p:nvPr/>
        </p:nvSpPr>
        <p:spPr>
          <a:xfrm>
            <a:off x="8515349" y="2800349"/>
            <a:ext cx="487679" cy="876299"/>
          </a:xfrm>
          <a:prstGeom prst="roundRect">
            <a:avLst>
              <a:gd name="adj" fmla="val 2031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ssm_ln_shadow_3" descr="Editable shape; source id ssm_ln_shadow_3"/>
          <p:cNvSpPr/>
          <p:nvPr/>
        </p:nvSpPr>
        <p:spPr>
          <a:xfrm>
            <a:off x="9155429" y="2887979"/>
            <a:ext cx="487679" cy="701039"/>
          </a:xfrm>
          <a:prstGeom prst="roundRect">
            <a:avLst>
              <a:gd name="adj" fmla="val 2031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ssm_linear_out_shadow_3" descr="Editable shape; source id ssm_linear_out_shadow_3"/>
          <p:cNvSpPr/>
          <p:nvPr/>
        </p:nvSpPr>
        <p:spPr>
          <a:xfrm>
            <a:off x="10351769" y="2804159"/>
            <a:ext cx="487679" cy="883919"/>
          </a:xfrm>
          <a:prstGeom prst="roundRect">
            <a:avLst>
              <a:gd name="adj" fmla="val 20312"/>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sigma_1_shadow_3" descr="Editable shape; source id sigma_1_shadow_3"/>
          <p:cNvSpPr/>
          <p:nvPr/>
        </p:nvSpPr>
        <p:spPr>
          <a:xfrm>
            <a:off x="8031479" y="3044189"/>
            <a:ext cx="350519" cy="350519"/>
          </a:xfrm>
          <a:prstGeom prst="ellipse">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sigma_2_shadow_3" descr="Editable shape; source id sigma_2_shadow_3"/>
          <p:cNvSpPr/>
          <p:nvPr/>
        </p:nvSpPr>
        <p:spPr>
          <a:xfrm>
            <a:off x="8031479" y="3973829"/>
            <a:ext cx="350519" cy="350519"/>
          </a:xfrm>
          <a:prstGeom prst="ellipse">
            <a:avLst/>
          </a:prstGeom>
          <a:solidFill>
            <a:srgbClr val="DDDDD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stem_shadow_4" descr="Editable shape; source id stem_shadow_4"/>
          <p:cNvSpPr/>
          <p:nvPr/>
        </p:nvSpPr>
        <p:spPr>
          <a:xfrm>
            <a:off x="1394459" y="815339"/>
            <a:ext cx="518159" cy="822959"/>
          </a:xfrm>
          <a:prstGeom prst="roundRect">
            <a:avLst>
              <a:gd name="adj" fmla="val 20588"/>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stage_1_block_shadow_4" descr="Editable shape; source id stage_1_block_shadow_4"/>
          <p:cNvSpPr/>
          <p:nvPr/>
        </p:nvSpPr>
        <p:spPr>
          <a:xfrm>
            <a:off x="2133599" y="575309"/>
            <a:ext cx="1501139" cy="1310639"/>
          </a:xfrm>
          <a:prstGeom prst="roundRect">
            <a:avLst>
              <a:gd name="adj" fmla="val 1802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down_1_shadow_4" descr="Editable shape; source id down_1_shadow_4"/>
          <p:cNvSpPr/>
          <p:nvPr/>
        </p:nvSpPr>
        <p:spPr>
          <a:xfrm>
            <a:off x="3771899" y="380999"/>
            <a:ext cx="525779" cy="1691639"/>
          </a:xfrm>
          <a:prstGeom prst="roundRect">
            <a:avLst>
              <a:gd name="adj" fmla="val 20289"/>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stage_2_block_shadow_4" descr="Editable shape; source id stage_2_block_shadow_4"/>
          <p:cNvSpPr/>
          <p:nvPr/>
        </p:nvSpPr>
        <p:spPr>
          <a:xfrm>
            <a:off x="4671059" y="575309"/>
            <a:ext cx="1501139" cy="1310639"/>
          </a:xfrm>
          <a:prstGeom prst="roundRect">
            <a:avLst>
              <a:gd name="adj" fmla="val 1802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down_2_shadow_4" descr="Editable shape; source id down_2_shadow_4"/>
          <p:cNvSpPr/>
          <p:nvPr/>
        </p:nvSpPr>
        <p:spPr>
          <a:xfrm>
            <a:off x="6309359" y="380999"/>
            <a:ext cx="525779" cy="1691639"/>
          </a:xfrm>
          <a:prstGeom prst="roundRect">
            <a:avLst>
              <a:gd name="adj" fmla="val 20289"/>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stage_3_block_shadow_4" descr="Editable shape; source id stage_3_block_shadow_4"/>
          <p:cNvSpPr/>
          <p:nvPr/>
        </p:nvSpPr>
        <p:spPr>
          <a:xfrm>
            <a:off x="7208519" y="575309"/>
            <a:ext cx="1501139" cy="1310639"/>
          </a:xfrm>
          <a:prstGeom prst="roundRect">
            <a:avLst>
              <a:gd name="adj" fmla="val 1802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down_3_shadow_4" descr="Editable shape; source id down_3_shadow_4"/>
          <p:cNvSpPr/>
          <p:nvPr/>
        </p:nvSpPr>
        <p:spPr>
          <a:xfrm>
            <a:off x="8846819" y="380999"/>
            <a:ext cx="525779" cy="1691639"/>
          </a:xfrm>
          <a:prstGeom prst="roundRect">
            <a:avLst>
              <a:gd name="adj" fmla="val 20289"/>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stage_4_block_shadow_4" descr="Editable shape; source id stage_4_block_shadow_4"/>
          <p:cNvSpPr/>
          <p:nvPr/>
        </p:nvSpPr>
        <p:spPr>
          <a:xfrm>
            <a:off x="9745979" y="575309"/>
            <a:ext cx="1501139" cy="1310639"/>
          </a:xfrm>
          <a:prstGeom prst="roundRect">
            <a:avLst>
              <a:gd name="adj" fmla="val 1802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head_shadow_4" descr="Editable shape; source id head_shadow_4"/>
          <p:cNvSpPr/>
          <p:nvPr/>
        </p:nvSpPr>
        <p:spPr>
          <a:xfrm>
            <a:off x="11513819" y="815339"/>
            <a:ext cx="525779" cy="822959"/>
          </a:xfrm>
          <a:prstGeom prst="roundRect">
            <a:avLst>
              <a:gd name="adj" fmla="val 20289"/>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block_ln_1_shadow_4" descr="Editable shape; source id block_ln_1_shadow_4"/>
          <p:cNvSpPr/>
          <p:nvPr/>
        </p:nvSpPr>
        <p:spPr>
          <a:xfrm>
            <a:off x="1931669" y="3436619"/>
            <a:ext cx="518159" cy="681989"/>
          </a:xfrm>
          <a:prstGeom prst="roundRect">
            <a:avLst>
              <a:gd name="adj" fmla="val 20588"/>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block_ssm_shadow_4" descr="Editable shape; source id block_ssm_shadow_4"/>
          <p:cNvSpPr/>
          <p:nvPr/>
        </p:nvSpPr>
        <p:spPr>
          <a:xfrm>
            <a:off x="2602229" y="2964179"/>
            <a:ext cx="624839" cy="1649729"/>
          </a:xfrm>
          <a:prstGeom prst="roundRect">
            <a:avLst>
              <a:gd name="adj" fmla="val 18292"/>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block_ln_2_shadow_4" descr="Editable shape; source id block_ln_2_shadow_4"/>
          <p:cNvSpPr/>
          <p:nvPr/>
        </p:nvSpPr>
        <p:spPr>
          <a:xfrm>
            <a:off x="3882389" y="3436619"/>
            <a:ext cx="518159" cy="681989"/>
          </a:xfrm>
          <a:prstGeom prst="roundRect">
            <a:avLst>
              <a:gd name="adj" fmla="val 20588"/>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block_ffn_shadow_4" descr="Editable shape; source id block_ffn_shadow_4"/>
          <p:cNvSpPr/>
          <p:nvPr/>
        </p:nvSpPr>
        <p:spPr>
          <a:xfrm>
            <a:off x="4575809" y="3204209"/>
            <a:ext cx="617219" cy="1139189"/>
          </a:xfrm>
          <a:prstGeom prst="roundRect">
            <a:avLst>
              <a:gd name="adj" fmla="val 18518"/>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ssm_linear_top_shadow_4" descr="Editable shape; source id ssm_linear_top_shadow_4"/>
          <p:cNvSpPr/>
          <p:nvPr/>
        </p:nvSpPr>
        <p:spPr>
          <a:xfrm>
            <a:off x="6915149" y="2815589"/>
            <a:ext cx="457199" cy="845819"/>
          </a:xfrm>
          <a:prstGeom prst="roundRect">
            <a:avLst>
              <a:gd name="adj" fmla="val 1833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ssm_linear_bottom_shadow_4" descr="Editable shape; source id ssm_linear_bottom_shadow_4"/>
          <p:cNvSpPr/>
          <p:nvPr/>
        </p:nvSpPr>
        <p:spPr>
          <a:xfrm>
            <a:off x="6915149" y="3741419"/>
            <a:ext cx="457199" cy="853439"/>
          </a:xfrm>
          <a:prstGeom prst="roundRect">
            <a:avLst>
              <a:gd name="adj" fmla="val 1833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ssm_conv_shadow_4" descr="Editable shape; source id ssm_conv_shadow_4"/>
          <p:cNvSpPr/>
          <p:nvPr/>
        </p:nvSpPr>
        <p:spPr>
          <a:xfrm>
            <a:off x="7570469" y="2861309"/>
            <a:ext cx="369569" cy="754379"/>
          </a:xfrm>
          <a:prstGeom prst="roundRect">
            <a:avLst>
              <a:gd name="adj" fmla="val 22680"/>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ssm_sasf_shadow_4" descr="Editable shape; source id ssm_sasf_shadow_4"/>
          <p:cNvSpPr/>
          <p:nvPr/>
        </p:nvSpPr>
        <p:spPr>
          <a:xfrm>
            <a:off x="8530589" y="2815589"/>
            <a:ext cx="457199" cy="845819"/>
          </a:xfrm>
          <a:prstGeom prst="roundRect">
            <a:avLst>
              <a:gd name="adj" fmla="val 1833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ssm_ln_shadow_4" descr="Editable shape; source id ssm_ln_shadow_4"/>
          <p:cNvSpPr/>
          <p:nvPr/>
        </p:nvSpPr>
        <p:spPr>
          <a:xfrm>
            <a:off x="9170669" y="2903219"/>
            <a:ext cx="457199" cy="670559"/>
          </a:xfrm>
          <a:prstGeom prst="roundRect">
            <a:avLst>
              <a:gd name="adj" fmla="val 1833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ssm_linear_out_shadow_4" descr="Editable shape; source id ssm_linear_out_shadow_4"/>
          <p:cNvSpPr/>
          <p:nvPr/>
        </p:nvSpPr>
        <p:spPr>
          <a:xfrm>
            <a:off x="10367009" y="2819399"/>
            <a:ext cx="457199" cy="853439"/>
          </a:xfrm>
          <a:prstGeom prst="roundRect">
            <a:avLst>
              <a:gd name="adj" fmla="val 18333"/>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sigma_1_shadow_4" descr="Editable shape; source id sigma_1_shadow_4"/>
          <p:cNvSpPr/>
          <p:nvPr/>
        </p:nvSpPr>
        <p:spPr>
          <a:xfrm>
            <a:off x="8046719" y="3059429"/>
            <a:ext cx="320039" cy="320039"/>
          </a:xfrm>
          <a:prstGeom prst="ellipse">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sigma_2_shadow_4" descr="Editable shape; source id sigma_2_shadow_4"/>
          <p:cNvSpPr/>
          <p:nvPr/>
        </p:nvSpPr>
        <p:spPr>
          <a:xfrm>
            <a:off x="8046719" y="3989069"/>
            <a:ext cx="320039" cy="320039"/>
          </a:xfrm>
          <a:prstGeom prst="ellipse">
            <a:avLst/>
          </a:prstGeom>
          <a:solidFill>
            <a:srgbClr val="C8C8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top_arrow_1" descr="Editable line; source id top_arrow_1"/>
          <p:cNvSpPr/>
          <p:nvPr/>
        </p:nvSpPr>
        <p:spPr>
          <a:xfrm>
            <a:off x="1234440" y="1181100"/>
            <a:ext cx="175260" cy="99060"/>
          </a:xfrm>
          <a:custGeom>
            <a:avLst/>
            <a:gdLst/>
            <a:ahLst/>
            <a:cxnLst/>
            <a:rect l="l" t="t" r="r" b="b"/>
            <a:pathLst>
              <a:path w="23000" h="13000">
                <a:moveTo>
                  <a:pt x="0" y="4900"/>
                </a:moveTo>
                <a:lnTo>
                  <a:pt x="11000" y="4900"/>
                </a:lnTo>
                <a:lnTo>
                  <a:pt x="11000" y="0"/>
                </a:lnTo>
                <a:lnTo>
                  <a:pt x="23000" y="6500"/>
                </a:lnTo>
                <a:lnTo>
                  <a:pt x="11000" y="13000"/>
                </a:lnTo>
                <a:lnTo>
                  <a:pt x="11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top_arrow_2" descr="Editable line; source id top_arrow_2"/>
          <p:cNvSpPr/>
          <p:nvPr/>
        </p:nvSpPr>
        <p:spPr>
          <a:xfrm>
            <a:off x="1897380" y="1181100"/>
            <a:ext cx="251460" cy="99060"/>
          </a:xfrm>
          <a:custGeom>
            <a:avLst/>
            <a:gdLst/>
            <a:ahLst/>
            <a:cxnLst/>
            <a:rect l="l" t="t" r="r" b="b"/>
            <a:pathLst>
              <a:path w="33000" h="13000">
                <a:moveTo>
                  <a:pt x="0" y="4900"/>
                </a:moveTo>
                <a:lnTo>
                  <a:pt x="21000" y="4900"/>
                </a:lnTo>
                <a:lnTo>
                  <a:pt x="21000" y="0"/>
                </a:lnTo>
                <a:lnTo>
                  <a:pt x="33000" y="6500"/>
                </a:lnTo>
                <a:lnTo>
                  <a:pt x="21000" y="13000"/>
                </a:lnTo>
                <a:lnTo>
                  <a:pt x="21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top_arrow_3" descr="Editable line; source id top_arrow_3"/>
          <p:cNvSpPr/>
          <p:nvPr/>
        </p:nvSpPr>
        <p:spPr>
          <a:xfrm>
            <a:off x="3619500" y="1181100"/>
            <a:ext cx="167640" cy="99060"/>
          </a:xfrm>
          <a:custGeom>
            <a:avLst/>
            <a:gdLst/>
            <a:ahLst/>
            <a:cxnLst/>
            <a:rect l="l" t="t" r="r" b="b"/>
            <a:pathLst>
              <a:path w="22000" h="13000">
                <a:moveTo>
                  <a:pt x="0" y="4900"/>
                </a:moveTo>
                <a:lnTo>
                  <a:pt x="10000" y="4900"/>
                </a:lnTo>
                <a:lnTo>
                  <a:pt x="10000" y="0"/>
                </a:lnTo>
                <a:lnTo>
                  <a:pt x="22000" y="6500"/>
                </a:lnTo>
                <a:lnTo>
                  <a:pt x="10000" y="13000"/>
                </a:lnTo>
                <a:lnTo>
                  <a:pt x="10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top_arrow_4" descr="Editable line; source id top_arrow_4"/>
          <p:cNvSpPr/>
          <p:nvPr/>
        </p:nvSpPr>
        <p:spPr>
          <a:xfrm>
            <a:off x="4282440" y="1181100"/>
            <a:ext cx="403860" cy="99060"/>
          </a:xfrm>
          <a:custGeom>
            <a:avLst/>
            <a:gdLst/>
            <a:ahLst/>
            <a:cxnLst/>
            <a:rect l="l" t="t" r="r" b="b"/>
            <a:pathLst>
              <a:path w="53000" h="13000">
                <a:moveTo>
                  <a:pt x="0" y="4900"/>
                </a:moveTo>
                <a:lnTo>
                  <a:pt x="41000" y="4900"/>
                </a:lnTo>
                <a:lnTo>
                  <a:pt x="41000" y="0"/>
                </a:lnTo>
                <a:lnTo>
                  <a:pt x="53000" y="6500"/>
                </a:lnTo>
                <a:lnTo>
                  <a:pt x="41000" y="13000"/>
                </a:lnTo>
                <a:lnTo>
                  <a:pt x="41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top_arrow_5" descr="Editable line; source id top_arrow_5"/>
          <p:cNvSpPr/>
          <p:nvPr/>
        </p:nvSpPr>
        <p:spPr>
          <a:xfrm>
            <a:off x="6156960" y="1181100"/>
            <a:ext cx="167640" cy="99060"/>
          </a:xfrm>
          <a:custGeom>
            <a:avLst/>
            <a:gdLst/>
            <a:ahLst/>
            <a:cxnLst/>
            <a:rect l="l" t="t" r="r" b="b"/>
            <a:pathLst>
              <a:path w="22000" h="13000">
                <a:moveTo>
                  <a:pt x="0" y="4900"/>
                </a:moveTo>
                <a:lnTo>
                  <a:pt x="10000" y="4900"/>
                </a:lnTo>
                <a:lnTo>
                  <a:pt x="10000" y="0"/>
                </a:lnTo>
                <a:lnTo>
                  <a:pt x="22000" y="6500"/>
                </a:lnTo>
                <a:lnTo>
                  <a:pt x="10000" y="13000"/>
                </a:lnTo>
                <a:lnTo>
                  <a:pt x="10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top_arrow_6" descr="Editable line; source id top_arrow_6"/>
          <p:cNvSpPr/>
          <p:nvPr/>
        </p:nvSpPr>
        <p:spPr>
          <a:xfrm>
            <a:off x="6819900" y="1181100"/>
            <a:ext cx="403860" cy="99060"/>
          </a:xfrm>
          <a:custGeom>
            <a:avLst/>
            <a:gdLst/>
            <a:ahLst/>
            <a:cxnLst/>
            <a:rect l="l" t="t" r="r" b="b"/>
            <a:pathLst>
              <a:path w="53000" h="13000">
                <a:moveTo>
                  <a:pt x="0" y="4900"/>
                </a:moveTo>
                <a:lnTo>
                  <a:pt x="41000" y="4900"/>
                </a:lnTo>
                <a:lnTo>
                  <a:pt x="41000" y="0"/>
                </a:lnTo>
                <a:lnTo>
                  <a:pt x="53000" y="6500"/>
                </a:lnTo>
                <a:lnTo>
                  <a:pt x="41000" y="13000"/>
                </a:lnTo>
                <a:lnTo>
                  <a:pt x="41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top_arrow_7" descr="Editable line; source id top_arrow_7"/>
          <p:cNvSpPr/>
          <p:nvPr/>
        </p:nvSpPr>
        <p:spPr>
          <a:xfrm>
            <a:off x="8694420" y="1181100"/>
            <a:ext cx="167640" cy="99060"/>
          </a:xfrm>
          <a:custGeom>
            <a:avLst/>
            <a:gdLst/>
            <a:ahLst/>
            <a:cxnLst/>
            <a:rect l="l" t="t" r="r" b="b"/>
            <a:pathLst>
              <a:path w="22000" h="13000">
                <a:moveTo>
                  <a:pt x="0" y="4900"/>
                </a:moveTo>
                <a:lnTo>
                  <a:pt x="10000" y="4900"/>
                </a:lnTo>
                <a:lnTo>
                  <a:pt x="10000" y="0"/>
                </a:lnTo>
                <a:lnTo>
                  <a:pt x="22000" y="6500"/>
                </a:lnTo>
                <a:lnTo>
                  <a:pt x="10000" y="13000"/>
                </a:lnTo>
                <a:lnTo>
                  <a:pt x="10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top_arrow_8" descr="Editable line; source id top_arrow_8"/>
          <p:cNvSpPr/>
          <p:nvPr/>
        </p:nvSpPr>
        <p:spPr>
          <a:xfrm>
            <a:off x="9357360" y="1181100"/>
            <a:ext cx="403860" cy="99060"/>
          </a:xfrm>
          <a:custGeom>
            <a:avLst/>
            <a:gdLst/>
            <a:ahLst/>
            <a:cxnLst/>
            <a:rect l="l" t="t" r="r" b="b"/>
            <a:pathLst>
              <a:path w="53000" h="13000">
                <a:moveTo>
                  <a:pt x="0" y="4900"/>
                </a:moveTo>
                <a:lnTo>
                  <a:pt x="41000" y="4900"/>
                </a:lnTo>
                <a:lnTo>
                  <a:pt x="41000" y="0"/>
                </a:lnTo>
                <a:lnTo>
                  <a:pt x="53000" y="6500"/>
                </a:lnTo>
                <a:lnTo>
                  <a:pt x="41000" y="13000"/>
                </a:lnTo>
                <a:lnTo>
                  <a:pt x="41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top_arrow_9" descr="Editable line; source id top_arrow_9"/>
          <p:cNvSpPr/>
          <p:nvPr/>
        </p:nvSpPr>
        <p:spPr>
          <a:xfrm>
            <a:off x="11231880" y="1181100"/>
            <a:ext cx="297180" cy="99060"/>
          </a:xfrm>
          <a:custGeom>
            <a:avLst/>
            <a:gdLst/>
            <a:ahLst/>
            <a:cxnLst/>
            <a:rect l="l" t="t" r="r" b="b"/>
            <a:pathLst>
              <a:path w="39000" h="13000">
                <a:moveTo>
                  <a:pt x="0" y="4900"/>
                </a:moveTo>
                <a:lnTo>
                  <a:pt x="27000" y="4900"/>
                </a:lnTo>
                <a:lnTo>
                  <a:pt x="27000" y="0"/>
                </a:lnTo>
                <a:lnTo>
                  <a:pt x="39000" y="6500"/>
                </a:lnTo>
                <a:lnTo>
                  <a:pt x="27000" y="13000"/>
                </a:lnTo>
                <a:lnTo>
                  <a:pt x="27000" y="8100"/>
                </a:lnTo>
                <a:lnTo>
                  <a:pt x="0" y="8100"/>
                </a:lnTo>
                <a:close/>
              </a:path>
            </a:pathLst>
          </a:custGeom>
          <a:solidFill>
            <a:srgbClr val="1D22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block_wire_00" descr="Editable line; source id block_wire_00"/>
          <p:cNvSpPr/>
          <p:nvPr/>
        </p:nvSpPr>
        <p:spPr>
          <a:xfrm>
            <a:off x="1508760" y="3733800"/>
            <a:ext cx="438150" cy="99060"/>
          </a:xfrm>
          <a:custGeom>
            <a:avLst/>
            <a:gdLst/>
            <a:ahLst/>
            <a:cxnLst/>
            <a:rect l="l" t="t" r="r" b="b"/>
            <a:pathLst>
              <a:path w="57500" h="13000">
                <a:moveTo>
                  <a:pt x="0" y="4900"/>
                </a:moveTo>
                <a:lnTo>
                  <a:pt x="45500" y="4900"/>
                </a:lnTo>
                <a:lnTo>
                  <a:pt x="45500" y="0"/>
                </a:lnTo>
                <a:lnTo>
                  <a:pt x="57500" y="6500"/>
                </a:lnTo>
                <a:lnTo>
                  <a:pt x="45500" y="13000"/>
                </a:lnTo>
                <a:lnTo>
                  <a:pt x="45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block_wire_01" descr="Editable line; source id block_wire_01"/>
          <p:cNvSpPr/>
          <p:nvPr/>
        </p:nvSpPr>
        <p:spPr>
          <a:xfrm>
            <a:off x="2434590" y="3733800"/>
            <a:ext cx="182880" cy="99060"/>
          </a:xfrm>
          <a:custGeom>
            <a:avLst/>
            <a:gdLst/>
            <a:ahLst/>
            <a:cxnLst/>
            <a:rect l="l" t="t" r="r" b="b"/>
            <a:pathLst>
              <a:path w="24000" h="13000">
                <a:moveTo>
                  <a:pt x="0" y="4900"/>
                </a:moveTo>
                <a:lnTo>
                  <a:pt x="12000" y="4900"/>
                </a:lnTo>
                <a:lnTo>
                  <a:pt x="12000" y="0"/>
                </a:lnTo>
                <a:lnTo>
                  <a:pt x="24000" y="6500"/>
                </a:lnTo>
                <a:lnTo>
                  <a:pt x="12000" y="13000"/>
                </a:lnTo>
                <a:lnTo>
                  <a:pt x="120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2" name="block_wire_02" descr="Editable line; source id block_wire_02"/>
          <p:cNvCxnSpPr/>
          <p:nvPr/>
        </p:nvCxnSpPr>
        <p:spPr>
          <a:xfrm>
            <a:off x="3211829" y="3783329"/>
            <a:ext cx="19431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53" name="block_wire_03" descr="Editable line; source id block_wire_03"/>
          <p:cNvSpPr/>
          <p:nvPr/>
        </p:nvSpPr>
        <p:spPr>
          <a:xfrm>
            <a:off x="3672840" y="3733800"/>
            <a:ext cx="224790" cy="99060"/>
          </a:xfrm>
          <a:custGeom>
            <a:avLst/>
            <a:gdLst/>
            <a:ahLst/>
            <a:cxnLst/>
            <a:rect l="l" t="t" r="r" b="b"/>
            <a:pathLst>
              <a:path w="29500" h="13000">
                <a:moveTo>
                  <a:pt x="0" y="4900"/>
                </a:moveTo>
                <a:lnTo>
                  <a:pt x="17500" y="4900"/>
                </a:lnTo>
                <a:lnTo>
                  <a:pt x="17500" y="0"/>
                </a:lnTo>
                <a:lnTo>
                  <a:pt x="29500" y="6500"/>
                </a:lnTo>
                <a:lnTo>
                  <a:pt x="17500" y="13000"/>
                </a:lnTo>
                <a:lnTo>
                  <a:pt x="17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block_wire_04" descr="Editable line; source id block_wire_04"/>
          <p:cNvSpPr/>
          <p:nvPr/>
        </p:nvSpPr>
        <p:spPr>
          <a:xfrm>
            <a:off x="4385310" y="3733800"/>
            <a:ext cx="205740" cy="99060"/>
          </a:xfrm>
          <a:custGeom>
            <a:avLst/>
            <a:gdLst/>
            <a:ahLst/>
            <a:cxnLst/>
            <a:rect l="l" t="t" r="r" b="b"/>
            <a:pathLst>
              <a:path w="27000" h="13000">
                <a:moveTo>
                  <a:pt x="0" y="4900"/>
                </a:moveTo>
                <a:lnTo>
                  <a:pt x="15000" y="4900"/>
                </a:lnTo>
                <a:lnTo>
                  <a:pt x="15000" y="0"/>
                </a:lnTo>
                <a:lnTo>
                  <a:pt x="27000" y="6500"/>
                </a:lnTo>
                <a:lnTo>
                  <a:pt x="15000" y="13000"/>
                </a:lnTo>
                <a:lnTo>
                  <a:pt x="150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5" name="block_wire_05" descr="Editable line; source id block_wire_05"/>
          <p:cNvCxnSpPr/>
          <p:nvPr/>
        </p:nvCxnSpPr>
        <p:spPr>
          <a:xfrm>
            <a:off x="5177789" y="3783329"/>
            <a:ext cx="18669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56" name="block_wire_06" descr="Editable line; source id block_wire_06"/>
          <p:cNvSpPr/>
          <p:nvPr/>
        </p:nvSpPr>
        <p:spPr>
          <a:xfrm>
            <a:off x="5631180" y="3733800"/>
            <a:ext cx="274320" cy="99060"/>
          </a:xfrm>
          <a:custGeom>
            <a:avLst/>
            <a:gdLst/>
            <a:ahLst/>
            <a:cxnLst/>
            <a:rect l="l" t="t" r="r" b="b"/>
            <a:pathLst>
              <a:path w="36000" h="13000">
                <a:moveTo>
                  <a:pt x="0" y="4900"/>
                </a:moveTo>
                <a:lnTo>
                  <a:pt x="24000" y="4900"/>
                </a:lnTo>
                <a:lnTo>
                  <a:pt x="24000" y="0"/>
                </a:lnTo>
                <a:lnTo>
                  <a:pt x="36000" y="6500"/>
                </a:lnTo>
                <a:lnTo>
                  <a:pt x="24000" y="13000"/>
                </a:lnTo>
                <a:lnTo>
                  <a:pt x="240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7" name="block_wire_07" descr="Editable line; source id block_wire_07"/>
          <p:cNvCxnSpPr/>
          <p:nvPr/>
        </p:nvCxnSpPr>
        <p:spPr>
          <a:xfrm flipV="1">
            <a:off x="1744979" y="2887979"/>
            <a:ext cx="0" cy="89535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58" name="block_wire_08" descr="Editable line; source id block_wire_08"/>
          <p:cNvCxnSpPr/>
          <p:nvPr/>
        </p:nvCxnSpPr>
        <p:spPr>
          <a:xfrm flipV="1">
            <a:off x="1744979" y="2880359"/>
            <a:ext cx="1786890" cy="762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59" name="block_wire_09" descr="Editable line; source id block_wire_09"/>
          <p:cNvSpPr/>
          <p:nvPr/>
        </p:nvSpPr>
        <p:spPr>
          <a:xfrm>
            <a:off x="3482340" y="2880360"/>
            <a:ext cx="99060" cy="758190"/>
          </a:xfrm>
          <a:custGeom>
            <a:avLst/>
            <a:gdLst/>
            <a:ahLst/>
            <a:cxnLst/>
            <a:rect l="l" t="t" r="r" b="b"/>
            <a:pathLst>
              <a:path w="13000" h="99500">
                <a:moveTo>
                  <a:pt x="8100" y="0"/>
                </a:moveTo>
                <a:lnTo>
                  <a:pt x="8100" y="87500"/>
                </a:lnTo>
                <a:lnTo>
                  <a:pt x="13000" y="87500"/>
                </a:lnTo>
                <a:lnTo>
                  <a:pt x="6500" y="99500"/>
                </a:lnTo>
                <a:lnTo>
                  <a:pt x="0" y="87500"/>
                </a:lnTo>
                <a:lnTo>
                  <a:pt x="4900" y="87500"/>
                </a:lnTo>
                <a:lnTo>
                  <a:pt x="490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60" name="block_wire_10" descr="Editable line; source id block_wire_10"/>
          <p:cNvCxnSpPr/>
          <p:nvPr/>
        </p:nvCxnSpPr>
        <p:spPr>
          <a:xfrm flipV="1">
            <a:off x="3741419" y="2880359"/>
            <a:ext cx="0" cy="90297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61" name="block_wire_11" descr="Editable line; source id block_wire_11"/>
          <p:cNvCxnSpPr/>
          <p:nvPr/>
        </p:nvCxnSpPr>
        <p:spPr>
          <a:xfrm>
            <a:off x="3741419" y="2880359"/>
            <a:ext cx="174879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62" name="block_wire_12" descr="Editable line; source id block_wire_12"/>
          <p:cNvSpPr/>
          <p:nvPr/>
        </p:nvSpPr>
        <p:spPr>
          <a:xfrm>
            <a:off x="5440680" y="2880360"/>
            <a:ext cx="99060" cy="758190"/>
          </a:xfrm>
          <a:custGeom>
            <a:avLst/>
            <a:gdLst/>
            <a:ahLst/>
            <a:cxnLst/>
            <a:rect l="l" t="t" r="r" b="b"/>
            <a:pathLst>
              <a:path w="13000" h="99500">
                <a:moveTo>
                  <a:pt x="8100" y="0"/>
                </a:moveTo>
                <a:lnTo>
                  <a:pt x="8100" y="87500"/>
                </a:lnTo>
                <a:lnTo>
                  <a:pt x="13000" y="87500"/>
                </a:lnTo>
                <a:lnTo>
                  <a:pt x="6500" y="99500"/>
                </a:lnTo>
                <a:lnTo>
                  <a:pt x="0" y="87500"/>
                </a:lnTo>
                <a:lnTo>
                  <a:pt x="4900" y="87500"/>
                </a:lnTo>
                <a:lnTo>
                  <a:pt x="490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ssm_wire_00" descr="Editable line; source id ssm_wire_00"/>
          <p:cNvSpPr/>
          <p:nvPr/>
        </p:nvSpPr>
        <p:spPr>
          <a:xfrm>
            <a:off x="6469380" y="3192780"/>
            <a:ext cx="461010" cy="99060"/>
          </a:xfrm>
          <a:custGeom>
            <a:avLst/>
            <a:gdLst/>
            <a:ahLst/>
            <a:cxnLst/>
            <a:rect l="l" t="t" r="r" b="b"/>
            <a:pathLst>
              <a:path w="60500" h="13000">
                <a:moveTo>
                  <a:pt x="0" y="4900"/>
                </a:moveTo>
                <a:lnTo>
                  <a:pt x="48500" y="4900"/>
                </a:lnTo>
                <a:lnTo>
                  <a:pt x="48500" y="0"/>
                </a:lnTo>
                <a:lnTo>
                  <a:pt x="60500" y="6500"/>
                </a:lnTo>
                <a:lnTo>
                  <a:pt x="48500" y="13000"/>
                </a:lnTo>
                <a:lnTo>
                  <a:pt x="48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ssm_wire_01" descr="Editable line; source id ssm_wire_01"/>
          <p:cNvSpPr/>
          <p:nvPr/>
        </p:nvSpPr>
        <p:spPr>
          <a:xfrm>
            <a:off x="7357110" y="3192780"/>
            <a:ext cx="228600" cy="99060"/>
          </a:xfrm>
          <a:custGeom>
            <a:avLst/>
            <a:gdLst/>
            <a:ahLst/>
            <a:cxnLst/>
            <a:rect l="l" t="t" r="r" b="b"/>
            <a:pathLst>
              <a:path w="30000" h="13000">
                <a:moveTo>
                  <a:pt x="0" y="4900"/>
                </a:moveTo>
                <a:lnTo>
                  <a:pt x="18000" y="4900"/>
                </a:lnTo>
                <a:lnTo>
                  <a:pt x="18000" y="0"/>
                </a:lnTo>
                <a:lnTo>
                  <a:pt x="30000" y="6500"/>
                </a:lnTo>
                <a:lnTo>
                  <a:pt x="18000" y="13000"/>
                </a:lnTo>
                <a:lnTo>
                  <a:pt x="180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65" name="ssm_wire_02" descr="Editable line; source id ssm_wire_02"/>
          <p:cNvCxnSpPr/>
          <p:nvPr/>
        </p:nvCxnSpPr>
        <p:spPr>
          <a:xfrm>
            <a:off x="7924799" y="3242309"/>
            <a:ext cx="13716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66" name="ssm_wire_03" descr="Editable line; source id ssm_wire_03"/>
          <p:cNvSpPr/>
          <p:nvPr/>
        </p:nvSpPr>
        <p:spPr>
          <a:xfrm>
            <a:off x="8351520" y="3192780"/>
            <a:ext cx="194310" cy="99060"/>
          </a:xfrm>
          <a:custGeom>
            <a:avLst/>
            <a:gdLst/>
            <a:ahLst/>
            <a:cxnLst/>
            <a:rect l="l" t="t" r="r" b="b"/>
            <a:pathLst>
              <a:path w="25500" h="13000">
                <a:moveTo>
                  <a:pt x="0" y="4900"/>
                </a:moveTo>
                <a:lnTo>
                  <a:pt x="13500" y="4900"/>
                </a:lnTo>
                <a:lnTo>
                  <a:pt x="13500" y="0"/>
                </a:lnTo>
                <a:lnTo>
                  <a:pt x="25500" y="6500"/>
                </a:lnTo>
                <a:lnTo>
                  <a:pt x="13500" y="13000"/>
                </a:lnTo>
                <a:lnTo>
                  <a:pt x="13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ssm_wire_04" descr="Editable line; source id ssm_wire_04"/>
          <p:cNvSpPr/>
          <p:nvPr/>
        </p:nvSpPr>
        <p:spPr>
          <a:xfrm>
            <a:off x="8972550" y="3192780"/>
            <a:ext cx="213360" cy="99060"/>
          </a:xfrm>
          <a:custGeom>
            <a:avLst/>
            <a:gdLst/>
            <a:ahLst/>
            <a:cxnLst/>
            <a:rect l="l" t="t" r="r" b="b"/>
            <a:pathLst>
              <a:path w="28000" h="13000">
                <a:moveTo>
                  <a:pt x="0" y="4900"/>
                </a:moveTo>
                <a:lnTo>
                  <a:pt x="16000" y="4900"/>
                </a:lnTo>
                <a:lnTo>
                  <a:pt x="16000" y="0"/>
                </a:lnTo>
                <a:lnTo>
                  <a:pt x="28000" y="6500"/>
                </a:lnTo>
                <a:lnTo>
                  <a:pt x="16000" y="13000"/>
                </a:lnTo>
                <a:lnTo>
                  <a:pt x="160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ssm_wire_05" descr="Editable line; source id ssm_wire_05"/>
          <p:cNvSpPr/>
          <p:nvPr/>
        </p:nvSpPr>
        <p:spPr>
          <a:xfrm>
            <a:off x="9612630" y="3192780"/>
            <a:ext cx="278130" cy="99060"/>
          </a:xfrm>
          <a:custGeom>
            <a:avLst/>
            <a:gdLst/>
            <a:ahLst/>
            <a:cxnLst/>
            <a:rect l="l" t="t" r="r" b="b"/>
            <a:pathLst>
              <a:path w="36500" h="13000">
                <a:moveTo>
                  <a:pt x="0" y="4900"/>
                </a:moveTo>
                <a:lnTo>
                  <a:pt x="24500" y="4900"/>
                </a:lnTo>
                <a:lnTo>
                  <a:pt x="24500" y="0"/>
                </a:lnTo>
                <a:lnTo>
                  <a:pt x="36500" y="6500"/>
                </a:lnTo>
                <a:lnTo>
                  <a:pt x="24500" y="13000"/>
                </a:lnTo>
                <a:lnTo>
                  <a:pt x="24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ssm_wire_06" descr="Editable line; source id ssm_wire_06"/>
          <p:cNvSpPr/>
          <p:nvPr/>
        </p:nvSpPr>
        <p:spPr>
          <a:xfrm>
            <a:off x="10134600" y="3192780"/>
            <a:ext cx="247650" cy="99060"/>
          </a:xfrm>
          <a:custGeom>
            <a:avLst/>
            <a:gdLst/>
            <a:ahLst/>
            <a:cxnLst/>
            <a:rect l="l" t="t" r="r" b="b"/>
            <a:pathLst>
              <a:path w="32500" h="13000">
                <a:moveTo>
                  <a:pt x="0" y="4900"/>
                </a:moveTo>
                <a:lnTo>
                  <a:pt x="20500" y="4900"/>
                </a:lnTo>
                <a:lnTo>
                  <a:pt x="20500" y="0"/>
                </a:lnTo>
                <a:lnTo>
                  <a:pt x="32500" y="6500"/>
                </a:lnTo>
                <a:lnTo>
                  <a:pt x="20500" y="13000"/>
                </a:lnTo>
                <a:lnTo>
                  <a:pt x="20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ssm_wire_07" descr="Editable line; source id ssm_wire_07"/>
          <p:cNvSpPr/>
          <p:nvPr/>
        </p:nvSpPr>
        <p:spPr>
          <a:xfrm>
            <a:off x="10808970" y="3192780"/>
            <a:ext cx="400050" cy="99060"/>
          </a:xfrm>
          <a:custGeom>
            <a:avLst/>
            <a:gdLst/>
            <a:ahLst/>
            <a:cxnLst/>
            <a:rect l="l" t="t" r="r" b="b"/>
            <a:pathLst>
              <a:path w="52500" h="13000">
                <a:moveTo>
                  <a:pt x="0" y="4900"/>
                </a:moveTo>
                <a:lnTo>
                  <a:pt x="40500" y="4900"/>
                </a:lnTo>
                <a:lnTo>
                  <a:pt x="40500" y="0"/>
                </a:lnTo>
                <a:lnTo>
                  <a:pt x="52500" y="6500"/>
                </a:lnTo>
                <a:lnTo>
                  <a:pt x="40500" y="13000"/>
                </a:lnTo>
                <a:lnTo>
                  <a:pt x="40500" y="8100"/>
                </a:lnTo>
                <a:lnTo>
                  <a:pt x="0" y="81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71" name="ssm_wire_08" descr="Editable line; source id ssm_wire_08"/>
          <p:cNvCxnSpPr/>
          <p:nvPr/>
        </p:nvCxnSpPr>
        <p:spPr>
          <a:xfrm>
            <a:off x="6686549" y="3242309"/>
            <a:ext cx="0" cy="92964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72" name="ssm_wire_09" descr="Editable line; source id ssm_wire_09"/>
          <p:cNvCxnSpPr/>
          <p:nvPr/>
        </p:nvCxnSpPr>
        <p:spPr>
          <a:xfrm>
            <a:off x="6686549" y="4171949"/>
            <a:ext cx="24384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73" name="ssm_wire_10" descr="Editable line; source id ssm_wire_10"/>
          <p:cNvCxnSpPr/>
          <p:nvPr/>
        </p:nvCxnSpPr>
        <p:spPr>
          <a:xfrm>
            <a:off x="7357109" y="4171949"/>
            <a:ext cx="70485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74" name="ssm_wire_11" descr="Editable line; source id ssm_wire_11"/>
          <p:cNvCxnSpPr/>
          <p:nvPr/>
        </p:nvCxnSpPr>
        <p:spPr>
          <a:xfrm>
            <a:off x="8351519" y="4171949"/>
            <a:ext cx="1653540" cy="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75" name="ssm_wire_12" descr="Editable line; source id ssm_wire_12"/>
          <p:cNvSpPr/>
          <p:nvPr/>
        </p:nvSpPr>
        <p:spPr>
          <a:xfrm>
            <a:off x="9955530" y="3383280"/>
            <a:ext cx="99060" cy="788670"/>
          </a:xfrm>
          <a:custGeom>
            <a:avLst/>
            <a:gdLst/>
            <a:ahLst/>
            <a:cxnLst/>
            <a:rect l="l" t="t" r="r" b="b"/>
            <a:pathLst>
              <a:path w="13000" h="103500">
                <a:moveTo>
                  <a:pt x="4900" y="103500"/>
                </a:moveTo>
                <a:lnTo>
                  <a:pt x="4900" y="12000"/>
                </a:lnTo>
                <a:lnTo>
                  <a:pt x="0" y="12000"/>
                </a:lnTo>
                <a:lnTo>
                  <a:pt x="6500" y="0"/>
                </a:lnTo>
                <a:lnTo>
                  <a:pt x="13000" y="12000"/>
                </a:lnTo>
                <a:lnTo>
                  <a:pt x="8100" y="12000"/>
                </a:lnTo>
                <a:lnTo>
                  <a:pt x="8100" y="1035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6" name="stem" descr="Editable shape; source id stem"/>
          <p:cNvSpPr/>
          <p:nvPr/>
        </p:nvSpPr>
        <p:spPr>
          <a:xfrm>
            <a:off x="1409699" y="830579"/>
            <a:ext cx="487679" cy="792479"/>
          </a:xfrm>
          <a:prstGeom prst="roundRect">
            <a:avLst>
              <a:gd name="adj" fmla="val 18750"/>
            </a:avLst>
          </a:prstGeom>
          <a:solidFill>
            <a:srgbClr val="D9D9D9"/>
          </a:solidFill>
          <a:ln w="19811">
            <a:solidFill>
              <a:srgbClr val="8080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7" name="stage_1_block" descr="Editable shape; source id stage_1_block"/>
          <p:cNvSpPr/>
          <p:nvPr/>
        </p:nvSpPr>
        <p:spPr>
          <a:xfrm>
            <a:off x="2148839" y="590549"/>
            <a:ext cx="1470659" cy="1280159"/>
          </a:xfrm>
          <a:prstGeom prst="roundRect">
            <a:avLst>
              <a:gd name="adj" fmla="val 17261"/>
            </a:avLst>
          </a:prstGeom>
          <a:solidFill>
            <a:srgbClr val="CCDFED"/>
          </a:solidFill>
          <a:ln w="19049">
            <a:solidFill>
              <a:srgbClr val="419D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8" name="down_1" descr="Editable shape; source id down_1"/>
          <p:cNvSpPr/>
          <p:nvPr/>
        </p:nvSpPr>
        <p:spPr>
          <a:xfrm>
            <a:off x="3787139" y="396239"/>
            <a:ext cx="495299" cy="1661159"/>
          </a:xfrm>
          <a:prstGeom prst="roundRect">
            <a:avLst>
              <a:gd name="adj" fmla="val 18461"/>
            </a:avLst>
          </a:prstGeom>
          <a:solidFill>
            <a:srgbClr val="F7C7A3"/>
          </a:solidFill>
          <a:ln w="19811">
            <a:solidFill>
              <a:srgbClr val="F5A56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stage_2_block" descr="Editable shape; source id stage_2_block"/>
          <p:cNvSpPr/>
          <p:nvPr/>
        </p:nvSpPr>
        <p:spPr>
          <a:xfrm>
            <a:off x="4686299" y="590549"/>
            <a:ext cx="1470659" cy="1280159"/>
          </a:xfrm>
          <a:prstGeom prst="roundRect">
            <a:avLst>
              <a:gd name="adj" fmla="val 17261"/>
            </a:avLst>
          </a:prstGeom>
          <a:solidFill>
            <a:srgbClr val="CCDFED"/>
          </a:solidFill>
          <a:ln w="19049">
            <a:solidFill>
              <a:srgbClr val="419D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down_2" descr="Editable shape; source id down_2"/>
          <p:cNvSpPr/>
          <p:nvPr/>
        </p:nvSpPr>
        <p:spPr>
          <a:xfrm>
            <a:off x="6324599" y="396239"/>
            <a:ext cx="495299" cy="1661159"/>
          </a:xfrm>
          <a:prstGeom prst="roundRect">
            <a:avLst>
              <a:gd name="adj" fmla="val 18461"/>
            </a:avLst>
          </a:prstGeom>
          <a:solidFill>
            <a:srgbClr val="F7C7A3"/>
          </a:solidFill>
          <a:ln w="19811">
            <a:solidFill>
              <a:srgbClr val="F5A56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stage_3_block" descr="Editable shape; source id stage_3_block"/>
          <p:cNvSpPr/>
          <p:nvPr/>
        </p:nvSpPr>
        <p:spPr>
          <a:xfrm>
            <a:off x="7223759" y="590549"/>
            <a:ext cx="1470659" cy="1280159"/>
          </a:xfrm>
          <a:prstGeom prst="roundRect">
            <a:avLst>
              <a:gd name="adj" fmla="val 17261"/>
            </a:avLst>
          </a:prstGeom>
          <a:solidFill>
            <a:srgbClr val="CCDFED"/>
          </a:solidFill>
          <a:ln w="19049">
            <a:solidFill>
              <a:srgbClr val="419D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down_3" descr="Editable shape; source id down_3"/>
          <p:cNvSpPr/>
          <p:nvPr/>
        </p:nvSpPr>
        <p:spPr>
          <a:xfrm>
            <a:off x="8862059" y="396239"/>
            <a:ext cx="495299" cy="1661159"/>
          </a:xfrm>
          <a:prstGeom prst="roundRect">
            <a:avLst>
              <a:gd name="adj" fmla="val 18461"/>
            </a:avLst>
          </a:prstGeom>
          <a:solidFill>
            <a:srgbClr val="F7C7A3"/>
          </a:solidFill>
          <a:ln w="19811">
            <a:solidFill>
              <a:srgbClr val="F5A56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stage_4_block" descr="Editable shape; source id stage_4_block"/>
          <p:cNvSpPr/>
          <p:nvPr/>
        </p:nvSpPr>
        <p:spPr>
          <a:xfrm>
            <a:off x="9761219" y="590549"/>
            <a:ext cx="1470659" cy="1280159"/>
          </a:xfrm>
          <a:prstGeom prst="roundRect">
            <a:avLst>
              <a:gd name="adj" fmla="val 17261"/>
            </a:avLst>
          </a:prstGeom>
          <a:solidFill>
            <a:srgbClr val="CCDFED"/>
          </a:solidFill>
          <a:ln w="19049">
            <a:solidFill>
              <a:srgbClr val="419D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head" descr="Editable shape; source id head"/>
          <p:cNvSpPr/>
          <p:nvPr/>
        </p:nvSpPr>
        <p:spPr>
          <a:xfrm>
            <a:off x="11529059" y="830579"/>
            <a:ext cx="495299" cy="792479"/>
          </a:xfrm>
          <a:prstGeom prst="roundRect">
            <a:avLst>
              <a:gd name="adj" fmla="val 18461"/>
            </a:avLst>
          </a:prstGeom>
          <a:solidFill>
            <a:srgbClr val="F5B5A8"/>
          </a:solidFill>
          <a:ln w="19811">
            <a:solidFill>
              <a:srgbClr val="F188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block_ln_1" descr="Editable shape; source id block_ln_1"/>
          <p:cNvSpPr/>
          <p:nvPr/>
        </p:nvSpPr>
        <p:spPr>
          <a:xfrm>
            <a:off x="1946909" y="3451859"/>
            <a:ext cx="487679" cy="651509"/>
          </a:xfrm>
          <a:prstGeom prst="roundRect">
            <a:avLst>
              <a:gd name="adj" fmla="val 18750"/>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block_ssm" descr="Editable shape; source id block_ssm"/>
          <p:cNvSpPr/>
          <p:nvPr/>
        </p:nvSpPr>
        <p:spPr>
          <a:xfrm>
            <a:off x="2617469" y="2979419"/>
            <a:ext cx="594359" cy="1619249"/>
          </a:xfrm>
          <a:prstGeom prst="roundRect">
            <a:avLst>
              <a:gd name="adj" fmla="val 16666"/>
            </a:avLst>
          </a:prstGeom>
          <a:solidFill>
            <a:srgbClr val="E2F0D9"/>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7" name="block_ln_2" descr="Editable shape; source id block_ln_2"/>
          <p:cNvSpPr/>
          <p:nvPr/>
        </p:nvSpPr>
        <p:spPr>
          <a:xfrm>
            <a:off x="3897629" y="3451859"/>
            <a:ext cx="487679" cy="651509"/>
          </a:xfrm>
          <a:prstGeom prst="roundRect">
            <a:avLst>
              <a:gd name="adj" fmla="val 18750"/>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block_ffn" descr="Editable shape; source id block_ffn"/>
          <p:cNvSpPr/>
          <p:nvPr/>
        </p:nvSpPr>
        <p:spPr>
          <a:xfrm>
            <a:off x="4591049" y="3219449"/>
            <a:ext cx="586739" cy="1108709"/>
          </a:xfrm>
          <a:prstGeom prst="roundRect">
            <a:avLst>
              <a:gd name="adj" fmla="val 16883"/>
            </a:avLst>
          </a:prstGeom>
          <a:solidFill>
            <a:srgbClr val="E2F0D9"/>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9" name="plus_1" descr="Editable shape; source id plus_1"/>
          <p:cNvSpPr/>
          <p:nvPr/>
        </p:nvSpPr>
        <p:spPr>
          <a:xfrm>
            <a:off x="3406139" y="3649979"/>
            <a:ext cx="266699" cy="266699"/>
          </a:xfrm>
          <a:prstGeom prst="ellipse">
            <a:avLst/>
          </a:prstGeom>
          <a:solidFill>
            <a:srgbClr val="FFFFFF"/>
          </a:solidFill>
          <a:ln w="228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plus_2" descr="Editable shape; source id plus_2"/>
          <p:cNvSpPr/>
          <p:nvPr/>
        </p:nvSpPr>
        <p:spPr>
          <a:xfrm>
            <a:off x="5364479" y="3649979"/>
            <a:ext cx="266699" cy="266699"/>
          </a:xfrm>
          <a:prstGeom prst="ellipse">
            <a:avLst/>
          </a:prstGeom>
          <a:solidFill>
            <a:srgbClr val="FFFFFF"/>
          </a:solidFill>
          <a:ln w="228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ssm_linear_top" descr="Editable shape; source id ssm_linear_top"/>
          <p:cNvSpPr/>
          <p:nvPr/>
        </p:nvSpPr>
        <p:spPr>
          <a:xfrm>
            <a:off x="6930389" y="2830829"/>
            <a:ext cx="426719" cy="815339"/>
          </a:xfrm>
          <a:prstGeom prst="roundRect">
            <a:avLst>
              <a:gd name="adj" fmla="val 16071"/>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ssm_linear_bottom" descr="Editable shape; source id ssm_linear_bottom"/>
          <p:cNvSpPr/>
          <p:nvPr/>
        </p:nvSpPr>
        <p:spPr>
          <a:xfrm>
            <a:off x="6930389" y="3756659"/>
            <a:ext cx="426719" cy="822959"/>
          </a:xfrm>
          <a:prstGeom prst="roundRect">
            <a:avLst>
              <a:gd name="adj" fmla="val 16071"/>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ssm_conv" descr="Editable shape; source id ssm_conv"/>
          <p:cNvSpPr/>
          <p:nvPr/>
        </p:nvSpPr>
        <p:spPr>
          <a:xfrm>
            <a:off x="7585709" y="2876549"/>
            <a:ext cx="339089" cy="723899"/>
          </a:xfrm>
          <a:prstGeom prst="roundRect">
            <a:avLst>
              <a:gd name="adj" fmla="val 20224"/>
            </a:avLst>
          </a:prstGeom>
          <a:solidFill>
            <a:srgbClr val="F7C7A3"/>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ssm_sasf" descr="Editable shape; source id ssm_sasf"/>
          <p:cNvSpPr/>
          <p:nvPr/>
        </p:nvSpPr>
        <p:spPr>
          <a:xfrm>
            <a:off x="8545829" y="2830829"/>
            <a:ext cx="426719" cy="815339"/>
          </a:xfrm>
          <a:prstGeom prst="roundRect">
            <a:avLst>
              <a:gd name="adj" fmla="val 16071"/>
            </a:avLst>
          </a:prstGeom>
          <a:solidFill>
            <a:srgbClr val="FBE06C"/>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ssm_ln" descr="Editable shape; source id ssm_ln"/>
          <p:cNvSpPr/>
          <p:nvPr/>
        </p:nvSpPr>
        <p:spPr>
          <a:xfrm>
            <a:off x="9185909" y="2918459"/>
            <a:ext cx="426719" cy="640079"/>
          </a:xfrm>
          <a:prstGeom prst="roundRect">
            <a:avLst>
              <a:gd name="adj" fmla="val 16071"/>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ssm_linear_out" descr="Editable shape; source id ssm_linear_out"/>
          <p:cNvSpPr/>
          <p:nvPr/>
        </p:nvSpPr>
        <p:spPr>
          <a:xfrm>
            <a:off x="10382249" y="2834639"/>
            <a:ext cx="426719" cy="822959"/>
          </a:xfrm>
          <a:prstGeom prst="roundRect">
            <a:avLst>
              <a:gd name="adj" fmla="val 16071"/>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sigma_1" descr="Editable shape; source id sigma_1"/>
          <p:cNvSpPr/>
          <p:nvPr/>
        </p:nvSpPr>
        <p:spPr>
          <a:xfrm>
            <a:off x="8061959" y="3074669"/>
            <a:ext cx="289559" cy="289559"/>
          </a:xfrm>
          <a:prstGeom prst="ellipse">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sigma_2" descr="Editable shape; source id sigma_2"/>
          <p:cNvSpPr/>
          <p:nvPr/>
        </p:nvSpPr>
        <p:spPr>
          <a:xfrm>
            <a:off x="8061959" y="4004309"/>
            <a:ext cx="289559" cy="289559"/>
          </a:xfrm>
          <a:prstGeom prst="ellipse">
            <a:avLst/>
          </a:prstGeom>
          <a:solidFill>
            <a:srgbClr val="D5DCE6"/>
          </a:solidFill>
          <a:ln w="19811">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9" name="multiply" descr="Editable shape; source id multiply"/>
          <p:cNvSpPr/>
          <p:nvPr/>
        </p:nvSpPr>
        <p:spPr>
          <a:xfrm>
            <a:off x="9890759" y="3128009"/>
            <a:ext cx="243839" cy="243839"/>
          </a:xfrm>
          <a:prstGeom prst="ellipse">
            <a:avLst/>
          </a:prstGeom>
          <a:solidFill>
            <a:srgbClr val="FFFFFF"/>
          </a:solidFill>
          <a:ln w="2438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0" name="plus_1_h" descr="Editable line; source id plus_1_h"/>
          <p:cNvCxnSpPr/>
          <p:nvPr/>
        </p:nvCxnSpPr>
        <p:spPr>
          <a:xfrm>
            <a:off x="3417569" y="3783329"/>
            <a:ext cx="243840" cy="0"/>
          </a:xfrm>
          <a:prstGeom prst="line">
            <a:avLst/>
          </a:prstGeom>
          <a:ln w="2362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01" name="plus_1_v" descr="Editable line; source id plus_1_v"/>
          <p:cNvCxnSpPr/>
          <p:nvPr/>
        </p:nvCxnSpPr>
        <p:spPr>
          <a:xfrm>
            <a:off x="3539489" y="3661409"/>
            <a:ext cx="0" cy="243840"/>
          </a:xfrm>
          <a:prstGeom prst="line">
            <a:avLst/>
          </a:prstGeom>
          <a:ln w="2362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02" name="plus_2_h" descr="Editable line; source id plus_2_h"/>
          <p:cNvCxnSpPr/>
          <p:nvPr/>
        </p:nvCxnSpPr>
        <p:spPr>
          <a:xfrm>
            <a:off x="5375909" y="3783329"/>
            <a:ext cx="243840" cy="0"/>
          </a:xfrm>
          <a:prstGeom prst="line">
            <a:avLst/>
          </a:prstGeom>
          <a:ln w="2362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03" name="plus_2_v" descr="Editable line; source id plus_2_v"/>
          <p:cNvCxnSpPr/>
          <p:nvPr/>
        </p:nvCxnSpPr>
        <p:spPr>
          <a:xfrm>
            <a:off x="5497829" y="3661409"/>
            <a:ext cx="0" cy="243840"/>
          </a:xfrm>
          <a:prstGeom prst="line">
            <a:avLst/>
          </a:prstGeom>
          <a:ln w="2362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04" name="multiply_d1" descr="Editable line; source id multiply_d1"/>
          <p:cNvCxnSpPr/>
          <p:nvPr/>
        </p:nvCxnSpPr>
        <p:spPr>
          <a:xfrm>
            <a:off x="9928859" y="3166109"/>
            <a:ext cx="167640" cy="16764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505" name="multiply_d2" descr="Editable line; source id multiply_d2"/>
          <p:cNvCxnSpPr/>
          <p:nvPr/>
        </p:nvCxnSpPr>
        <p:spPr>
          <a:xfrm flipV="1">
            <a:off x="9928859" y="3166109"/>
            <a:ext cx="167640" cy="167640"/>
          </a:xfrm>
          <a:prstGeom prst="line">
            <a:avLst/>
          </a:prstGeom>
          <a:ln w="24383">
            <a:solidFill>
              <a:srgbClr val="000000"/>
            </a:solidFill>
          </a:ln>
          <a:effectLst/>
        </p:spPr>
        <p:style>
          <a:lnRef idx="2">
            <a:schemeClr val="accent1"/>
          </a:lnRef>
          <a:fillRef idx="0">
            <a:schemeClr val="accent1"/>
          </a:fillRef>
          <a:effectRef idx="0">
            <a:schemeClr val="accent1"/>
          </a:effectRef>
          <a:fontRef idx="minor">
            <a:schemeClr val="tx1"/>
          </a:fontRef>
        </p:style>
      </p:cxnSp>
      <p:pic>
        <p:nvPicPr>
          <p:cNvPr id="506" name="photo" descr="Exact crop from supplied 1600x624 source bitmap at [8, 84, 154, 155]; input dragonfly photograph."/>
          <p:cNvPicPr>
            <a:picLocks noChangeAspect="1"/>
          </p:cNvPicPr>
          <p:nvPr/>
        </p:nvPicPr>
        <p:blipFill>
          <a:blip r:embed="rId2"/>
          <a:stretch>
            <a:fillRect/>
          </a:stretch>
        </p:blipFill>
        <p:spPr>
          <a:xfrm>
            <a:off x="60959" y="640079"/>
            <a:ext cx="1173479" cy="1181099"/>
          </a:xfrm>
          <a:prstGeom prst="rect">
            <a:avLst/>
          </a:prstGeom>
          <a:effectLst/>
        </p:spPr>
      </p:pic>
      <p:sp>
        <p:nvSpPr>
          <p:cNvPr id="507" name="stem_label" descr="Editable text; source id stem_label"/>
          <p:cNvSpPr txBox="1"/>
          <p:nvPr/>
        </p:nvSpPr>
        <p:spPr>
          <a:xfrm rot="16200000">
            <a:off x="1356359" y="1062989"/>
            <a:ext cx="563879" cy="342899"/>
          </a:xfrm>
          <a:prstGeom prst="rect">
            <a:avLst/>
          </a:prstGeom>
          <a:noFill/>
          <a:effectLst/>
        </p:spPr>
        <p:txBody>
          <a:bodyPr wrap="none" anchor="ctr" tIns="0" rIns="0" bIns="0" lIns="0" anchorCtr="0" vertOverflow="overflow">
            <a:noAutofit/>
          </a:bodyPr>
          <a:lstStyle/>
          <a:p>
            <a:pPr algn="ctr" fontAlgn="base">
              <a:lnSpc>
                <a:spcPts val="2138"/>
              </a:lnSpc>
              <a:spcBef>
                <a:spcPts val="0"/>
              </a:spcBef>
              <a:spcAft>
                <a:spcPts val="0"/>
              </a:spcAft>
              <a:defRPr sz="1859" b="0" i="0" lang="zh-CN" dirty="0">
                <a:solidFill>
                  <a:srgbClr val="111827"/>
                </a:solidFill>
                <a:latin typeface="Times New Roman"/>
                <a:ea typeface="Times New Roman"/>
                <a:cs typeface="Times New Roman"/>
              </a:defRPr>
            </a:pPr>
            <a:r>
              <a:rPr sz="1859" b="0" i="0" lang="zh-CN" dirty="0">
                <a:solidFill>
                  <a:srgbClr val="111827"/>
                </a:solidFill>
                <a:latin typeface="Times New Roman"/>
                <a:ea typeface="Times New Roman"/>
                <a:cs typeface="Times New Roman"/>
              </a:rPr>
              <a:t>Stem</a:t>
            </a:r>
          </a:p>
        </p:txBody>
      </p:sp>
      <p:sp>
        <p:nvSpPr>
          <p:cNvPr id="508" name="stage_1_name" descr="Editable text; source id stage_1_name"/>
          <p:cNvSpPr txBox="1"/>
          <p:nvPr/>
        </p:nvSpPr>
        <p:spPr>
          <a:xfrm>
            <a:off x="2228849" y="792479"/>
            <a:ext cx="13411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Spatial-Mamba</a:t>
            </a:r>
          </a:p>
        </p:txBody>
      </p:sp>
      <p:sp>
        <p:nvSpPr>
          <p:cNvPr id="509" name="stage_1_word" descr="Editable text; source id stage_1_word"/>
          <p:cNvSpPr txBox="1"/>
          <p:nvPr/>
        </p:nvSpPr>
        <p:spPr>
          <a:xfrm>
            <a:off x="2564129" y="1032509"/>
            <a:ext cx="6553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Block</a:t>
            </a:r>
          </a:p>
        </p:txBody>
      </p:sp>
      <p:sp>
        <p:nvSpPr>
          <p:cNvPr id="510" name="stage_1_repeat" descr="Editable text; source id stage_1_repeat"/>
          <p:cNvSpPr txBox="1"/>
          <p:nvPr/>
        </p:nvSpPr>
        <p:spPr>
          <a:xfrm>
            <a:off x="2762249" y="1253489"/>
            <a:ext cx="274319" cy="2895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a:t>
            </a:r>
          </a:p>
        </p:txBody>
      </p:sp>
      <p:sp>
        <p:nvSpPr>
          <p:cNvPr id="511" name="stage_1_layers" descr="Editable text; source id stage_1_layers"/>
          <p:cNvSpPr txBox="1"/>
          <p:nvPr/>
        </p:nvSpPr>
        <p:spPr>
          <a:xfrm>
            <a:off x="2823209" y="1523999"/>
            <a:ext cx="129539" cy="281939"/>
          </a:xfrm>
          <a:prstGeom prst="rect">
            <a:avLst/>
          </a:prstGeom>
          <a:noFill/>
          <a:effectLst/>
        </p:spPr>
        <p:txBody>
          <a:bodyPr wrap="none" anchor="t" tIns="0" rIns="0" bIns="0" lIns="0" anchorCtr="0" vertOverflow="overflow">
            <a:noAutofit/>
          </a:bodyPr>
          <a:lstStyle/>
          <a:p>
            <a:pPr algn="l"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L</a:t>
            </a:r>
          </a:p>
        </p:txBody>
      </p:sp>
      <p:sp>
        <p:nvSpPr>
          <p:cNvPr id="512" name="stage_1_index" descr="Editable text; source id stage_1_index"/>
          <p:cNvSpPr txBox="1"/>
          <p:nvPr/>
        </p:nvSpPr>
        <p:spPr>
          <a:xfrm>
            <a:off x="2956559" y="1630679"/>
            <a:ext cx="106679" cy="182879"/>
          </a:xfrm>
          <a:prstGeom prst="rect">
            <a:avLst/>
          </a:prstGeom>
          <a:noFill/>
          <a:effectLst/>
        </p:spPr>
        <p:txBody>
          <a:bodyPr wrap="none" anchor="t" tIns="0" rIns="0" bIns="0" lIns="0" anchorCtr="0" vertOverflow="overflow">
            <a:noAutofit/>
          </a:bodyPr>
          <a:lstStyle/>
          <a:p>
            <a:pPr algn="l" fontAlgn="base">
              <a:lnSpc>
                <a:spcPts val="1172"/>
              </a:lnSpc>
              <a:spcBef>
                <a:spcPts val="0"/>
              </a:spcBef>
              <a:spcAft>
                <a:spcPts val="0"/>
              </a:spcAft>
              <a:defRPr sz="1019" b="0" i="0" lang="zh-CN" dirty="0">
                <a:solidFill>
                  <a:srgbClr val="000000"/>
                </a:solidFill>
                <a:latin typeface="Times New Roman"/>
                <a:ea typeface="Times New Roman"/>
                <a:cs typeface="Times New Roman"/>
              </a:defRPr>
            </a:pPr>
            <a:r>
              <a:rPr sz="1019" b="0" i="0" lang="zh-CN" dirty="0">
                <a:solidFill>
                  <a:srgbClr val="000000"/>
                </a:solidFill>
                <a:latin typeface="Times New Roman"/>
                <a:ea typeface="Times New Roman"/>
                <a:cs typeface="Times New Roman"/>
              </a:rPr>
              <a:t>1</a:t>
            </a:r>
          </a:p>
        </p:txBody>
      </p:sp>
      <p:sp>
        <p:nvSpPr>
          <p:cNvPr id="513" name="down_1_label" descr="Editable text; source id down_1_label"/>
          <p:cNvSpPr txBox="1"/>
          <p:nvPr/>
        </p:nvSpPr>
        <p:spPr>
          <a:xfrm rot="16200000">
            <a:off x="3329939" y="1084706"/>
            <a:ext cx="1402079" cy="299465"/>
          </a:xfrm>
          <a:prstGeom prst="rect">
            <a:avLst/>
          </a:prstGeom>
          <a:noFill/>
          <a:effectLst/>
        </p:spPr>
        <p:txBody>
          <a:bodyPr wrap="none" anchor="ctr" tIns="0" rIns="0" bIns="0" lIns="0" anchorCtr="0" vertOverflow="overflow">
            <a:noAutofit/>
          </a:bodyPr>
          <a:lstStyle/>
          <a:p>
            <a:pPr algn="ctr" fontAlgn="base">
              <a:lnSpc>
                <a:spcPts val="1828"/>
              </a:lnSpc>
              <a:spcBef>
                <a:spcPts val="0"/>
              </a:spcBef>
              <a:spcAft>
                <a:spcPts val="0"/>
              </a:spcAft>
              <a:defRPr sz="1589" b="0" i="0" lang="zh-CN" dirty="0">
                <a:solidFill>
                  <a:srgbClr val="111827"/>
                </a:solidFill>
                <a:latin typeface="Times New Roman"/>
                <a:ea typeface="Times New Roman"/>
                <a:cs typeface="Times New Roman"/>
              </a:defRPr>
            </a:pPr>
            <a:r>
              <a:rPr sz="1589" b="0" i="0" lang="zh-CN" dirty="0">
                <a:solidFill>
                  <a:srgbClr val="111827"/>
                </a:solidFill>
                <a:latin typeface="Times New Roman"/>
                <a:ea typeface="Times New Roman"/>
                <a:cs typeface="Times New Roman"/>
              </a:rPr>
              <a:t>Down Sampling</a:t>
            </a:r>
          </a:p>
        </p:txBody>
      </p:sp>
      <p:sp>
        <p:nvSpPr>
          <p:cNvPr id="514" name="stage_2_name" descr="Editable text; source id stage_2_name"/>
          <p:cNvSpPr txBox="1"/>
          <p:nvPr/>
        </p:nvSpPr>
        <p:spPr>
          <a:xfrm>
            <a:off x="4766309" y="792479"/>
            <a:ext cx="13411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Spatial-Mamba</a:t>
            </a:r>
          </a:p>
        </p:txBody>
      </p:sp>
      <p:sp>
        <p:nvSpPr>
          <p:cNvPr id="515" name="stage_2_word" descr="Editable text; source id stage_2_word"/>
          <p:cNvSpPr txBox="1"/>
          <p:nvPr/>
        </p:nvSpPr>
        <p:spPr>
          <a:xfrm>
            <a:off x="5101589" y="1032509"/>
            <a:ext cx="6553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Block</a:t>
            </a:r>
          </a:p>
        </p:txBody>
      </p:sp>
      <p:sp>
        <p:nvSpPr>
          <p:cNvPr id="516" name="stage_2_repeat" descr="Editable text; source id stage_2_repeat"/>
          <p:cNvSpPr txBox="1"/>
          <p:nvPr/>
        </p:nvSpPr>
        <p:spPr>
          <a:xfrm>
            <a:off x="5299709" y="1253489"/>
            <a:ext cx="274319" cy="2895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a:t>
            </a:r>
          </a:p>
        </p:txBody>
      </p:sp>
      <p:sp>
        <p:nvSpPr>
          <p:cNvPr id="517" name="stage_2_layers" descr="Editable text; source id stage_2_layers"/>
          <p:cNvSpPr txBox="1"/>
          <p:nvPr/>
        </p:nvSpPr>
        <p:spPr>
          <a:xfrm>
            <a:off x="5360669" y="1523999"/>
            <a:ext cx="129539" cy="281939"/>
          </a:xfrm>
          <a:prstGeom prst="rect">
            <a:avLst/>
          </a:prstGeom>
          <a:noFill/>
          <a:effectLst/>
        </p:spPr>
        <p:txBody>
          <a:bodyPr wrap="none" anchor="t" tIns="0" rIns="0" bIns="0" lIns="0" anchorCtr="0" vertOverflow="overflow">
            <a:noAutofit/>
          </a:bodyPr>
          <a:lstStyle/>
          <a:p>
            <a:pPr algn="l"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L</a:t>
            </a:r>
          </a:p>
        </p:txBody>
      </p:sp>
      <p:sp>
        <p:nvSpPr>
          <p:cNvPr id="518" name="stage_2_index" descr="Editable text; source id stage_2_index"/>
          <p:cNvSpPr txBox="1"/>
          <p:nvPr/>
        </p:nvSpPr>
        <p:spPr>
          <a:xfrm>
            <a:off x="5494019" y="1630679"/>
            <a:ext cx="106679" cy="182879"/>
          </a:xfrm>
          <a:prstGeom prst="rect">
            <a:avLst/>
          </a:prstGeom>
          <a:noFill/>
          <a:effectLst/>
        </p:spPr>
        <p:txBody>
          <a:bodyPr wrap="none" anchor="t" tIns="0" rIns="0" bIns="0" lIns="0" anchorCtr="0" vertOverflow="overflow">
            <a:noAutofit/>
          </a:bodyPr>
          <a:lstStyle/>
          <a:p>
            <a:pPr algn="l" fontAlgn="base">
              <a:lnSpc>
                <a:spcPts val="1172"/>
              </a:lnSpc>
              <a:spcBef>
                <a:spcPts val="0"/>
              </a:spcBef>
              <a:spcAft>
                <a:spcPts val="0"/>
              </a:spcAft>
              <a:defRPr sz="1019" b="0" i="0" lang="zh-CN" dirty="0">
                <a:solidFill>
                  <a:srgbClr val="000000"/>
                </a:solidFill>
                <a:latin typeface="Times New Roman"/>
                <a:ea typeface="Times New Roman"/>
                <a:cs typeface="Times New Roman"/>
              </a:defRPr>
            </a:pPr>
            <a:r>
              <a:rPr sz="1019" b="0" i="0" lang="zh-CN" dirty="0">
                <a:solidFill>
                  <a:srgbClr val="000000"/>
                </a:solidFill>
                <a:latin typeface="Times New Roman"/>
                <a:ea typeface="Times New Roman"/>
                <a:cs typeface="Times New Roman"/>
              </a:rPr>
              <a:t>2</a:t>
            </a:r>
          </a:p>
        </p:txBody>
      </p:sp>
      <p:sp>
        <p:nvSpPr>
          <p:cNvPr id="519" name="down_2_label" descr="Editable text; source id down_2_label"/>
          <p:cNvSpPr txBox="1"/>
          <p:nvPr/>
        </p:nvSpPr>
        <p:spPr>
          <a:xfrm rot="16200000">
            <a:off x="5867399" y="1092326"/>
            <a:ext cx="1409699" cy="299465"/>
          </a:xfrm>
          <a:prstGeom prst="rect">
            <a:avLst/>
          </a:prstGeom>
          <a:noFill/>
          <a:effectLst/>
        </p:spPr>
        <p:txBody>
          <a:bodyPr wrap="none" anchor="ctr" tIns="0" rIns="0" bIns="0" lIns="0" anchorCtr="0" vertOverflow="overflow">
            <a:noAutofit/>
          </a:bodyPr>
          <a:lstStyle/>
          <a:p>
            <a:pPr algn="ctr" fontAlgn="base">
              <a:lnSpc>
                <a:spcPts val="1828"/>
              </a:lnSpc>
              <a:spcBef>
                <a:spcPts val="0"/>
              </a:spcBef>
              <a:spcAft>
                <a:spcPts val="0"/>
              </a:spcAft>
              <a:defRPr sz="1589" b="0" i="0" lang="zh-CN" dirty="0">
                <a:solidFill>
                  <a:srgbClr val="111827"/>
                </a:solidFill>
                <a:latin typeface="Times New Roman"/>
                <a:ea typeface="Times New Roman"/>
                <a:cs typeface="Times New Roman"/>
              </a:defRPr>
            </a:pPr>
            <a:r>
              <a:rPr sz="1589" b="0" i="0" lang="zh-CN" dirty="0">
                <a:solidFill>
                  <a:srgbClr val="111827"/>
                </a:solidFill>
                <a:latin typeface="Times New Roman"/>
                <a:ea typeface="Times New Roman"/>
                <a:cs typeface="Times New Roman"/>
              </a:rPr>
              <a:t>Down Sampling</a:t>
            </a:r>
          </a:p>
        </p:txBody>
      </p:sp>
      <p:sp>
        <p:nvSpPr>
          <p:cNvPr id="520" name="stage_3_name" descr="Editable text; source id stage_3_name"/>
          <p:cNvSpPr txBox="1"/>
          <p:nvPr/>
        </p:nvSpPr>
        <p:spPr>
          <a:xfrm>
            <a:off x="7303769" y="800099"/>
            <a:ext cx="13411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Spatial-Mamba</a:t>
            </a:r>
          </a:p>
        </p:txBody>
      </p:sp>
      <p:sp>
        <p:nvSpPr>
          <p:cNvPr id="521" name="stage_3_word" descr="Editable text; source id stage_3_word"/>
          <p:cNvSpPr txBox="1"/>
          <p:nvPr/>
        </p:nvSpPr>
        <p:spPr>
          <a:xfrm>
            <a:off x="7642859" y="1040129"/>
            <a:ext cx="6553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Block</a:t>
            </a:r>
          </a:p>
        </p:txBody>
      </p:sp>
      <p:sp>
        <p:nvSpPr>
          <p:cNvPr id="522" name="stage_3_repeat" descr="Editable text; source id stage_3_repeat"/>
          <p:cNvSpPr txBox="1"/>
          <p:nvPr/>
        </p:nvSpPr>
        <p:spPr>
          <a:xfrm>
            <a:off x="7837169" y="1253489"/>
            <a:ext cx="274319" cy="2895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a:t>
            </a:r>
          </a:p>
        </p:txBody>
      </p:sp>
      <p:sp>
        <p:nvSpPr>
          <p:cNvPr id="523" name="stage_3_layers" descr="Editable text; source id stage_3_layers"/>
          <p:cNvSpPr txBox="1"/>
          <p:nvPr/>
        </p:nvSpPr>
        <p:spPr>
          <a:xfrm>
            <a:off x="7901939" y="1527809"/>
            <a:ext cx="129539" cy="281939"/>
          </a:xfrm>
          <a:prstGeom prst="rect">
            <a:avLst/>
          </a:prstGeom>
          <a:noFill/>
          <a:effectLst/>
        </p:spPr>
        <p:txBody>
          <a:bodyPr wrap="none" anchor="t" tIns="0" rIns="0" bIns="0" lIns="0" anchorCtr="0" vertOverflow="overflow">
            <a:noAutofit/>
          </a:bodyPr>
          <a:lstStyle/>
          <a:p>
            <a:pPr algn="l"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L</a:t>
            </a:r>
          </a:p>
        </p:txBody>
      </p:sp>
      <p:sp>
        <p:nvSpPr>
          <p:cNvPr id="524" name="stage_3_index" descr="Editable text; source id stage_3_index"/>
          <p:cNvSpPr txBox="1"/>
          <p:nvPr/>
        </p:nvSpPr>
        <p:spPr>
          <a:xfrm>
            <a:off x="8023859" y="1634489"/>
            <a:ext cx="106679" cy="182879"/>
          </a:xfrm>
          <a:prstGeom prst="rect">
            <a:avLst/>
          </a:prstGeom>
          <a:noFill/>
          <a:effectLst/>
        </p:spPr>
        <p:txBody>
          <a:bodyPr wrap="none" anchor="t" tIns="0" rIns="0" bIns="0" lIns="0" anchorCtr="0" vertOverflow="overflow">
            <a:noAutofit/>
          </a:bodyPr>
          <a:lstStyle/>
          <a:p>
            <a:pPr algn="l" fontAlgn="base">
              <a:lnSpc>
                <a:spcPts val="1172"/>
              </a:lnSpc>
              <a:spcBef>
                <a:spcPts val="0"/>
              </a:spcBef>
              <a:spcAft>
                <a:spcPts val="0"/>
              </a:spcAft>
              <a:defRPr sz="1019" b="0" i="0" lang="zh-CN" dirty="0">
                <a:solidFill>
                  <a:srgbClr val="000000"/>
                </a:solidFill>
                <a:latin typeface="Times New Roman"/>
                <a:ea typeface="Times New Roman"/>
                <a:cs typeface="Times New Roman"/>
              </a:defRPr>
            </a:pPr>
            <a:r>
              <a:rPr sz="1019" b="0" i="0" lang="zh-CN" dirty="0">
                <a:solidFill>
                  <a:srgbClr val="000000"/>
                </a:solidFill>
                <a:latin typeface="Times New Roman"/>
                <a:ea typeface="Times New Roman"/>
                <a:cs typeface="Times New Roman"/>
              </a:rPr>
              <a:t>3</a:t>
            </a:r>
          </a:p>
        </p:txBody>
      </p:sp>
      <p:sp>
        <p:nvSpPr>
          <p:cNvPr id="525" name="down_3_label" descr="Editable text; source id down_3_label"/>
          <p:cNvSpPr txBox="1"/>
          <p:nvPr/>
        </p:nvSpPr>
        <p:spPr>
          <a:xfrm rot="16200000">
            <a:off x="8404859" y="1092326"/>
            <a:ext cx="1409699" cy="299465"/>
          </a:xfrm>
          <a:prstGeom prst="rect">
            <a:avLst/>
          </a:prstGeom>
          <a:noFill/>
          <a:effectLst/>
        </p:spPr>
        <p:txBody>
          <a:bodyPr wrap="none" anchor="ctr" tIns="0" rIns="0" bIns="0" lIns="0" anchorCtr="0" vertOverflow="overflow">
            <a:noAutofit/>
          </a:bodyPr>
          <a:lstStyle/>
          <a:p>
            <a:pPr algn="ctr" fontAlgn="base">
              <a:lnSpc>
                <a:spcPts val="1828"/>
              </a:lnSpc>
              <a:spcBef>
                <a:spcPts val="0"/>
              </a:spcBef>
              <a:spcAft>
                <a:spcPts val="0"/>
              </a:spcAft>
              <a:defRPr sz="1589" b="0" i="0" lang="zh-CN" dirty="0">
                <a:solidFill>
                  <a:srgbClr val="111827"/>
                </a:solidFill>
                <a:latin typeface="Times New Roman"/>
                <a:ea typeface="Times New Roman"/>
                <a:cs typeface="Times New Roman"/>
              </a:defRPr>
            </a:pPr>
            <a:r>
              <a:rPr sz="1589" b="0" i="0" lang="zh-CN" dirty="0">
                <a:solidFill>
                  <a:srgbClr val="111827"/>
                </a:solidFill>
                <a:latin typeface="Times New Roman"/>
                <a:ea typeface="Times New Roman"/>
                <a:cs typeface="Times New Roman"/>
              </a:rPr>
              <a:t>Down Sampling</a:t>
            </a:r>
          </a:p>
        </p:txBody>
      </p:sp>
      <p:sp>
        <p:nvSpPr>
          <p:cNvPr id="526" name="stage_4_name" descr="Editable text; source id stage_4_name"/>
          <p:cNvSpPr txBox="1"/>
          <p:nvPr/>
        </p:nvSpPr>
        <p:spPr>
          <a:xfrm>
            <a:off x="9841229" y="792479"/>
            <a:ext cx="13411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Spatial-Mamba</a:t>
            </a:r>
          </a:p>
        </p:txBody>
      </p:sp>
      <p:sp>
        <p:nvSpPr>
          <p:cNvPr id="527" name="stage_4_word" descr="Editable text; source id stage_4_word"/>
          <p:cNvSpPr txBox="1"/>
          <p:nvPr/>
        </p:nvSpPr>
        <p:spPr>
          <a:xfrm>
            <a:off x="10176509" y="1032509"/>
            <a:ext cx="655319" cy="281939"/>
          </a:xfrm>
          <a:prstGeom prst="rect">
            <a:avLst/>
          </a:prstGeom>
          <a:noFill/>
          <a:effectLst/>
        </p:spPr>
        <p:txBody>
          <a:bodyPr wrap="none" anchor="t" tIns="0" rIns="0" bIns="0" lIns="0" anchorCtr="0" vertOverflow="overflow">
            <a:noAutofit/>
          </a:bodyPr>
          <a:lstStyle/>
          <a:p>
            <a:pPr algn="ctr"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Block</a:t>
            </a:r>
          </a:p>
        </p:txBody>
      </p:sp>
      <p:sp>
        <p:nvSpPr>
          <p:cNvPr id="528" name="stage_4_repeat" descr="Editable text; source id stage_4_repeat"/>
          <p:cNvSpPr txBox="1"/>
          <p:nvPr/>
        </p:nvSpPr>
        <p:spPr>
          <a:xfrm>
            <a:off x="10374629" y="1253489"/>
            <a:ext cx="274319" cy="2895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a:t>
            </a:r>
          </a:p>
        </p:txBody>
      </p:sp>
      <p:sp>
        <p:nvSpPr>
          <p:cNvPr id="529" name="stage_4_layers" descr="Editable text; source id stage_4_layers"/>
          <p:cNvSpPr txBox="1"/>
          <p:nvPr/>
        </p:nvSpPr>
        <p:spPr>
          <a:xfrm>
            <a:off x="10439399" y="1523999"/>
            <a:ext cx="129539" cy="281939"/>
          </a:xfrm>
          <a:prstGeom prst="rect">
            <a:avLst/>
          </a:prstGeom>
          <a:noFill/>
          <a:effectLst/>
        </p:spPr>
        <p:txBody>
          <a:bodyPr wrap="none" anchor="t" tIns="0" rIns="0" bIns="0" lIns="0" anchorCtr="0" vertOverflow="overflow">
            <a:noAutofit/>
          </a:bodyPr>
          <a:lstStyle/>
          <a:p>
            <a:pPr algn="l" fontAlgn="base">
              <a:lnSpc>
                <a:spcPts val="1862"/>
              </a:lnSpc>
              <a:spcBef>
                <a:spcPts val="0"/>
              </a:spcBef>
              <a:spcAft>
                <a:spcPts val="0"/>
              </a:spcAft>
              <a:defRPr sz="1619" b="0" i="0" lang="zh-CN" dirty="0">
                <a:solidFill>
                  <a:srgbClr val="000000"/>
                </a:solidFill>
                <a:latin typeface="Times New Roman"/>
                <a:ea typeface="Times New Roman"/>
                <a:cs typeface="Times New Roman"/>
              </a:defRPr>
            </a:pPr>
            <a:r>
              <a:rPr sz="1619" b="0" i="0" lang="zh-CN" dirty="0">
                <a:solidFill>
                  <a:srgbClr val="000000"/>
                </a:solidFill>
                <a:latin typeface="Times New Roman"/>
                <a:ea typeface="Times New Roman"/>
                <a:cs typeface="Times New Roman"/>
              </a:rPr>
              <a:t>L</a:t>
            </a:r>
          </a:p>
        </p:txBody>
      </p:sp>
      <p:sp>
        <p:nvSpPr>
          <p:cNvPr id="530" name="stage_4_index" descr="Editable text; source id stage_4_index"/>
          <p:cNvSpPr txBox="1"/>
          <p:nvPr/>
        </p:nvSpPr>
        <p:spPr>
          <a:xfrm>
            <a:off x="10568939" y="1626869"/>
            <a:ext cx="106679" cy="182879"/>
          </a:xfrm>
          <a:prstGeom prst="rect">
            <a:avLst/>
          </a:prstGeom>
          <a:noFill/>
          <a:effectLst/>
        </p:spPr>
        <p:txBody>
          <a:bodyPr wrap="none" anchor="t" tIns="0" rIns="0" bIns="0" lIns="0" anchorCtr="0" vertOverflow="overflow">
            <a:noAutofit/>
          </a:bodyPr>
          <a:lstStyle/>
          <a:p>
            <a:pPr algn="l" fontAlgn="base">
              <a:lnSpc>
                <a:spcPts val="1172"/>
              </a:lnSpc>
              <a:spcBef>
                <a:spcPts val="0"/>
              </a:spcBef>
              <a:spcAft>
                <a:spcPts val="0"/>
              </a:spcAft>
              <a:defRPr sz="1019" b="0" i="0" lang="zh-CN" dirty="0">
                <a:solidFill>
                  <a:srgbClr val="000000"/>
                </a:solidFill>
                <a:latin typeface="Times New Roman"/>
                <a:ea typeface="Times New Roman"/>
                <a:cs typeface="Times New Roman"/>
              </a:defRPr>
            </a:pPr>
            <a:r>
              <a:rPr sz="1019" b="0" i="0" lang="zh-CN" dirty="0">
                <a:solidFill>
                  <a:srgbClr val="000000"/>
                </a:solidFill>
                <a:latin typeface="Times New Roman"/>
                <a:ea typeface="Times New Roman"/>
                <a:cs typeface="Times New Roman"/>
              </a:rPr>
              <a:t>4</a:t>
            </a:r>
          </a:p>
        </p:txBody>
      </p:sp>
      <p:sp>
        <p:nvSpPr>
          <p:cNvPr id="531" name="head_label" descr="Editable text; source id head_label"/>
          <p:cNvSpPr txBox="1"/>
          <p:nvPr/>
        </p:nvSpPr>
        <p:spPr>
          <a:xfrm rot="16200000">
            <a:off x="11471909" y="1064894"/>
            <a:ext cx="571499" cy="331469"/>
          </a:xfrm>
          <a:prstGeom prst="rect">
            <a:avLst/>
          </a:prstGeom>
          <a:noFill/>
          <a:effectLst/>
        </p:spPr>
        <p:txBody>
          <a:bodyPr wrap="none" anchor="ctr" tIns="0" rIns="0" bIns="0" lIns="0" anchorCtr="0" vertOverflow="overflow">
            <a:noAutofit/>
          </a:bodyPr>
          <a:lstStyle/>
          <a:p>
            <a:pPr algn="ctr" fontAlgn="base">
              <a:lnSpc>
                <a:spcPts val="2138"/>
              </a:lnSpc>
              <a:spcBef>
                <a:spcPts val="0"/>
              </a:spcBef>
              <a:spcAft>
                <a:spcPts val="0"/>
              </a:spcAft>
              <a:defRPr sz="1859" b="0" i="0" lang="zh-CN" dirty="0">
                <a:solidFill>
                  <a:srgbClr val="111827"/>
                </a:solidFill>
                <a:latin typeface="Times New Roman"/>
                <a:ea typeface="Times New Roman"/>
                <a:cs typeface="Times New Roman"/>
              </a:defRPr>
            </a:pPr>
            <a:r>
              <a:rPr sz="1859" b="0" i="0" lang="zh-CN" dirty="0">
                <a:solidFill>
                  <a:srgbClr val="111827"/>
                </a:solidFill>
                <a:latin typeface="Times New Roman"/>
                <a:ea typeface="Times New Roman"/>
                <a:cs typeface="Times New Roman"/>
              </a:rPr>
              <a:t>Head</a:t>
            </a:r>
          </a:p>
        </p:txBody>
      </p:sp>
      <p:sp>
        <p:nvSpPr>
          <p:cNvPr id="532" name="block_ln_1_label" descr="Editable text; source id block_ln_1_label"/>
          <p:cNvSpPr txBox="1"/>
          <p:nvPr/>
        </p:nvSpPr>
        <p:spPr>
          <a:xfrm rot="5400000">
            <a:off x="2019299" y="3646169"/>
            <a:ext cx="342899" cy="274319"/>
          </a:xfrm>
          <a:prstGeom prst="rect">
            <a:avLst/>
          </a:prstGeom>
          <a:noFill/>
          <a:effectLst/>
        </p:spPr>
        <p:txBody>
          <a:bodyPr wrap="none" anchor="ctr" tIns="0" rIns="0" bIns="0" lIns="0" anchorCtr="0" vertOverflow="overflow">
            <a:noAutofit/>
          </a:bodyPr>
          <a:lstStyle/>
          <a:p>
            <a:pPr algn="ctr" fontAlgn="base">
              <a:lnSpc>
                <a:spcPts val="1862"/>
              </a:lnSpc>
              <a:spcBef>
                <a:spcPts val="0"/>
              </a:spcBef>
              <a:spcAft>
                <a:spcPts val="0"/>
              </a:spcAft>
              <a:defRPr sz="1619" b="0" i="0" lang="zh-CN" dirty="0">
                <a:solidFill>
                  <a:srgbClr val="111827"/>
                </a:solidFill>
                <a:latin typeface="Times New Roman"/>
                <a:ea typeface="Times New Roman"/>
                <a:cs typeface="Times New Roman"/>
              </a:defRPr>
            </a:pPr>
            <a:r>
              <a:rPr sz="1619" b="0" i="0" lang="zh-CN" dirty="0">
                <a:solidFill>
                  <a:srgbClr val="111827"/>
                </a:solidFill>
                <a:latin typeface="Times New Roman"/>
                <a:ea typeface="Times New Roman"/>
                <a:cs typeface="Times New Roman"/>
              </a:rPr>
              <a:t>LN</a:t>
            </a:r>
          </a:p>
        </p:txBody>
      </p:sp>
      <p:sp>
        <p:nvSpPr>
          <p:cNvPr id="533" name="block_ssm_label" descr="Editable text; source id block_ssm_label"/>
          <p:cNvSpPr txBox="1"/>
          <p:nvPr/>
        </p:nvSpPr>
        <p:spPr>
          <a:xfrm rot="5400000">
            <a:off x="2221229" y="3537584"/>
            <a:ext cx="1386839" cy="506729"/>
          </a:xfrm>
          <a:prstGeom prst="rect">
            <a:avLst/>
          </a:prstGeom>
          <a:noFill/>
          <a:effectLst/>
        </p:spPr>
        <p:txBody>
          <a:bodyPr wrap="none" anchor="ctr" tIns="0" rIns="0" bIns="0" lIns="0" anchorCtr="0" vertOverflow="overflow">
            <a:noAutofit/>
          </a:bodyPr>
          <a:lstStyle/>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Structure-aware</a:t>
            </a:r>
          </a:p>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SSM</a:t>
            </a:r>
          </a:p>
        </p:txBody>
      </p:sp>
      <p:sp>
        <p:nvSpPr>
          <p:cNvPr id="534" name="block_ln_2_label" descr="Editable text; source id block_ln_2_label"/>
          <p:cNvSpPr txBox="1"/>
          <p:nvPr/>
        </p:nvSpPr>
        <p:spPr>
          <a:xfrm rot="5400000">
            <a:off x="3970019" y="3638549"/>
            <a:ext cx="342899" cy="274319"/>
          </a:xfrm>
          <a:prstGeom prst="rect">
            <a:avLst/>
          </a:prstGeom>
          <a:noFill/>
          <a:effectLst/>
        </p:spPr>
        <p:txBody>
          <a:bodyPr wrap="none" anchor="ctr" tIns="0" rIns="0" bIns="0" lIns="0" anchorCtr="0" vertOverflow="overflow">
            <a:noAutofit/>
          </a:bodyPr>
          <a:lstStyle/>
          <a:p>
            <a:pPr algn="ctr" fontAlgn="base">
              <a:lnSpc>
                <a:spcPts val="1862"/>
              </a:lnSpc>
              <a:spcBef>
                <a:spcPts val="0"/>
              </a:spcBef>
              <a:spcAft>
                <a:spcPts val="0"/>
              </a:spcAft>
              <a:defRPr sz="1619" b="0" i="0" lang="zh-CN" dirty="0">
                <a:solidFill>
                  <a:srgbClr val="111827"/>
                </a:solidFill>
                <a:latin typeface="Times New Roman"/>
                <a:ea typeface="Times New Roman"/>
                <a:cs typeface="Times New Roman"/>
              </a:defRPr>
            </a:pPr>
            <a:r>
              <a:rPr sz="1619" b="0" i="0" lang="zh-CN" dirty="0">
                <a:solidFill>
                  <a:srgbClr val="111827"/>
                </a:solidFill>
                <a:latin typeface="Times New Roman"/>
                <a:ea typeface="Times New Roman"/>
                <a:cs typeface="Times New Roman"/>
              </a:rPr>
              <a:t>LN</a:t>
            </a:r>
          </a:p>
        </p:txBody>
      </p:sp>
      <p:sp>
        <p:nvSpPr>
          <p:cNvPr id="535" name="block_ffn_label" descr="Editable text; source id block_ffn_label"/>
          <p:cNvSpPr txBox="1"/>
          <p:nvPr/>
        </p:nvSpPr>
        <p:spPr>
          <a:xfrm rot="5400000">
            <a:off x="4655819" y="3635692"/>
            <a:ext cx="441959" cy="280034"/>
          </a:xfrm>
          <a:prstGeom prst="rect">
            <a:avLst/>
          </a:prstGeom>
          <a:noFill/>
          <a:effectLst/>
        </p:spPr>
        <p:txBody>
          <a:bodyPr wrap="none" anchor="ctr" tIns="0" rIns="0" bIns="0" lIns="0" anchorCtr="0" vertOverflow="overflow">
            <a:noAutofit/>
          </a:bodyPr>
          <a:lstStyle/>
          <a:p>
            <a:pPr algn="ctr" fontAlgn="base">
              <a:lnSpc>
                <a:spcPts val="1814"/>
              </a:lnSpc>
              <a:spcBef>
                <a:spcPts val="0"/>
              </a:spcBef>
              <a:spcAft>
                <a:spcPts val="0"/>
              </a:spcAft>
              <a:defRPr sz="1577" b="0" i="0" lang="zh-CN" dirty="0">
                <a:solidFill>
                  <a:srgbClr val="111827"/>
                </a:solidFill>
                <a:latin typeface="Times New Roman"/>
                <a:ea typeface="Times New Roman"/>
                <a:cs typeface="Times New Roman"/>
              </a:defRPr>
            </a:pPr>
            <a:r>
              <a:rPr sz="1577" b="0" i="0" lang="zh-CN" dirty="0">
                <a:solidFill>
                  <a:srgbClr val="111827"/>
                </a:solidFill>
                <a:latin typeface="Times New Roman"/>
                <a:ea typeface="Times New Roman"/>
                <a:cs typeface="Times New Roman"/>
              </a:rPr>
              <a:t>FFN</a:t>
            </a:r>
          </a:p>
        </p:txBody>
      </p:sp>
      <p:sp>
        <p:nvSpPr>
          <p:cNvPr id="536" name="caption_block" descr="Editable text; source id caption_block"/>
          <p:cNvSpPr txBox="1"/>
          <p:nvPr/>
        </p:nvSpPr>
        <p:spPr>
          <a:xfrm>
            <a:off x="3352799" y="4343399"/>
            <a:ext cx="2141219" cy="3276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Spatial-Mamba Block</a:t>
            </a:r>
          </a:p>
        </p:txBody>
      </p:sp>
      <p:sp>
        <p:nvSpPr>
          <p:cNvPr id="537" name="ssm_linear_top_label" descr="Editable text; source id ssm_linear_top_label"/>
          <p:cNvSpPr txBox="1"/>
          <p:nvPr/>
        </p:nvSpPr>
        <p:spPr>
          <a:xfrm rot="5400000">
            <a:off x="6835139" y="3083432"/>
            <a:ext cx="617219" cy="294893"/>
          </a:xfrm>
          <a:prstGeom prst="rect">
            <a:avLst/>
          </a:prstGeom>
          <a:noFill/>
          <a:effectLst/>
        </p:spPr>
        <p:txBody>
          <a:bodyPr wrap="none" anchor="ctr" tIns="0" rIns="0" bIns="0" lIns="0" anchorCtr="0" vertOverflow="overflow">
            <a:noAutofit/>
          </a:bodyPr>
          <a:lstStyle/>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Linear</a:t>
            </a:r>
          </a:p>
        </p:txBody>
      </p:sp>
      <p:sp>
        <p:nvSpPr>
          <p:cNvPr id="538" name="ssm_linear_bottom_label" descr="Editable text; source id ssm_linear_bottom_label"/>
          <p:cNvSpPr txBox="1"/>
          <p:nvPr/>
        </p:nvSpPr>
        <p:spPr>
          <a:xfrm rot="5400000">
            <a:off x="6838949" y="4020692"/>
            <a:ext cx="609599" cy="294893"/>
          </a:xfrm>
          <a:prstGeom prst="rect">
            <a:avLst/>
          </a:prstGeom>
          <a:noFill/>
          <a:effectLst/>
        </p:spPr>
        <p:txBody>
          <a:bodyPr wrap="none" anchor="ctr" tIns="0" rIns="0" bIns="0" lIns="0" anchorCtr="0" vertOverflow="overflow">
            <a:noAutofit/>
          </a:bodyPr>
          <a:lstStyle/>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Linear</a:t>
            </a:r>
          </a:p>
        </p:txBody>
      </p:sp>
      <p:sp>
        <p:nvSpPr>
          <p:cNvPr id="539" name="ssm_conv_label" descr="Editable text; source id ssm_conv_label"/>
          <p:cNvSpPr txBox="1"/>
          <p:nvPr/>
        </p:nvSpPr>
        <p:spPr>
          <a:xfrm rot="5400000">
            <a:off x="7494269" y="3087242"/>
            <a:ext cx="525779" cy="294893"/>
          </a:xfrm>
          <a:prstGeom prst="rect">
            <a:avLst/>
          </a:prstGeom>
          <a:noFill/>
          <a:effectLst/>
        </p:spPr>
        <p:txBody>
          <a:bodyPr wrap="none" anchor="ctr" tIns="0" rIns="0" bIns="0" lIns="0" anchorCtr="0" vertOverflow="overflow">
            <a:noAutofit/>
          </a:bodyPr>
          <a:lstStyle/>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Conv</a:t>
            </a:r>
          </a:p>
        </p:txBody>
      </p:sp>
      <p:sp>
        <p:nvSpPr>
          <p:cNvPr id="540" name="ssm_sasf_label" descr="Editable text; source id ssm_sasf_label"/>
          <p:cNvSpPr txBox="1"/>
          <p:nvPr/>
        </p:nvSpPr>
        <p:spPr>
          <a:xfrm rot="5400000">
            <a:off x="8484869" y="3085528"/>
            <a:ext cx="563879" cy="298322"/>
          </a:xfrm>
          <a:prstGeom prst="rect">
            <a:avLst/>
          </a:prstGeom>
          <a:noFill/>
          <a:effectLst/>
        </p:spPr>
        <p:txBody>
          <a:bodyPr wrap="none" anchor="ctr" tIns="0" rIns="0" bIns="0" lIns="0" anchorCtr="0" vertOverflow="overflow">
            <a:noAutofit/>
          </a:bodyPr>
          <a:lstStyle/>
          <a:p>
            <a:pPr algn="ctr" fontAlgn="base">
              <a:lnSpc>
                <a:spcPts val="1835"/>
              </a:lnSpc>
              <a:spcBef>
                <a:spcPts val="0"/>
              </a:spcBef>
              <a:spcAft>
                <a:spcPts val="0"/>
              </a:spcAft>
              <a:defRPr sz="1595" b="0" i="0" lang="zh-CN" dirty="0">
                <a:solidFill>
                  <a:srgbClr val="111827"/>
                </a:solidFill>
                <a:latin typeface="Times New Roman"/>
                <a:ea typeface="Times New Roman"/>
                <a:cs typeface="Times New Roman"/>
              </a:defRPr>
            </a:pPr>
            <a:r>
              <a:rPr sz="1595" b="0" i="0" lang="zh-CN" dirty="0">
                <a:solidFill>
                  <a:srgbClr val="111827"/>
                </a:solidFill>
                <a:latin typeface="Times New Roman"/>
                <a:ea typeface="Times New Roman"/>
                <a:cs typeface="Times New Roman"/>
              </a:rPr>
              <a:t>SASF</a:t>
            </a:r>
          </a:p>
        </p:txBody>
      </p:sp>
      <p:sp>
        <p:nvSpPr>
          <p:cNvPr id="541" name="ssm_ln_label" descr="Editable text; source id ssm_ln_label"/>
          <p:cNvSpPr txBox="1"/>
          <p:nvPr/>
        </p:nvSpPr>
        <p:spPr>
          <a:xfrm rot="5400000">
            <a:off x="9220199" y="3094672"/>
            <a:ext cx="350519" cy="280034"/>
          </a:xfrm>
          <a:prstGeom prst="rect">
            <a:avLst/>
          </a:prstGeom>
          <a:noFill/>
          <a:effectLst/>
        </p:spPr>
        <p:txBody>
          <a:bodyPr wrap="none" anchor="ctr" tIns="0" rIns="0" bIns="0" lIns="0" anchorCtr="0" vertOverflow="overflow">
            <a:noAutofit/>
          </a:bodyPr>
          <a:lstStyle/>
          <a:p>
            <a:pPr algn="ctr" fontAlgn="base">
              <a:lnSpc>
                <a:spcPts val="1897"/>
              </a:lnSpc>
              <a:spcBef>
                <a:spcPts val="0"/>
              </a:spcBef>
              <a:spcAft>
                <a:spcPts val="0"/>
              </a:spcAft>
              <a:defRPr sz="1649" b="0" i="0" lang="zh-CN" dirty="0">
                <a:solidFill>
                  <a:srgbClr val="111827"/>
                </a:solidFill>
                <a:latin typeface="Times New Roman"/>
                <a:ea typeface="Times New Roman"/>
                <a:cs typeface="Times New Roman"/>
              </a:defRPr>
            </a:pPr>
            <a:r>
              <a:rPr sz="1649" b="0" i="0" lang="zh-CN" dirty="0">
                <a:solidFill>
                  <a:srgbClr val="111827"/>
                </a:solidFill>
                <a:latin typeface="Times New Roman"/>
                <a:ea typeface="Times New Roman"/>
                <a:cs typeface="Times New Roman"/>
              </a:rPr>
              <a:t>LN</a:t>
            </a:r>
          </a:p>
        </p:txBody>
      </p:sp>
      <p:sp>
        <p:nvSpPr>
          <p:cNvPr id="542" name="ssm_linear_out_label" descr="Editable text; source id ssm_linear_out_label"/>
          <p:cNvSpPr txBox="1"/>
          <p:nvPr/>
        </p:nvSpPr>
        <p:spPr>
          <a:xfrm rot="5400000">
            <a:off x="10286999" y="3098672"/>
            <a:ext cx="617219" cy="294893"/>
          </a:xfrm>
          <a:prstGeom prst="rect">
            <a:avLst/>
          </a:prstGeom>
          <a:noFill/>
          <a:effectLst/>
        </p:spPr>
        <p:txBody>
          <a:bodyPr wrap="none" anchor="ctr" tIns="0" rIns="0" bIns="0" lIns="0" anchorCtr="0" vertOverflow="overflow">
            <a:noAutofit/>
          </a:bodyPr>
          <a:lstStyle/>
          <a:p>
            <a:pPr algn="ctr" fontAlgn="base">
              <a:lnSpc>
                <a:spcPts val="1842"/>
              </a:lnSpc>
              <a:spcBef>
                <a:spcPts val="0"/>
              </a:spcBef>
              <a:spcAft>
                <a:spcPts val="0"/>
              </a:spcAft>
              <a:defRPr sz="1601" b="0" i="0" lang="zh-CN" dirty="0">
                <a:solidFill>
                  <a:srgbClr val="111827"/>
                </a:solidFill>
                <a:latin typeface="Times New Roman"/>
                <a:ea typeface="Times New Roman"/>
                <a:cs typeface="Times New Roman"/>
              </a:defRPr>
            </a:pPr>
            <a:r>
              <a:rPr sz="1601" b="0" i="0" lang="zh-CN" dirty="0">
                <a:solidFill>
                  <a:srgbClr val="111827"/>
                </a:solidFill>
                <a:latin typeface="Times New Roman"/>
                <a:ea typeface="Times New Roman"/>
                <a:cs typeface="Times New Roman"/>
              </a:rPr>
              <a:t>Linear</a:t>
            </a:r>
          </a:p>
        </p:txBody>
      </p:sp>
      <p:sp>
        <p:nvSpPr>
          <p:cNvPr id="543" name="sigma_1_text" descr="Editable text; source id sigma_1_text"/>
          <p:cNvSpPr txBox="1"/>
          <p:nvPr/>
        </p:nvSpPr>
        <p:spPr>
          <a:xfrm>
            <a:off x="8084819" y="3028949"/>
            <a:ext cx="259079" cy="365759"/>
          </a:xfrm>
          <a:prstGeom prst="rect">
            <a:avLst/>
          </a:prstGeom>
          <a:noFill/>
          <a:effectLst/>
        </p:spPr>
        <p:txBody>
          <a:bodyPr wrap="none" anchor="t" tIns="0" rIns="0" bIns="0" lIns="0" anchorCtr="0" vertOverflow="overflow">
            <a:noAutofit/>
          </a:bodyPr>
          <a:lstStyle/>
          <a:p>
            <a:pPr algn="ctr" fontAlgn="base">
              <a:lnSpc>
                <a:spcPts val="2621"/>
              </a:lnSpc>
              <a:spcBef>
                <a:spcPts val="0"/>
              </a:spcBef>
              <a:spcAft>
                <a:spcPts val="0"/>
              </a:spcAft>
              <a:defRPr sz="2279" b="0" i="1" lang="zh-CN" dirty="0">
                <a:solidFill>
                  <a:srgbClr val="000000"/>
                </a:solidFill>
                <a:latin typeface="Times New Roman"/>
                <a:ea typeface="Times New Roman"/>
                <a:cs typeface="Times New Roman"/>
              </a:defRPr>
            </a:pPr>
            <a:r>
              <a:rPr sz="2279" b="0" i="1" lang="zh-CN" dirty="0">
                <a:solidFill>
                  <a:srgbClr val="000000"/>
                </a:solidFill>
                <a:latin typeface="Times New Roman"/>
                <a:ea typeface="Times New Roman"/>
                <a:cs typeface="Times New Roman"/>
              </a:rPr>
              <a:t>σ</a:t>
            </a:r>
          </a:p>
        </p:txBody>
      </p:sp>
      <p:sp>
        <p:nvSpPr>
          <p:cNvPr id="544" name="sigma_2_text" descr="Editable text; source id sigma_2_text"/>
          <p:cNvSpPr txBox="1"/>
          <p:nvPr/>
        </p:nvSpPr>
        <p:spPr>
          <a:xfrm>
            <a:off x="8084819" y="3958589"/>
            <a:ext cx="259079" cy="365759"/>
          </a:xfrm>
          <a:prstGeom prst="rect">
            <a:avLst/>
          </a:prstGeom>
          <a:noFill/>
          <a:effectLst/>
        </p:spPr>
        <p:txBody>
          <a:bodyPr wrap="none" anchor="t" tIns="0" rIns="0" bIns="0" lIns="0" anchorCtr="0" vertOverflow="overflow">
            <a:noAutofit/>
          </a:bodyPr>
          <a:lstStyle/>
          <a:p>
            <a:pPr algn="ctr" fontAlgn="base">
              <a:lnSpc>
                <a:spcPts val="2621"/>
              </a:lnSpc>
              <a:spcBef>
                <a:spcPts val="0"/>
              </a:spcBef>
              <a:spcAft>
                <a:spcPts val="0"/>
              </a:spcAft>
              <a:defRPr sz="2279" b="0" i="1" lang="zh-CN" dirty="0">
                <a:solidFill>
                  <a:srgbClr val="000000"/>
                </a:solidFill>
                <a:latin typeface="Times New Roman"/>
                <a:ea typeface="Times New Roman"/>
                <a:cs typeface="Times New Roman"/>
              </a:defRPr>
            </a:pPr>
            <a:r>
              <a:rPr sz="2279" b="0" i="1" lang="zh-CN" dirty="0">
                <a:solidFill>
                  <a:srgbClr val="000000"/>
                </a:solidFill>
                <a:latin typeface="Times New Roman"/>
                <a:ea typeface="Times New Roman"/>
                <a:cs typeface="Times New Roman"/>
              </a:rPr>
              <a:t>σ</a:t>
            </a:r>
          </a:p>
        </p:txBody>
      </p:sp>
      <p:sp>
        <p:nvSpPr>
          <p:cNvPr id="545" name="caption_ssm" descr="Editable text; source id caption_ssm"/>
          <p:cNvSpPr txBox="1"/>
          <p:nvPr/>
        </p:nvSpPr>
        <p:spPr>
          <a:xfrm>
            <a:off x="8629649" y="4347209"/>
            <a:ext cx="2118359" cy="327659"/>
          </a:xfrm>
          <a:prstGeom prst="rect">
            <a:avLst/>
          </a:prstGeom>
          <a:noFill/>
          <a:effectLst/>
        </p:spPr>
        <p:txBody>
          <a:bodyPr wrap="none" anchor="t" tIns="0" rIns="0" bIns="0" lIns="0" anchorCtr="0" vertOverflow="overflow">
            <a:noAutofit/>
          </a:bodyPr>
          <a:lstStyle/>
          <a:p>
            <a:pPr algn="ctr" fontAlgn="base">
              <a:lnSpc>
                <a:spcPts val="2138"/>
              </a:lnSpc>
              <a:spcBef>
                <a:spcPts val="0"/>
              </a:spcBef>
              <a:spcAft>
                <a:spcPts val="0"/>
              </a:spcAft>
              <a:defRPr sz="1859" b="0" i="0" lang="zh-CN" dirty="0">
                <a:solidFill>
                  <a:srgbClr val="000000"/>
                </a:solidFill>
                <a:latin typeface="Times New Roman"/>
                <a:ea typeface="Times New Roman"/>
                <a:cs typeface="Times New Roman"/>
              </a:defRPr>
            </a:pPr>
            <a:r>
              <a:rPr sz="1859" b="0" i="0" lang="zh-CN" dirty="0">
                <a:solidFill>
                  <a:srgbClr val="000000"/>
                </a:solidFill>
                <a:latin typeface="Times New Roman"/>
                <a:ea typeface="Times New Roman"/>
                <a:cs typeface="Times New Roman"/>
              </a:rPr>
              <a:t>Structure-aware SSM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Spatial-Mamba Figure 4 — candidate runtime native rotation retest</dc:title>
  <dc:subject>Reconstructed from source images; see validation and font manifest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