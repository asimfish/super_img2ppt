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3138791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cameras" descr="Exact crop of pinned official UniAD pipeline.png; complex artwork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561" y="992221"/>
            <a:ext cx="616085" cy="590144"/>
          </a:xfrm>
          <a:prstGeom prst="rect">
            <a:avLst/>
          </a:prstGeom>
          <a:effectLst/>
        </p:spPr>
      </p:pic>
      <p:pic>
        <p:nvPicPr>
          <p:cNvPr id="3" name="backbone" descr="Exact crop of pinned official UniAD pipeline.png; complex artwork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0782" y="817123"/>
            <a:ext cx="415046" cy="791182"/>
          </a:xfrm>
          <a:prstGeom prst="rect">
            <a:avLst/>
          </a:prstGeom>
          <a:effectLst/>
        </p:spPr>
      </p:pic>
      <p:pic>
        <p:nvPicPr>
          <p:cNvPr id="4" name="bev_art" descr="Exact crop of pinned official UniAD pipeline.png; complex artwork.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33599" y="1206229"/>
            <a:ext cx="479897" cy="220493"/>
          </a:xfrm>
          <a:prstGeom prst="rect">
            <a:avLst/>
          </a:prstGeom>
          <a:effectLst/>
        </p:spPr>
      </p:pic>
      <p:pic>
        <p:nvPicPr>
          <p:cNvPr id="5" name="motion_art" descr="Exact crop of pinned official UniAD pipeline.png; complex artwork.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6195" y="0"/>
            <a:ext cx="1089497" cy="804153"/>
          </a:xfrm>
          <a:prstGeom prst="rect">
            <a:avLst/>
          </a:prstGeom>
          <a:effectLst/>
        </p:spPr>
      </p:pic>
      <p:pic>
        <p:nvPicPr>
          <p:cNvPr id="6" name="occ_art" descr="Exact crop of pinned official UniAD pipeline.png; complex artwork.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35438" y="32425"/>
            <a:ext cx="1225685" cy="979251"/>
          </a:xfrm>
          <a:prstGeom prst="rect">
            <a:avLst/>
          </a:prstGeom>
          <a:effectLst/>
        </p:spPr>
      </p:pic>
      <p:pic>
        <p:nvPicPr>
          <p:cNvPr id="7" name="planner_art" descr="Exact crop of pinned official UniAD pipeline.png; complex artwork.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30127" y="194553"/>
            <a:ext cx="1141378" cy="784697"/>
          </a:xfrm>
          <a:prstGeom prst="rect">
            <a:avLst/>
          </a:prstGeom>
          <a:effectLst/>
        </p:spPr>
      </p:pic>
      <p:pic>
        <p:nvPicPr>
          <p:cNvPr id="8" name="track_fused" descr="Exact source crop: fused illustration and module label inseparable without image editing; whole module retained as raster; label NOT duplicated.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02995" y="0"/>
            <a:ext cx="1647216" cy="674451"/>
          </a:xfrm>
          <a:prstGeom prst="rect">
            <a:avLst/>
          </a:prstGeom>
          <a:effectLst/>
        </p:spPr>
      </p:pic>
      <p:pic>
        <p:nvPicPr>
          <p:cNvPr id="9" name="map_fused" descr="Exact source crop: fused illustration and module label inseparable without image editing; whole module retained as raster; label NOT duplicated.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702995" y="1848255"/>
            <a:ext cx="1647216" cy="953310"/>
          </a:xfrm>
          <a:prstGeom prst="rect">
            <a:avLst/>
          </a:prstGeom>
          <a:effectLst/>
        </p:spPr>
      </p:pic>
      <p:sp>
        <p:nvSpPr>
          <p:cNvPr id="10" name="motion_box" descr="Editable shape; source id motion_box"/>
          <p:cNvSpPr/>
          <p:nvPr/>
        </p:nvSpPr>
        <p:spPr>
          <a:xfrm>
            <a:off x="6459165" y="849548"/>
            <a:ext cx="1089497" cy="817123"/>
          </a:xfrm>
          <a:prstGeom prst="roundRect">
            <a:avLst>
              <a:gd name="adj" fmla="val 4761"/>
            </a:avLst>
          </a:prstGeom>
          <a:solidFill>
            <a:srgbClr val="DFEFD6"/>
          </a:solidFill>
          <a:ln w="12970">
            <a:solidFill>
              <a:srgbClr val="2856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cc_box" descr="Editable shape; source id occ_box"/>
          <p:cNvSpPr/>
          <p:nvPr/>
        </p:nvSpPr>
        <p:spPr>
          <a:xfrm>
            <a:off x="8508459" y="1070042"/>
            <a:ext cx="1627761" cy="434502"/>
          </a:xfrm>
          <a:prstGeom prst="roundRect">
            <a:avLst>
              <a:gd name="adj" fmla="val 8955"/>
            </a:avLst>
          </a:prstGeom>
          <a:solidFill>
            <a:srgbClr val="FFF3CE"/>
          </a:solidFill>
          <a:ln w="12970">
            <a:solidFill>
              <a:srgbClr val="875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planner_box" descr="Editable shape; source id planner_box"/>
          <p:cNvSpPr/>
          <p:nvPr/>
        </p:nvSpPr>
        <p:spPr>
          <a:xfrm>
            <a:off x="10758791" y="1057072"/>
            <a:ext cx="1199744" cy="440987"/>
          </a:xfrm>
          <a:prstGeom prst="roundRect">
            <a:avLst>
              <a:gd name="adj" fmla="val 8823"/>
            </a:avLst>
          </a:prstGeom>
          <a:solidFill>
            <a:srgbClr val="F3939A"/>
          </a:solidFill>
          <a:ln w="12970">
            <a:solidFill>
              <a:srgbClr val="ED00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b1_circle" descr="Editable shape; source id b1_circle"/>
          <p:cNvSpPr/>
          <p:nvPr/>
        </p:nvSpPr>
        <p:spPr>
          <a:xfrm>
            <a:off x="4098587" y="1160834"/>
            <a:ext cx="259404" cy="259404"/>
          </a:xfrm>
          <a:prstGeom prst="ellipse">
            <a:avLst/>
          </a:prstGeom>
          <a:solidFill>
            <a:srgbClr val="CDCDCD"/>
          </a:solidFill>
          <a:ln w="10376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b2_circle" descr="Editable shape; source id b2_circle"/>
          <p:cNvSpPr/>
          <p:nvPr/>
        </p:nvSpPr>
        <p:spPr>
          <a:xfrm>
            <a:off x="9182910" y="2412459"/>
            <a:ext cx="259404" cy="259404"/>
          </a:xfrm>
          <a:prstGeom prst="ellipse">
            <a:avLst/>
          </a:prstGeom>
          <a:solidFill>
            <a:srgbClr val="CDCDCD"/>
          </a:solidFill>
          <a:ln w="10376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b3_circle" descr="Editable shape; source id b3_circle"/>
          <p:cNvSpPr/>
          <p:nvPr/>
        </p:nvSpPr>
        <p:spPr>
          <a:xfrm>
            <a:off x="11348935" y="2412459"/>
            <a:ext cx="259404" cy="259404"/>
          </a:xfrm>
          <a:prstGeom prst="ellipse">
            <a:avLst/>
          </a:prstGeom>
          <a:solidFill>
            <a:srgbClr val="CDCDCD"/>
          </a:solidFill>
          <a:ln w="10376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legend_circle" descr="Editable shape; source id legend_circle"/>
          <p:cNvSpPr/>
          <p:nvPr/>
        </p:nvSpPr>
        <p:spPr>
          <a:xfrm>
            <a:off x="622570" y="389106"/>
            <a:ext cx="214008" cy="220493"/>
          </a:xfrm>
          <a:prstGeom prst="ellipse">
            <a:avLst/>
          </a:prstGeom>
          <a:solidFill>
            <a:srgbClr val="CDCDCD"/>
          </a:solidFill>
          <a:ln w="10376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legend_tri" descr="Editable shape; source id legend_tri"/>
          <p:cNvSpPr/>
          <p:nvPr/>
        </p:nvSpPr>
        <p:spPr>
          <a:xfrm>
            <a:off x="505838" y="116731"/>
            <a:ext cx="149157" cy="155642"/>
          </a:xfrm>
          <a:prstGeom prst="triangle">
            <a:avLst/>
          </a:prstGeom>
          <a:solidFill>
            <a:srgbClr val="C8D9EC"/>
          </a:solidFill>
          <a:ln w="19455">
            <a:solidFill>
              <a:srgbClr val="1239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legend_ellipse" descr="Editable shape; source id legend_ellipse"/>
          <p:cNvSpPr/>
          <p:nvPr/>
        </p:nvSpPr>
        <p:spPr>
          <a:xfrm>
            <a:off x="778212" y="123217"/>
            <a:ext cx="162127" cy="162127"/>
          </a:xfrm>
          <a:prstGeom prst="ellipse">
            <a:avLst/>
          </a:prstGeom>
          <a:solidFill>
            <a:srgbClr val="E0EED8"/>
          </a:solidFill>
          <a:ln w="19455">
            <a:solidFill>
              <a:srgbClr val="2856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rack_in0" descr="Editable shape; source id track_in0"/>
          <p:cNvSpPr/>
          <p:nvPr/>
        </p:nvSpPr>
        <p:spPr>
          <a:xfrm>
            <a:off x="3313889" y="129702"/>
            <a:ext cx="149157" cy="149157"/>
          </a:xfrm>
          <a:prstGeom prst="triangle">
            <a:avLst/>
          </a:prstGeom>
          <a:solidFill>
            <a:srgbClr val="D3D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rack_in1" descr="Editable shape; source id track_in1"/>
          <p:cNvSpPr/>
          <p:nvPr/>
        </p:nvSpPr>
        <p:spPr>
          <a:xfrm>
            <a:off x="3313889" y="369651"/>
            <a:ext cx="149157" cy="149157"/>
          </a:xfrm>
          <a:prstGeom prst="rect">
            <a:avLst/>
          </a:prstGeom>
          <a:solidFill>
            <a:srgbClr val="D3D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rack_in2" descr="Editable shape; source id track_in2"/>
          <p:cNvSpPr/>
          <p:nvPr/>
        </p:nvSpPr>
        <p:spPr>
          <a:xfrm>
            <a:off x="3313889" y="596629"/>
            <a:ext cx="149157" cy="149157"/>
          </a:xfrm>
          <a:prstGeom prst="rect">
            <a:avLst/>
          </a:prstGeom>
          <a:solidFill>
            <a:srgbClr val="94B6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rack_out0" descr="Editable shape; source id track_out0"/>
          <p:cNvSpPr/>
          <p:nvPr/>
        </p:nvSpPr>
        <p:spPr>
          <a:xfrm>
            <a:off x="5557736" y="116731"/>
            <a:ext cx="149157" cy="149157"/>
          </a:xfrm>
          <a:prstGeom prst="triangle">
            <a:avLst/>
          </a:prstGeom>
          <a:solidFill>
            <a:srgbClr val="D3DFEF"/>
          </a:solidFill>
          <a:ln w="19455">
            <a:solidFill>
              <a:srgbClr val="173D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rack_out1" descr="Editable shape; source id track_out1"/>
          <p:cNvSpPr/>
          <p:nvPr/>
        </p:nvSpPr>
        <p:spPr>
          <a:xfrm>
            <a:off x="5557736" y="376136"/>
            <a:ext cx="149157" cy="149157"/>
          </a:xfrm>
          <a:prstGeom prst="rect">
            <a:avLst/>
          </a:prstGeom>
          <a:solidFill>
            <a:srgbClr val="D3DFEF"/>
          </a:solidFill>
          <a:ln w="19455">
            <a:solidFill>
              <a:srgbClr val="173D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rack_out2" descr="Editable shape; source id track_out2"/>
          <p:cNvSpPr/>
          <p:nvPr/>
        </p:nvSpPr>
        <p:spPr>
          <a:xfrm>
            <a:off x="5557736" y="603114"/>
            <a:ext cx="149157" cy="149157"/>
          </a:xfrm>
          <a:prstGeom prst="rect">
            <a:avLst/>
          </a:prstGeom>
          <a:solidFill>
            <a:srgbClr val="94B6E1"/>
          </a:solidFill>
          <a:ln w="19455">
            <a:solidFill>
              <a:srgbClr val="173D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map_in0" descr="Editable shape; source id map_in0"/>
          <p:cNvSpPr/>
          <p:nvPr/>
        </p:nvSpPr>
        <p:spPr>
          <a:xfrm>
            <a:off x="3320374" y="1828799"/>
            <a:ext cx="149157" cy="149157"/>
          </a:xfrm>
          <a:prstGeom prst="rect">
            <a:avLst/>
          </a:prstGeom>
          <a:solidFill>
            <a:srgbClr val="F0EA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map_in1" descr="Editable shape; source id map_in1"/>
          <p:cNvSpPr/>
          <p:nvPr/>
        </p:nvSpPr>
        <p:spPr>
          <a:xfrm>
            <a:off x="3320374" y="2055778"/>
            <a:ext cx="149157" cy="149157"/>
          </a:xfrm>
          <a:prstGeom prst="rect">
            <a:avLst/>
          </a:prstGeom>
          <a:solidFill>
            <a:srgbClr val="CFB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map_in2" descr="Editable shape; source id map_in2"/>
          <p:cNvSpPr/>
          <p:nvPr/>
        </p:nvSpPr>
        <p:spPr>
          <a:xfrm>
            <a:off x="3320374" y="2289242"/>
            <a:ext cx="149157" cy="149157"/>
          </a:xfrm>
          <a:prstGeom prst="rect">
            <a:avLst/>
          </a:prstGeom>
          <a:solidFill>
            <a:srgbClr val="AC8C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map_out0" descr="Editable shape; source id map_out0"/>
          <p:cNvSpPr/>
          <p:nvPr/>
        </p:nvSpPr>
        <p:spPr>
          <a:xfrm>
            <a:off x="5557736" y="1822314"/>
            <a:ext cx="149157" cy="149157"/>
          </a:xfrm>
          <a:prstGeom prst="rect">
            <a:avLst/>
          </a:prstGeom>
          <a:solidFill>
            <a:srgbClr val="F0EAF5"/>
          </a:solidFill>
          <a:ln w="19455">
            <a:solidFill>
              <a:srgbClr val="6D30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map_out1" descr="Editable shape; source id map_out1"/>
          <p:cNvSpPr/>
          <p:nvPr/>
        </p:nvSpPr>
        <p:spPr>
          <a:xfrm>
            <a:off x="5557736" y="2055778"/>
            <a:ext cx="149157" cy="149157"/>
          </a:xfrm>
          <a:prstGeom prst="rect">
            <a:avLst/>
          </a:prstGeom>
          <a:solidFill>
            <a:srgbClr val="CFBDE0"/>
          </a:solidFill>
          <a:ln w="19455">
            <a:solidFill>
              <a:srgbClr val="6D30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map_out2" descr="Editable shape; source id map_out2"/>
          <p:cNvSpPr/>
          <p:nvPr/>
        </p:nvSpPr>
        <p:spPr>
          <a:xfrm>
            <a:off x="5557736" y="2289242"/>
            <a:ext cx="149157" cy="149157"/>
          </a:xfrm>
          <a:prstGeom prst="rect">
            <a:avLst/>
          </a:prstGeom>
          <a:solidFill>
            <a:srgbClr val="AC8CC7"/>
          </a:solidFill>
          <a:ln w="19455">
            <a:solidFill>
              <a:srgbClr val="6D30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agent0" descr="Editable shape; source id agent0"/>
          <p:cNvSpPr/>
          <p:nvPr/>
        </p:nvSpPr>
        <p:spPr>
          <a:xfrm>
            <a:off x="7963710" y="894944"/>
            <a:ext cx="149157" cy="149157"/>
          </a:xfrm>
          <a:prstGeom prst="rect">
            <a:avLst/>
          </a:prstGeom>
          <a:solidFill>
            <a:srgbClr val="34792B"/>
          </a:solidFill>
          <a:ln w="19455">
            <a:solidFill>
              <a:srgbClr val="2856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agent1" descr="Editable shape; source id agent1"/>
          <p:cNvSpPr/>
          <p:nvPr/>
        </p:nvSpPr>
        <p:spPr>
          <a:xfrm>
            <a:off x="7963710" y="1193259"/>
            <a:ext cx="149157" cy="149157"/>
          </a:xfrm>
          <a:prstGeom prst="rect">
            <a:avLst/>
          </a:prstGeom>
          <a:solidFill>
            <a:srgbClr val="94C882"/>
          </a:solidFill>
          <a:ln w="19455">
            <a:solidFill>
              <a:srgbClr val="2856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agent2" descr="Editable shape; source id agent2"/>
          <p:cNvSpPr/>
          <p:nvPr/>
        </p:nvSpPr>
        <p:spPr>
          <a:xfrm>
            <a:off x="7963710" y="1491574"/>
            <a:ext cx="149157" cy="149157"/>
          </a:xfrm>
          <a:prstGeom prst="ellipse">
            <a:avLst/>
          </a:prstGeom>
          <a:solidFill>
            <a:srgbClr val="E0EED8"/>
          </a:solidFill>
          <a:ln w="19455">
            <a:solidFill>
              <a:srgbClr val="2856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motion_token0" descr="Editable shape; source id motion_token0"/>
          <p:cNvSpPr/>
          <p:nvPr/>
        </p:nvSpPr>
        <p:spPr>
          <a:xfrm>
            <a:off x="6653718" y="2380033"/>
            <a:ext cx="149157" cy="149157"/>
          </a:xfrm>
          <a:prstGeom prst="rect">
            <a:avLst/>
          </a:prstGeom>
          <a:solidFill>
            <a:srgbClr val="DEE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motion_token1" descr="Editable shape; source id motion_token1"/>
          <p:cNvSpPr/>
          <p:nvPr/>
        </p:nvSpPr>
        <p:spPr>
          <a:xfrm>
            <a:off x="6926093" y="2380033"/>
            <a:ext cx="149157" cy="149157"/>
          </a:xfrm>
          <a:prstGeom prst="rect">
            <a:avLst/>
          </a:prstGeom>
          <a:solidFill>
            <a:srgbClr val="8FCD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motion_token2" descr="Editable shape; source id motion_token2"/>
          <p:cNvSpPr/>
          <p:nvPr/>
        </p:nvSpPr>
        <p:spPr>
          <a:xfrm>
            <a:off x="7191982" y="2380033"/>
            <a:ext cx="149157" cy="149157"/>
          </a:xfrm>
          <a:prstGeom prst="rect">
            <a:avLst/>
          </a:prstGeom>
          <a:solidFill>
            <a:srgbClr val="317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" name="camera_link" descr="Editable line; source id camera_link"/>
          <p:cNvCxnSpPr/>
          <p:nvPr/>
        </p:nvCxnSpPr>
        <p:spPr>
          <a:xfrm>
            <a:off x="1089497" y="1297021"/>
            <a:ext cx="265890" cy="0"/>
          </a:xfrm>
          <a:prstGeom prst="line">
            <a:avLst/>
          </a:prstGeom>
          <a:ln w="6485">
            <a:solidFill>
              <a:srgbClr val="4444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backbone_link" descr="Editable line; source id backbone_link"/>
          <p:cNvSpPr/>
          <p:nvPr/>
        </p:nvSpPr>
        <p:spPr>
          <a:xfrm>
            <a:off x="1848255" y="1274323"/>
            <a:ext cx="181583" cy="45396"/>
          </a:xfrm>
          <a:custGeom>
            <a:avLst/>
            <a:gdLst/>
            <a:ahLst/>
            <a:cxnLst/>
            <a:rect l="l" t="t" r="r" b="b"/>
            <a:pathLst>
              <a:path w="28000" h="7000">
                <a:moveTo>
                  <a:pt x="0" y="3000"/>
                </a:moveTo>
                <a:lnTo>
                  <a:pt x="20000" y="3000"/>
                </a:lnTo>
                <a:lnTo>
                  <a:pt x="20000" y="0"/>
                </a:lnTo>
                <a:lnTo>
                  <a:pt x="28000" y="3500"/>
                </a:lnTo>
                <a:lnTo>
                  <a:pt x="20000" y="7000"/>
                </a:lnTo>
                <a:lnTo>
                  <a:pt x="20000" y="4000"/>
                </a:lnTo>
                <a:lnTo>
                  <a:pt x="0" y="4000"/>
                </a:lnTo>
                <a:close/>
              </a:path>
            </a:pathLst>
          </a:custGeom>
          <a:solidFill>
            <a:srgbClr val="44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" name="bev_left" descr="Editable line; source id bev_left"/>
          <p:cNvCxnSpPr/>
          <p:nvPr/>
        </p:nvCxnSpPr>
        <p:spPr>
          <a:xfrm>
            <a:off x="2879387" y="1284051"/>
            <a:ext cx="1134893" cy="0"/>
          </a:xfrm>
          <a:prstGeom prst="line">
            <a:avLst/>
          </a:prstGeom>
          <a:ln w="6485">
            <a:solidFill>
              <a:srgbClr val="4444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bev_right" descr="Editable line; source id bev_right"/>
          <p:cNvSpPr/>
          <p:nvPr/>
        </p:nvSpPr>
        <p:spPr>
          <a:xfrm>
            <a:off x="4422842" y="1261353"/>
            <a:ext cx="1634247" cy="45396"/>
          </a:xfrm>
          <a:custGeom>
            <a:avLst/>
            <a:gdLst/>
            <a:ahLst/>
            <a:cxnLst/>
            <a:rect l="l" t="t" r="r" b="b"/>
            <a:pathLst>
              <a:path w="252000" h="7000">
                <a:moveTo>
                  <a:pt x="0" y="3000"/>
                </a:moveTo>
                <a:lnTo>
                  <a:pt x="244000" y="3000"/>
                </a:lnTo>
                <a:lnTo>
                  <a:pt x="244000" y="0"/>
                </a:lnTo>
                <a:lnTo>
                  <a:pt x="252000" y="3500"/>
                </a:lnTo>
                <a:lnTo>
                  <a:pt x="244000" y="7000"/>
                </a:lnTo>
                <a:lnTo>
                  <a:pt x="244000" y="4000"/>
                </a:lnTo>
                <a:lnTo>
                  <a:pt x="0" y="4000"/>
                </a:lnTo>
                <a:close/>
              </a:path>
            </a:pathLst>
          </a:custGeom>
          <a:solidFill>
            <a:srgbClr val="44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rack_up" descr="Editable line; source id track_up"/>
          <p:cNvSpPr/>
          <p:nvPr/>
        </p:nvSpPr>
        <p:spPr>
          <a:xfrm>
            <a:off x="4208834" y="758757"/>
            <a:ext cx="45396" cy="369651"/>
          </a:xfrm>
          <a:custGeom>
            <a:avLst/>
            <a:gdLst/>
            <a:ahLst/>
            <a:cxnLst/>
            <a:rect l="l" t="t" r="r" b="b"/>
            <a:pathLst>
              <a:path w="7000" h="57000">
                <a:moveTo>
                  <a:pt x="3000" y="57000"/>
                </a:moveTo>
                <a:lnTo>
                  <a:pt x="3000" y="8000"/>
                </a:lnTo>
                <a:lnTo>
                  <a:pt x="0" y="8000"/>
                </a:lnTo>
                <a:lnTo>
                  <a:pt x="3500" y="0"/>
                </a:lnTo>
                <a:lnTo>
                  <a:pt x="7000" y="8000"/>
                </a:lnTo>
                <a:lnTo>
                  <a:pt x="4000" y="8000"/>
                </a:lnTo>
                <a:lnTo>
                  <a:pt x="4000" y="57000"/>
                </a:lnTo>
                <a:close/>
              </a:path>
            </a:pathLst>
          </a:custGeom>
          <a:solidFill>
            <a:srgbClr val="44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map_down" descr="Editable line; source id map_down"/>
          <p:cNvSpPr/>
          <p:nvPr/>
        </p:nvSpPr>
        <p:spPr>
          <a:xfrm>
            <a:off x="4208834" y="1504545"/>
            <a:ext cx="45396" cy="369651"/>
          </a:xfrm>
          <a:custGeom>
            <a:avLst/>
            <a:gdLst/>
            <a:ahLst/>
            <a:cxnLst/>
            <a:rect l="l" t="t" r="r" b="b"/>
            <a:pathLst>
              <a:path w="7000" h="57000">
                <a:moveTo>
                  <a:pt x="4000" y="0"/>
                </a:moveTo>
                <a:lnTo>
                  <a:pt x="4000" y="49000"/>
                </a:lnTo>
                <a:lnTo>
                  <a:pt x="7000" y="49000"/>
                </a:lnTo>
                <a:lnTo>
                  <a:pt x="3500" y="57000"/>
                </a:lnTo>
                <a:lnTo>
                  <a:pt x="0" y="49000"/>
                </a:lnTo>
                <a:lnTo>
                  <a:pt x="3000" y="49000"/>
                </a:lnTo>
                <a:lnTo>
                  <a:pt x="3000" y="0"/>
                </a:lnTo>
                <a:close/>
              </a:path>
            </a:pathLst>
          </a:custGeom>
          <a:solidFill>
            <a:srgbClr val="44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" name="track_in_link" descr="Editable line; source id track_in_link"/>
          <p:cNvCxnSpPr/>
          <p:nvPr/>
        </p:nvCxnSpPr>
        <p:spPr>
          <a:xfrm>
            <a:off x="3547353" y="440987"/>
            <a:ext cx="123217" cy="0"/>
          </a:xfrm>
          <a:prstGeom prst="line">
            <a:avLst/>
          </a:prstGeom>
          <a:ln w="6485">
            <a:solidFill>
              <a:srgbClr val="0751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track_out_link" descr="Editable line; source id track_out_link"/>
          <p:cNvCxnSpPr/>
          <p:nvPr/>
        </p:nvCxnSpPr>
        <p:spPr>
          <a:xfrm>
            <a:off x="5441004" y="447472"/>
            <a:ext cx="58366" cy="0"/>
          </a:xfrm>
          <a:prstGeom prst="line">
            <a:avLst/>
          </a:prstGeom>
          <a:ln w="6485">
            <a:solidFill>
              <a:srgbClr val="0751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map_in_link" descr="Editable line; source id map_in_link"/>
          <p:cNvCxnSpPr/>
          <p:nvPr/>
        </p:nvCxnSpPr>
        <p:spPr>
          <a:xfrm>
            <a:off x="3547353" y="2140085"/>
            <a:ext cx="123217" cy="0"/>
          </a:xfrm>
          <a:prstGeom prst="line">
            <a:avLst/>
          </a:prstGeom>
          <a:ln w="6485">
            <a:solidFill>
              <a:srgbClr val="571A8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map_out_link" descr="Editable line; source id map_out_link"/>
          <p:cNvCxnSpPr/>
          <p:nvPr/>
        </p:nvCxnSpPr>
        <p:spPr>
          <a:xfrm>
            <a:off x="5441004" y="2140085"/>
            <a:ext cx="58366" cy="0"/>
          </a:xfrm>
          <a:prstGeom prst="line">
            <a:avLst/>
          </a:prstGeom>
          <a:ln w="6485">
            <a:solidFill>
              <a:srgbClr val="571A8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rack_motion" descr="Editable line; source id track_motion"/>
          <p:cNvSpPr/>
          <p:nvPr/>
        </p:nvSpPr>
        <p:spPr>
          <a:xfrm>
            <a:off x="5763379" y="451318"/>
            <a:ext cx="293710" cy="210163"/>
          </a:xfrm>
          <a:custGeom>
            <a:avLst/>
            <a:gdLst/>
            <a:ahLst/>
            <a:cxnLst/>
            <a:rect l="l" t="t" r="r" b="b"/>
            <a:pathLst>
              <a:path w="45290" h="32407">
                <a:moveTo>
                  <a:pt x="580" y="0"/>
                </a:moveTo>
                <a:lnTo>
                  <a:pt x="39060" y="27363"/>
                </a:lnTo>
                <a:lnTo>
                  <a:pt x="40799" y="24918"/>
                </a:lnTo>
                <a:lnTo>
                  <a:pt x="45290" y="32407"/>
                </a:lnTo>
                <a:lnTo>
                  <a:pt x="36742" y="30623"/>
                </a:lnTo>
                <a:lnTo>
                  <a:pt x="38481" y="28178"/>
                </a:lnTo>
                <a:lnTo>
                  <a:pt x="0" y="814"/>
                </a:lnTo>
                <a:close/>
              </a:path>
            </a:pathLst>
          </a:custGeom>
          <a:solidFill>
            <a:srgbClr val="0751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map_motion" descr="Editable line; source id map_motion"/>
          <p:cNvSpPr/>
          <p:nvPr/>
        </p:nvSpPr>
        <p:spPr>
          <a:xfrm>
            <a:off x="5763307" y="1926077"/>
            <a:ext cx="293782" cy="223081"/>
          </a:xfrm>
          <a:custGeom>
            <a:avLst/>
            <a:gdLst/>
            <a:ahLst/>
            <a:cxnLst/>
            <a:rect l="l" t="t" r="r" b="b"/>
            <a:pathLst>
              <a:path w="45301" h="34399">
                <a:moveTo>
                  <a:pt x="0" y="33601"/>
                </a:moveTo>
                <a:lnTo>
                  <a:pt x="38617" y="4424"/>
                </a:lnTo>
                <a:lnTo>
                  <a:pt x="36808" y="2030"/>
                </a:lnTo>
                <a:lnTo>
                  <a:pt x="45301" y="0"/>
                </a:lnTo>
                <a:lnTo>
                  <a:pt x="41028" y="7615"/>
                </a:lnTo>
                <a:lnTo>
                  <a:pt x="39219" y="5222"/>
                </a:lnTo>
                <a:lnTo>
                  <a:pt x="602" y="34399"/>
                </a:lnTo>
                <a:close/>
              </a:path>
            </a:pathLst>
          </a:custGeom>
          <a:solidFill>
            <a:srgbClr val="571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motion_up" descr="Editable line; source id motion_up"/>
          <p:cNvSpPr/>
          <p:nvPr/>
        </p:nvSpPr>
        <p:spPr>
          <a:xfrm>
            <a:off x="6977974" y="1744494"/>
            <a:ext cx="45396" cy="596630"/>
          </a:xfrm>
          <a:custGeom>
            <a:avLst/>
            <a:gdLst/>
            <a:ahLst/>
            <a:cxnLst/>
            <a:rect l="l" t="t" r="r" b="b"/>
            <a:pathLst>
              <a:path w="7000" h="92000">
                <a:moveTo>
                  <a:pt x="3000" y="92000"/>
                </a:moveTo>
                <a:lnTo>
                  <a:pt x="3000" y="8000"/>
                </a:lnTo>
                <a:lnTo>
                  <a:pt x="0" y="8000"/>
                </a:lnTo>
                <a:lnTo>
                  <a:pt x="3500" y="0"/>
                </a:lnTo>
                <a:lnTo>
                  <a:pt x="7000" y="8000"/>
                </a:lnTo>
                <a:lnTo>
                  <a:pt x="4000" y="8000"/>
                </a:lnTo>
                <a:lnTo>
                  <a:pt x="4000" y="92000"/>
                </a:lnTo>
                <a:close/>
              </a:path>
            </a:pathLst>
          </a:custGeom>
          <a:solidFill>
            <a:srgbClr val="2856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0" name="agent_in" descr="Editable line; source id agent_in"/>
          <p:cNvCxnSpPr/>
          <p:nvPr/>
        </p:nvCxnSpPr>
        <p:spPr>
          <a:xfrm>
            <a:off x="7762672" y="1271080"/>
            <a:ext cx="123217" cy="0"/>
          </a:xfrm>
          <a:prstGeom prst="line">
            <a:avLst/>
          </a:prstGeom>
          <a:ln w="6485">
            <a:solidFill>
              <a:srgbClr val="28562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agent_occ" descr="Editable line; source id agent_occ"/>
          <p:cNvSpPr/>
          <p:nvPr/>
        </p:nvSpPr>
        <p:spPr>
          <a:xfrm>
            <a:off x="8210144" y="1248383"/>
            <a:ext cx="181583" cy="45396"/>
          </a:xfrm>
          <a:custGeom>
            <a:avLst/>
            <a:gdLst/>
            <a:ahLst/>
            <a:cxnLst/>
            <a:rect l="l" t="t" r="r" b="b"/>
            <a:pathLst>
              <a:path w="28000" h="7000">
                <a:moveTo>
                  <a:pt x="0" y="3000"/>
                </a:moveTo>
                <a:lnTo>
                  <a:pt x="20000" y="3000"/>
                </a:lnTo>
                <a:lnTo>
                  <a:pt x="20000" y="0"/>
                </a:lnTo>
                <a:lnTo>
                  <a:pt x="28000" y="3500"/>
                </a:lnTo>
                <a:lnTo>
                  <a:pt x="20000" y="7000"/>
                </a:lnTo>
                <a:lnTo>
                  <a:pt x="20000" y="4000"/>
                </a:lnTo>
                <a:lnTo>
                  <a:pt x="0" y="4000"/>
                </a:lnTo>
                <a:close/>
              </a:path>
            </a:pathLst>
          </a:custGeom>
          <a:solidFill>
            <a:srgbClr val="2856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" name="agent_plan1" descr="Editable line; source id agent_plan1"/>
          <p:cNvCxnSpPr/>
          <p:nvPr/>
        </p:nvCxnSpPr>
        <p:spPr>
          <a:xfrm>
            <a:off x="8041531" y="1744493"/>
            <a:ext cx="0" cy="84306"/>
          </a:xfrm>
          <a:prstGeom prst="line">
            <a:avLst/>
          </a:prstGeom>
          <a:ln w="6485">
            <a:solidFill>
              <a:srgbClr val="28562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agent_plan2" descr="Editable line; source id agent_plan2"/>
          <p:cNvCxnSpPr/>
          <p:nvPr/>
        </p:nvCxnSpPr>
        <p:spPr>
          <a:xfrm>
            <a:off x="8041531" y="1828799"/>
            <a:ext cx="1219200" cy="0"/>
          </a:xfrm>
          <a:prstGeom prst="line">
            <a:avLst/>
          </a:prstGeom>
          <a:ln w="6485">
            <a:solidFill>
              <a:srgbClr val="28562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agent_plan3" descr="Editable line; source id agent_plan3"/>
          <p:cNvCxnSpPr/>
          <p:nvPr/>
        </p:nvCxnSpPr>
        <p:spPr>
          <a:xfrm>
            <a:off x="9377463" y="1828799"/>
            <a:ext cx="1906621" cy="0"/>
          </a:xfrm>
          <a:prstGeom prst="line">
            <a:avLst/>
          </a:prstGeom>
          <a:ln w="6485">
            <a:solidFill>
              <a:srgbClr val="28562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agent_plan4" descr="Editable line; source id agent_plan4"/>
          <p:cNvSpPr/>
          <p:nvPr/>
        </p:nvSpPr>
        <p:spPr>
          <a:xfrm>
            <a:off x="11261387" y="1608306"/>
            <a:ext cx="45396" cy="220494"/>
          </a:xfrm>
          <a:custGeom>
            <a:avLst/>
            <a:gdLst/>
            <a:ahLst/>
            <a:cxnLst/>
            <a:rect l="l" t="t" r="r" b="b"/>
            <a:pathLst>
              <a:path w="7000" h="34000">
                <a:moveTo>
                  <a:pt x="3000" y="34000"/>
                </a:moveTo>
                <a:lnTo>
                  <a:pt x="3000" y="8000"/>
                </a:lnTo>
                <a:lnTo>
                  <a:pt x="0" y="8000"/>
                </a:lnTo>
                <a:lnTo>
                  <a:pt x="3500" y="0"/>
                </a:lnTo>
                <a:lnTo>
                  <a:pt x="7000" y="8000"/>
                </a:lnTo>
                <a:lnTo>
                  <a:pt x="4000" y="8000"/>
                </a:lnTo>
                <a:lnTo>
                  <a:pt x="4000" y="34000"/>
                </a:lnTo>
                <a:close/>
              </a:path>
            </a:pathLst>
          </a:custGeom>
          <a:solidFill>
            <a:srgbClr val="2856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cc_up" descr="Editable line; source id occ_up"/>
          <p:cNvSpPr/>
          <p:nvPr/>
        </p:nvSpPr>
        <p:spPr>
          <a:xfrm>
            <a:off x="9296400" y="1608306"/>
            <a:ext cx="45396" cy="402077"/>
          </a:xfrm>
          <a:custGeom>
            <a:avLst/>
            <a:gdLst/>
            <a:ahLst/>
            <a:cxnLst/>
            <a:rect l="l" t="t" r="r" b="b"/>
            <a:pathLst>
              <a:path w="7000" h="62000">
                <a:moveTo>
                  <a:pt x="3000" y="62000"/>
                </a:moveTo>
                <a:lnTo>
                  <a:pt x="3000" y="8000"/>
                </a:lnTo>
                <a:lnTo>
                  <a:pt x="0" y="8000"/>
                </a:lnTo>
                <a:lnTo>
                  <a:pt x="3500" y="0"/>
                </a:lnTo>
                <a:lnTo>
                  <a:pt x="7000" y="8000"/>
                </a:lnTo>
                <a:lnTo>
                  <a:pt x="4000" y="8000"/>
                </a:lnTo>
                <a:lnTo>
                  <a:pt x="4000" y="62000"/>
                </a:lnTo>
                <a:close/>
              </a:path>
            </a:pathLst>
          </a:custGeom>
          <a:solidFill>
            <a:srgbClr val="44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" name="occ_b" descr="Editable line; source id occ_b"/>
          <p:cNvCxnSpPr/>
          <p:nvPr/>
        </p:nvCxnSpPr>
        <p:spPr>
          <a:xfrm flipV="1">
            <a:off x="9319097" y="2269787"/>
            <a:ext cx="0" cy="142672"/>
          </a:xfrm>
          <a:prstGeom prst="line">
            <a:avLst/>
          </a:prstGeom>
          <a:ln w="6485">
            <a:solidFill>
              <a:srgbClr val="4444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planner_b" descr="Editable line; source id planner_b"/>
          <p:cNvSpPr/>
          <p:nvPr/>
        </p:nvSpPr>
        <p:spPr>
          <a:xfrm>
            <a:off x="11452698" y="1608306"/>
            <a:ext cx="45396" cy="784698"/>
          </a:xfrm>
          <a:custGeom>
            <a:avLst/>
            <a:gdLst/>
            <a:ahLst/>
            <a:cxnLst/>
            <a:rect l="l" t="t" r="r" b="b"/>
            <a:pathLst>
              <a:path w="7000" h="121000">
                <a:moveTo>
                  <a:pt x="3000" y="121000"/>
                </a:moveTo>
                <a:lnTo>
                  <a:pt x="3000" y="8000"/>
                </a:lnTo>
                <a:lnTo>
                  <a:pt x="0" y="8000"/>
                </a:lnTo>
                <a:lnTo>
                  <a:pt x="3500" y="0"/>
                </a:lnTo>
                <a:lnTo>
                  <a:pt x="7000" y="8000"/>
                </a:lnTo>
                <a:lnTo>
                  <a:pt x="4000" y="8000"/>
                </a:lnTo>
                <a:lnTo>
                  <a:pt x="4000" y="121000"/>
                </a:lnTo>
                <a:close/>
              </a:path>
            </a:pathLst>
          </a:custGeom>
          <a:solidFill>
            <a:srgbClr val="44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cc_planner" descr="Editable line; source id occ_planner"/>
          <p:cNvSpPr/>
          <p:nvPr/>
        </p:nvSpPr>
        <p:spPr>
          <a:xfrm>
            <a:off x="10265923" y="1267838"/>
            <a:ext cx="265889" cy="45396"/>
          </a:xfrm>
          <a:custGeom>
            <a:avLst/>
            <a:gdLst/>
            <a:ahLst/>
            <a:cxnLst/>
            <a:rect l="l" t="t" r="r" b="b"/>
            <a:pathLst>
              <a:path w="41000" h="7000">
                <a:moveTo>
                  <a:pt x="0" y="3000"/>
                </a:moveTo>
                <a:lnTo>
                  <a:pt x="33000" y="3000"/>
                </a:lnTo>
                <a:lnTo>
                  <a:pt x="33000" y="0"/>
                </a:lnTo>
                <a:lnTo>
                  <a:pt x="41000" y="3500"/>
                </a:lnTo>
                <a:lnTo>
                  <a:pt x="33000" y="7000"/>
                </a:lnTo>
                <a:lnTo>
                  <a:pt x="33000" y="4000"/>
                </a:lnTo>
                <a:lnTo>
                  <a:pt x="0" y="4000"/>
                </a:lnTo>
                <a:close/>
              </a:path>
            </a:pathLst>
          </a:custGeom>
          <a:solidFill>
            <a:srgbClr val="875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0" name="bracket1l" descr="Editable line; source id bracket1l"/>
          <p:cNvCxnSpPr/>
          <p:nvPr/>
        </p:nvCxnSpPr>
        <p:spPr>
          <a:xfrm>
            <a:off x="246434" y="2814536"/>
            <a:ext cx="0" cy="142672"/>
          </a:xfrm>
          <a:prstGeom prst="line">
            <a:avLst/>
          </a:prstGeom>
          <a:ln w="11024">
            <a:solidFill>
              <a:srgbClr val="4444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bracket1r" descr="Editable line; source id bracket1r"/>
          <p:cNvCxnSpPr/>
          <p:nvPr/>
        </p:nvCxnSpPr>
        <p:spPr>
          <a:xfrm>
            <a:off x="2516221" y="2814536"/>
            <a:ext cx="0" cy="142672"/>
          </a:xfrm>
          <a:prstGeom prst="line">
            <a:avLst/>
          </a:prstGeom>
          <a:ln w="11024">
            <a:solidFill>
              <a:srgbClr val="4444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bracket1a" descr="Editable line; source id bracket1a"/>
          <p:cNvCxnSpPr/>
          <p:nvPr/>
        </p:nvCxnSpPr>
        <p:spPr>
          <a:xfrm>
            <a:off x="246434" y="2957208"/>
            <a:ext cx="700391" cy="0"/>
          </a:xfrm>
          <a:prstGeom prst="line">
            <a:avLst/>
          </a:prstGeom>
          <a:ln w="11024">
            <a:solidFill>
              <a:srgbClr val="4444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bracket1b" descr="Editable line; source id bracket1b"/>
          <p:cNvCxnSpPr/>
          <p:nvPr/>
        </p:nvCxnSpPr>
        <p:spPr>
          <a:xfrm>
            <a:off x="1906621" y="2957208"/>
            <a:ext cx="609600" cy="0"/>
          </a:xfrm>
          <a:prstGeom prst="line">
            <a:avLst/>
          </a:prstGeom>
          <a:ln w="11024">
            <a:solidFill>
              <a:srgbClr val="4444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bracket2l" descr="Editable line; source id bracket2l"/>
          <p:cNvCxnSpPr/>
          <p:nvPr/>
        </p:nvCxnSpPr>
        <p:spPr>
          <a:xfrm>
            <a:off x="3067455" y="2814536"/>
            <a:ext cx="0" cy="142672"/>
          </a:xfrm>
          <a:prstGeom prst="line">
            <a:avLst/>
          </a:prstGeom>
          <a:ln w="11024">
            <a:solidFill>
              <a:srgbClr val="4444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bracket2r" descr="Editable line; source id bracket2r"/>
          <p:cNvCxnSpPr/>
          <p:nvPr/>
        </p:nvCxnSpPr>
        <p:spPr>
          <a:xfrm>
            <a:off x="5914416" y="2814536"/>
            <a:ext cx="0" cy="142672"/>
          </a:xfrm>
          <a:prstGeom prst="line">
            <a:avLst/>
          </a:prstGeom>
          <a:ln w="11024">
            <a:solidFill>
              <a:srgbClr val="4444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bracket2a" descr="Editable line; source id bracket2a"/>
          <p:cNvCxnSpPr/>
          <p:nvPr/>
        </p:nvCxnSpPr>
        <p:spPr>
          <a:xfrm>
            <a:off x="3067455" y="2957208"/>
            <a:ext cx="946825" cy="0"/>
          </a:xfrm>
          <a:prstGeom prst="line">
            <a:avLst/>
          </a:prstGeom>
          <a:ln w="11024">
            <a:solidFill>
              <a:srgbClr val="4444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bracket2b" descr="Editable line; source id bracket2b"/>
          <p:cNvCxnSpPr/>
          <p:nvPr/>
        </p:nvCxnSpPr>
        <p:spPr>
          <a:xfrm>
            <a:off x="5084323" y="2957208"/>
            <a:ext cx="830093" cy="0"/>
          </a:xfrm>
          <a:prstGeom prst="line">
            <a:avLst/>
          </a:prstGeom>
          <a:ln w="11024">
            <a:solidFill>
              <a:srgbClr val="4444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bracket3l" descr="Editable line; source id bracket3l"/>
          <p:cNvCxnSpPr/>
          <p:nvPr/>
        </p:nvCxnSpPr>
        <p:spPr>
          <a:xfrm>
            <a:off x="6465650" y="2814536"/>
            <a:ext cx="0" cy="142672"/>
          </a:xfrm>
          <a:prstGeom prst="line">
            <a:avLst/>
          </a:prstGeom>
          <a:ln w="11024">
            <a:solidFill>
              <a:srgbClr val="4444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bracket3r" descr="Editable line; source id bracket3r"/>
          <p:cNvCxnSpPr/>
          <p:nvPr/>
        </p:nvCxnSpPr>
        <p:spPr>
          <a:xfrm>
            <a:off x="10071369" y="2814536"/>
            <a:ext cx="0" cy="142672"/>
          </a:xfrm>
          <a:prstGeom prst="line">
            <a:avLst/>
          </a:prstGeom>
          <a:ln w="11024">
            <a:solidFill>
              <a:srgbClr val="4444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bracket3a" descr="Editable line; source id bracket3a"/>
          <p:cNvCxnSpPr/>
          <p:nvPr/>
        </p:nvCxnSpPr>
        <p:spPr>
          <a:xfrm>
            <a:off x="6465650" y="2957208"/>
            <a:ext cx="1316477" cy="0"/>
          </a:xfrm>
          <a:prstGeom prst="line">
            <a:avLst/>
          </a:prstGeom>
          <a:ln w="11024">
            <a:solidFill>
              <a:srgbClr val="4444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bracket3b" descr="Editable line; source id bracket3b"/>
          <p:cNvCxnSpPr/>
          <p:nvPr/>
        </p:nvCxnSpPr>
        <p:spPr>
          <a:xfrm>
            <a:off x="8884595" y="2957208"/>
            <a:ext cx="1186774" cy="0"/>
          </a:xfrm>
          <a:prstGeom prst="line">
            <a:avLst/>
          </a:prstGeom>
          <a:ln w="11024">
            <a:solidFill>
              <a:srgbClr val="4444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bracket4l" descr="Editable line; source id bracket4l"/>
          <p:cNvCxnSpPr/>
          <p:nvPr/>
        </p:nvCxnSpPr>
        <p:spPr>
          <a:xfrm>
            <a:off x="10693940" y="2814536"/>
            <a:ext cx="0" cy="142672"/>
          </a:xfrm>
          <a:prstGeom prst="line">
            <a:avLst/>
          </a:prstGeom>
          <a:ln w="11024">
            <a:solidFill>
              <a:srgbClr val="4444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bracket4r" descr="Editable line; source id bracket4r"/>
          <p:cNvCxnSpPr/>
          <p:nvPr/>
        </p:nvCxnSpPr>
        <p:spPr>
          <a:xfrm>
            <a:off x="12075267" y="2814536"/>
            <a:ext cx="0" cy="142672"/>
          </a:xfrm>
          <a:prstGeom prst="line">
            <a:avLst/>
          </a:prstGeom>
          <a:ln w="11024">
            <a:solidFill>
              <a:srgbClr val="4444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bracket4a" descr="Editable line; source id bracket4a"/>
          <p:cNvCxnSpPr/>
          <p:nvPr/>
        </p:nvCxnSpPr>
        <p:spPr>
          <a:xfrm>
            <a:off x="10693940" y="2957208"/>
            <a:ext cx="226978" cy="0"/>
          </a:xfrm>
          <a:prstGeom prst="line">
            <a:avLst/>
          </a:prstGeom>
          <a:ln w="11024">
            <a:solidFill>
              <a:srgbClr val="4444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bracket4b" descr="Editable line; source id bracket4b"/>
          <p:cNvCxnSpPr/>
          <p:nvPr/>
        </p:nvCxnSpPr>
        <p:spPr>
          <a:xfrm>
            <a:off x="11880714" y="2957208"/>
            <a:ext cx="194553" cy="0"/>
          </a:xfrm>
          <a:prstGeom prst="line">
            <a:avLst/>
          </a:prstGeom>
          <a:ln w="11024">
            <a:solidFill>
              <a:srgbClr val="4444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legend_ego" descr="Editable text; source id legend_ego"/>
          <p:cNvSpPr txBox="1"/>
          <p:nvPr/>
        </p:nvSpPr>
        <p:spPr>
          <a:xfrm>
            <a:off x="1057072" y="90791"/>
            <a:ext cx="1361872" cy="214008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409"/>
              </a:lnSpc>
              <a:spcBef>
                <a:spcPts val="0"/>
              </a:spcBef>
              <a:spcAft>
                <a:spcPts val="0"/>
              </a:spcAft>
              <a:defRPr sz="1225" b="0" i="0" lang="zh-CN" dirty="0">
                <a:solidFill>
                  <a:srgbClr val="4444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25" b="0" i="0" lang="zh-CN" dirty="0">
                <a:solidFill>
                  <a:srgbClr val="444444"/>
                </a:solidFill>
                <a:latin typeface="Times New Roman"/>
                <a:ea typeface="Times New Roman"/>
                <a:cs typeface="Times New Roman"/>
              </a:rPr>
              <a:t>Ego-vehicle Query</a:t>
            </a:r>
          </a:p>
        </p:txBody>
      </p:sp>
      <p:sp>
        <p:nvSpPr>
          <p:cNvPr id="77" name="legend_bev" descr="Editable text; source id legend_bev"/>
          <p:cNvSpPr txBox="1"/>
          <p:nvPr/>
        </p:nvSpPr>
        <p:spPr>
          <a:xfrm>
            <a:off x="1050587" y="415046"/>
            <a:ext cx="1037616" cy="207523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409"/>
              </a:lnSpc>
              <a:spcBef>
                <a:spcPts val="0"/>
              </a:spcBef>
              <a:spcAft>
                <a:spcPts val="0"/>
              </a:spcAft>
              <a:defRPr sz="1225" b="0" i="0" lang="zh-CN" dirty="0">
                <a:solidFill>
                  <a:srgbClr val="4444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25" b="0" i="0" lang="zh-CN" dirty="0">
                <a:solidFill>
                  <a:srgbClr val="444444"/>
                </a:solidFill>
                <a:latin typeface="Times New Roman"/>
                <a:ea typeface="Times New Roman"/>
                <a:cs typeface="Times New Roman"/>
              </a:rPr>
              <a:t>BEV Feature</a:t>
            </a:r>
          </a:p>
        </p:txBody>
      </p:sp>
      <p:sp>
        <p:nvSpPr>
          <p:cNvPr id="78" name="legend_b" descr="Editable text; source id legend_b"/>
          <p:cNvSpPr txBox="1"/>
          <p:nvPr/>
        </p:nvSpPr>
        <p:spPr>
          <a:xfrm>
            <a:off x="661480" y="415046"/>
            <a:ext cx="142672" cy="194553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409"/>
              </a:lnSpc>
              <a:spcBef>
                <a:spcPts val="0"/>
              </a:spcBef>
              <a:spcAft>
                <a:spcPts val="0"/>
              </a:spcAft>
              <a:defRPr sz="1225" b="0" i="0" lang="zh-CN" dirty="0">
                <a:solidFill>
                  <a:srgbClr val="4444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25" b="0" i="0" lang="zh-CN" dirty="0">
                <a:solidFill>
                  <a:srgbClr val="444444"/>
                </a:solidFill>
                <a:latin typeface="Times New Roman"/>
                <a:ea typeface="Times New Roman"/>
                <a:cs typeface="Times New Roman"/>
              </a:rPr>
              <a:t>B</a:t>
            </a:r>
          </a:p>
        </p:txBody>
      </p:sp>
      <p:sp>
        <p:nvSpPr>
          <p:cNvPr id="79" name="input" descr="Editable text; source id input"/>
          <p:cNvSpPr txBox="1"/>
          <p:nvPr/>
        </p:nvSpPr>
        <p:spPr>
          <a:xfrm>
            <a:off x="77821" y="1666672"/>
            <a:ext cx="1232170" cy="408561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409"/>
              </a:lnSpc>
              <a:spcBef>
                <a:spcPts val="0"/>
              </a:spcBef>
              <a:spcAft>
                <a:spcPts val="0"/>
              </a:spcAft>
              <a:defRPr sz="1225" b="0" i="0" lang="zh-CN" dirty="0">
                <a:solidFill>
                  <a:srgbClr val="4444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25" b="0" i="0" lang="zh-CN" dirty="0">
                <a:solidFill>
                  <a:srgbClr val="444444"/>
                </a:solidFill>
                <a:latin typeface="Times New Roman"/>
                <a:ea typeface="Times New Roman"/>
                <a:cs typeface="Times New Roman"/>
              </a:rPr>
              <a:t>Multi-view</a:t>
            </a:r>
          </a:p>
          <a:p>
            <a:pPr algn="ctr" fontAlgn="base">
              <a:lnSpc>
                <a:spcPts val="1409"/>
              </a:lnSpc>
              <a:spcBef>
                <a:spcPts val="0"/>
              </a:spcBef>
              <a:spcAft>
                <a:spcPts val="0"/>
              </a:spcAft>
              <a:defRPr sz="1225" b="0" i="0" lang="zh-CN" dirty="0">
                <a:solidFill>
                  <a:srgbClr val="4444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25" b="0" i="0" lang="zh-CN" dirty="0">
                <a:solidFill>
                  <a:srgbClr val="444444"/>
                </a:solidFill>
                <a:latin typeface="Times New Roman"/>
                <a:ea typeface="Times New Roman"/>
                <a:cs typeface="Times New Roman"/>
              </a:rPr>
              <a:t>Vision-only Input</a:t>
            </a:r>
          </a:p>
        </p:txBody>
      </p:sp>
      <p:sp>
        <p:nvSpPr>
          <p:cNvPr id="80" name="bev" descr="Editable text; source id bev"/>
          <p:cNvSpPr txBox="1"/>
          <p:nvPr/>
        </p:nvSpPr>
        <p:spPr>
          <a:xfrm>
            <a:off x="1750978" y="1666672"/>
            <a:ext cx="1128408" cy="408561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409"/>
              </a:lnSpc>
              <a:spcBef>
                <a:spcPts val="0"/>
              </a:spcBef>
              <a:spcAft>
                <a:spcPts val="0"/>
              </a:spcAft>
              <a:defRPr sz="1225" b="0" i="0" lang="zh-CN" dirty="0">
                <a:solidFill>
                  <a:srgbClr val="4444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25" b="0" i="0" lang="zh-CN" dirty="0">
                <a:solidFill>
                  <a:srgbClr val="444444"/>
                </a:solidFill>
                <a:latin typeface="Times New Roman"/>
                <a:ea typeface="Times New Roman"/>
                <a:cs typeface="Times New Roman"/>
              </a:rPr>
              <a:t>Bird’s eye view</a:t>
            </a:r>
          </a:p>
          <a:p>
            <a:pPr algn="ctr" fontAlgn="base">
              <a:lnSpc>
                <a:spcPts val="1409"/>
              </a:lnSpc>
              <a:spcBef>
                <a:spcPts val="0"/>
              </a:spcBef>
              <a:spcAft>
                <a:spcPts val="0"/>
              </a:spcAft>
              <a:defRPr sz="1225" b="0" i="0" lang="zh-CN" dirty="0">
                <a:solidFill>
                  <a:srgbClr val="4444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25" b="0" i="0" lang="zh-CN" dirty="0">
                <a:solidFill>
                  <a:srgbClr val="444444"/>
                </a:solidFill>
                <a:latin typeface="Times New Roman"/>
                <a:ea typeface="Times New Roman"/>
                <a:cs typeface="Times New Roman"/>
              </a:rPr>
              <a:t>Feature</a:t>
            </a:r>
          </a:p>
        </p:txBody>
      </p:sp>
      <p:sp>
        <p:nvSpPr>
          <p:cNvPr id="81" name="b_query" descr="Editable text; source id b_query"/>
          <p:cNvSpPr txBox="1"/>
          <p:nvPr/>
        </p:nvSpPr>
        <p:spPr>
          <a:xfrm>
            <a:off x="2308697" y="881974"/>
            <a:ext cx="194553" cy="226978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761"/>
              </a:lnSpc>
              <a:spcBef>
                <a:spcPts val="0"/>
              </a:spcBef>
              <a:spcAft>
                <a:spcPts val="0"/>
              </a:spcAft>
              <a:defRPr sz="1531" b="0" i="1" lang="zh-CN" dirty="0">
                <a:solidFill>
                  <a:srgbClr val="4444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31" b="0" i="1" lang="zh-CN" dirty="0">
                <a:solidFill>
                  <a:srgbClr val="444444"/>
                </a:solidFill>
                <a:latin typeface="Times New Roman"/>
                <a:ea typeface="Times New Roman"/>
                <a:cs typeface="Times New Roman"/>
              </a:rPr>
              <a:t>B</a:t>
            </a:r>
          </a:p>
        </p:txBody>
      </p:sp>
      <p:sp>
        <p:nvSpPr>
          <p:cNvPr id="82" name="trackq" descr="Editable text; source id trackq"/>
          <p:cNvSpPr txBox="1"/>
          <p:nvPr/>
        </p:nvSpPr>
        <p:spPr>
          <a:xfrm>
            <a:off x="3112850" y="778212"/>
            <a:ext cx="843063" cy="239948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585"/>
              </a:lnSpc>
              <a:spcBef>
                <a:spcPts val="0"/>
              </a:spcBef>
              <a:spcAft>
                <a:spcPts val="0"/>
              </a:spcAft>
              <a:defRPr sz="1378" b="0" i="0" lang="zh-CN" dirty="0">
                <a:solidFill>
                  <a:srgbClr val="07516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78" b="0" i="0" lang="zh-CN" dirty="0">
                <a:solidFill>
                  <a:srgbClr val="07516E"/>
                </a:solidFill>
                <a:latin typeface="Times New Roman"/>
                <a:ea typeface="Times New Roman"/>
                <a:cs typeface="Times New Roman"/>
              </a:rPr>
              <a:t>Track </a:t>
            </a:r>
            <a:r>
              <a:rPr sz="1378" b="1" i="1" lang="zh-CN" dirty="0">
                <a:solidFill>
                  <a:srgbClr val="07516E"/>
                </a:solidFill>
                <a:latin typeface="Times New Roman"/>
                <a:ea typeface="Times New Roman"/>
                <a:cs typeface="Times New Roman"/>
              </a:rPr>
              <a:t>Q</a:t>
            </a:r>
          </a:p>
        </p:txBody>
      </p:sp>
      <p:sp>
        <p:nvSpPr>
          <p:cNvPr id="83" name="mapq" descr="Editable text; source id mapq"/>
          <p:cNvSpPr txBox="1"/>
          <p:nvPr/>
        </p:nvSpPr>
        <p:spPr>
          <a:xfrm>
            <a:off x="3112850" y="1511029"/>
            <a:ext cx="745787" cy="239948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585"/>
              </a:lnSpc>
              <a:spcBef>
                <a:spcPts val="0"/>
              </a:spcBef>
              <a:spcAft>
                <a:spcPts val="0"/>
              </a:spcAft>
              <a:defRPr sz="1378" b="0" i="0" lang="zh-CN" dirty="0">
                <a:solidFill>
                  <a:srgbClr val="571A8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78" b="0" i="0" lang="zh-CN" dirty="0">
                <a:solidFill>
                  <a:srgbClr val="571A8F"/>
                </a:solidFill>
                <a:latin typeface="Times New Roman"/>
                <a:ea typeface="Times New Roman"/>
                <a:cs typeface="Times New Roman"/>
              </a:rPr>
              <a:t>Map </a:t>
            </a:r>
            <a:r>
              <a:rPr sz="1378" b="1" i="1" lang="zh-CN" dirty="0">
                <a:solidFill>
                  <a:srgbClr val="571A8F"/>
                </a:solidFill>
                <a:latin typeface="Times New Roman"/>
                <a:ea typeface="Times New Roman"/>
                <a:cs typeface="Times New Roman"/>
              </a:rPr>
              <a:t>Q</a:t>
            </a:r>
          </a:p>
        </p:txBody>
      </p:sp>
      <p:sp>
        <p:nvSpPr>
          <p:cNvPr id="84" name="motion" descr="Editable text; source id motion"/>
          <p:cNvSpPr txBox="1"/>
          <p:nvPr/>
        </p:nvSpPr>
        <p:spPr>
          <a:xfrm>
            <a:off x="6666689" y="992221"/>
            <a:ext cx="875489" cy="538263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879"/>
              </a:lnSpc>
              <a:spcBef>
                <a:spcPts val="0"/>
              </a:spcBef>
              <a:spcAft>
                <a:spcPts val="0"/>
              </a:spcAft>
              <a:defRPr sz="1634" b="1" i="0" lang="zh-CN" dirty="0">
                <a:solidFill>
                  <a:srgbClr val="28562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34" b="1" i="0" lang="zh-CN" dirty="0">
                <a:solidFill>
                  <a:srgbClr val="285625"/>
                </a:solidFill>
                <a:latin typeface="Times New Roman"/>
                <a:ea typeface="Times New Roman"/>
                <a:cs typeface="Times New Roman"/>
              </a:rPr>
              <a:t>Motion</a:t>
            </a:r>
          </a:p>
          <a:p>
            <a:pPr algn="l" fontAlgn="base">
              <a:lnSpc>
                <a:spcPts val="1879"/>
              </a:lnSpc>
              <a:spcBef>
                <a:spcPts val="0"/>
              </a:spcBef>
              <a:spcAft>
                <a:spcPts val="0"/>
              </a:spcAft>
              <a:defRPr sz="1634" b="1" i="0" lang="zh-CN" dirty="0">
                <a:solidFill>
                  <a:srgbClr val="28562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34" b="1" i="0" lang="zh-CN" dirty="0">
                <a:solidFill>
                  <a:srgbClr val="285625"/>
                </a:solidFill>
                <a:latin typeface="Times New Roman"/>
                <a:ea typeface="Times New Roman"/>
                <a:cs typeface="Times New Roman"/>
              </a:rPr>
              <a:t>Former</a:t>
            </a:r>
          </a:p>
        </p:txBody>
      </p:sp>
      <p:sp>
        <p:nvSpPr>
          <p:cNvPr id="85" name="occ" descr="Editable text; source id occ"/>
          <p:cNvSpPr txBox="1"/>
          <p:nvPr/>
        </p:nvSpPr>
        <p:spPr>
          <a:xfrm>
            <a:off x="8813259" y="1154348"/>
            <a:ext cx="1277565" cy="30479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879"/>
              </a:lnSpc>
              <a:spcBef>
                <a:spcPts val="0"/>
              </a:spcBef>
              <a:spcAft>
                <a:spcPts val="0"/>
              </a:spcAft>
              <a:defRPr sz="1634" b="1" i="0" lang="zh-CN" dirty="0">
                <a:solidFill>
                  <a:srgbClr val="87570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34" b="1" i="0" lang="zh-CN" dirty="0">
                <a:solidFill>
                  <a:srgbClr val="875706"/>
                </a:solidFill>
                <a:latin typeface="Times New Roman"/>
                <a:ea typeface="Times New Roman"/>
                <a:cs typeface="Times New Roman"/>
              </a:rPr>
              <a:t>OccFormer</a:t>
            </a:r>
          </a:p>
        </p:txBody>
      </p:sp>
      <p:sp>
        <p:nvSpPr>
          <p:cNvPr id="86" name="planner" descr="Editable text; source id planner"/>
          <p:cNvSpPr txBox="1"/>
          <p:nvPr/>
        </p:nvSpPr>
        <p:spPr>
          <a:xfrm>
            <a:off x="11018195" y="1141378"/>
            <a:ext cx="940340" cy="30479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879"/>
              </a:lnSpc>
              <a:spcBef>
                <a:spcPts val="0"/>
              </a:spcBef>
              <a:spcAft>
                <a:spcPts val="0"/>
              </a:spcAft>
              <a:defRPr sz="1634" b="1" i="0" lang="zh-CN" dirty="0">
                <a:solidFill>
                  <a:srgbClr val="ED001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34" b="1" i="0" lang="zh-CN" dirty="0">
                <a:solidFill>
                  <a:srgbClr val="ED0014"/>
                </a:solidFill>
                <a:latin typeface="Times New Roman"/>
                <a:ea typeface="Times New Roman"/>
                <a:cs typeface="Times New Roman"/>
              </a:rPr>
              <a:t>Planner</a:t>
            </a:r>
          </a:p>
        </p:txBody>
      </p:sp>
      <p:sp>
        <p:nvSpPr>
          <p:cNvPr id="87" name="agent" descr="Editable text; source id agent"/>
          <p:cNvSpPr txBox="1"/>
          <p:nvPr/>
        </p:nvSpPr>
        <p:spPr>
          <a:xfrm>
            <a:off x="7736731" y="505838"/>
            <a:ext cx="836578" cy="188068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409"/>
              </a:lnSpc>
              <a:spcBef>
                <a:spcPts val="0"/>
              </a:spcBef>
              <a:spcAft>
                <a:spcPts val="0"/>
              </a:spcAft>
              <a:defRPr sz="1225" b="0" i="0" lang="zh-CN" dirty="0">
                <a:solidFill>
                  <a:srgbClr val="28562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25" b="0" i="0" lang="zh-CN" dirty="0">
                <a:solidFill>
                  <a:srgbClr val="285625"/>
                </a:solidFill>
                <a:latin typeface="Times New Roman"/>
                <a:ea typeface="Times New Roman"/>
                <a:cs typeface="Times New Roman"/>
              </a:rPr>
              <a:t>Agent-level</a:t>
            </a:r>
          </a:p>
        </p:txBody>
      </p:sp>
      <p:sp>
        <p:nvSpPr>
          <p:cNvPr id="88" name="motionq" descr="Editable text; source id motionq"/>
          <p:cNvSpPr txBox="1"/>
          <p:nvPr/>
        </p:nvSpPr>
        <p:spPr>
          <a:xfrm>
            <a:off x="7412476" y="2341123"/>
            <a:ext cx="869004" cy="259404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585"/>
              </a:lnSpc>
              <a:spcBef>
                <a:spcPts val="0"/>
              </a:spcBef>
              <a:spcAft>
                <a:spcPts val="0"/>
              </a:spcAft>
              <a:defRPr sz="1378" b="0" i="0" lang="zh-CN" dirty="0">
                <a:solidFill>
                  <a:srgbClr val="28562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78" b="0" i="0" lang="zh-CN" dirty="0">
                <a:solidFill>
                  <a:srgbClr val="285625"/>
                </a:solidFill>
                <a:latin typeface="Times New Roman"/>
                <a:ea typeface="Times New Roman"/>
                <a:cs typeface="Times New Roman"/>
              </a:rPr>
              <a:t>Motion </a:t>
            </a:r>
            <a:r>
              <a:rPr sz="1378" b="1" i="1" lang="zh-CN" dirty="0">
                <a:solidFill>
                  <a:srgbClr val="285625"/>
                </a:solidFill>
                <a:latin typeface="Times New Roman"/>
                <a:ea typeface="Times New Roman"/>
                <a:cs typeface="Times New Roman"/>
              </a:rPr>
              <a:t>Q</a:t>
            </a:r>
          </a:p>
        </p:txBody>
      </p:sp>
      <p:sp>
        <p:nvSpPr>
          <p:cNvPr id="89" name="occq" descr="Editable text; source id occq"/>
          <p:cNvSpPr txBox="1"/>
          <p:nvPr/>
        </p:nvSpPr>
        <p:spPr>
          <a:xfrm>
            <a:off x="9085633" y="1997412"/>
            <a:ext cx="577174" cy="246434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585"/>
              </a:lnSpc>
              <a:spcBef>
                <a:spcPts val="0"/>
              </a:spcBef>
              <a:spcAft>
                <a:spcPts val="0"/>
              </a:spcAft>
              <a:defRPr sz="1378" b="0" i="0" lang="zh-CN" dirty="0">
                <a:solidFill>
                  <a:srgbClr val="87570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78" b="0" i="0" lang="zh-CN" dirty="0">
                <a:solidFill>
                  <a:srgbClr val="875706"/>
                </a:solidFill>
                <a:latin typeface="Times New Roman"/>
                <a:ea typeface="Times New Roman"/>
                <a:cs typeface="Times New Roman"/>
              </a:rPr>
              <a:t>Occ </a:t>
            </a:r>
            <a:r>
              <a:rPr sz="1378" b="1" i="1" lang="zh-CN" dirty="0">
                <a:solidFill>
                  <a:srgbClr val="875706"/>
                </a:solidFill>
                <a:latin typeface="Times New Roman"/>
                <a:ea typeface="Times New Roman"/>
                <a:cs typeface="Times New Roman"/>
              </a:rPr>
              <a:t>Q</a:t>
            </a:r>
          </a:p>
        </p:txBody>
      </p:sp>
      <p:sp>
        <p:nvSpPr>
          <p:cNvPr id="90" name="scene" descr="Editable text; source id scene"/>
          <p:cNvSpPr txBox="1"/>
          <p:nvPr/>
        </p:nvSpPr>
        <p:spPr>
          <a:xfrm>
            <a:off x="9636867" y="1958502"/>
            <a:ext cx="940340" cy="188068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409"/>
              </a:lnSpc>
              <a:spcBef>
                <a:spcPts val="0"/>
              </a:spcBef>
              <a:spcAft>
                <a:spcPts val="0"/>
              </a:spcAft>
              <a:defRPr sz="1225" b="0" i="0" lang="zh-CN" dirty="0">
                <a:solidFill>
                  <a:srgbClr val="87570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25" b="0" i="0" lang="zh-CN" dirty="0">
                <a:solidFill>
                  <a:srgbClr val="875706"/>
                </a:solidFill>
                <a:latin typeface="Times New Roman"/>
                <a:ea typeface="Times New Roman"/>
                <a:cs typeface="Times New Roman"/>
              </a:rPr>
              <a:t>Scene-level</a:t>
            </a:r>
          </a:p>
        </p:txBody>
      </p:sp>
      <p:sp>
        <p:nvSpPr>
          <p:cNvPr id="91" name="kv1" descr="Editable text; source id kv1"/>
          <p:cNvSpPr txBox="1"/>
          <p:nvPr/>
        </p:nvSpPr>
        <p:spPr>
          <a:xfrm>
            <a:off x="4377446" y="1037616"/>
            <a:ext cx="291829" cy="155642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998"/>
              </a:lnSpc>
              <a:spcBef>
                <a:spcPts val="0"/>
              </a:spcBef>
              <a:spcAft>
                <a:spcPts val="0"/>
              </a:spcAft>
              <a:defRPr sz="868" b="0" i="1" lang="zh-CN" dirty="0">
                <a:solidFill>
                  <a:srgbClr val="4444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68" b="0" i="1" lang="zh-CN" dirty="0">
                <a:solidFill>
                  <a:srgbClr val="444444"/>
                </a:solidFill>
                <a:latin typeface="Times New Roman"/>
                <a:ea typeface="Times New Roman"/>
                <a:cs typeface="Times New Roman"/>
              </a:rPr>
              <a:t>K, V</a:t>
            </a:r>
          </a:p>
        </p:txBody>
      </p:sp>
      <p:sp>
        <p:nvSpPr>
          <p:cNvPr id="92" name="kv2" descr="Editable text; source id kv2"/>
          <p:cNvSpPr txBox="1"/>
          <p:nvPr/>
        </p:nvSpPr>
        <p:spPr>
          <a:xfrm>
            <a:off x="5843080" y="674451"/>
            <a:ext cx="304799" cy="155642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998"/>
              </a:lnSpc>
              <a:spcBef>
                <a:spcPts val="0"/>
              </a:spcBef>
              <a:spcAft>
                <a:spcPts val="0"/>
              </a:spcAft>
              <a:defRPr sz="868" b="0" i="1" lang="zh-CN" dirty="0">
                <a:solidFill>
                  <a:srgbClr val="07516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68" b="0" i="1" lang="zh-CN" dirty="0">
                <a:solidFill>
                  <a:srgbClr val="07516E"/>
                </a:solidFill>
                <a:latin typeface="Times New Roman"/>
                <a:ea typeface="Times New Roman"/>
                <a:cs typeface="Times New Roman"/>
              </a:rPr>
              <a:t>K, V</a:t>
            </a:r>
          </a:p>
        </p:txBody>
      </p:sp>
      <p:sp>
        <p:nvSpPr>
          <p:cNvPr id="93" name="kv3" descr="Editable text; source id kv3"/>
          <p:cNvSpPr txBox="1"/>
          <p:nvPr/>
        </p:nvSpPr>
        <p:spPr>
          <a:xfrm>
            <a:off x="5843080" y="1763948"/>
            <a:ext cx="304799" cy="155642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998"/>
              </a:lnSpc>
              <a:spcBef>
                <a:spcPts val="0"/>
              </a:spcBef>
              <a:spcAft>
                <a:spcPts val="0"/>
              </a:spcAft>
              <a:defRPr sz="868" b="0" i="1" lang="zh-CN" dirty="0">
                <a:solidFill>
                  <a:srgbClr val="571A8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68" b="0" i="1" lang="zh-CN" dirty="0">
                <a:solidFill>
                  <a:srgbClr val="571A8F"/>
                </a:solidFill>
                <a:latin typeface="Times New Roman"/>
                <a:ea typeface="Times New Roman"/>
                <a:cs typeface="Times New Roman"/>
              </a:rPr>
              <a:t>K, V</a:t>
            </a:r>
          </a:p>
        </p:txBody>
      </p:sp>
      <p:sp>
        <p:nvSpPr>
          <p:cNvPr id="94" name="kv4" descr="Editable text; source id kv4"/>
          <p:cNvSpPr txBox="1"/>
          <p:nvPr/>
        </p:nvSpPr>
        <p:spPr>
          <a:xfrm>
            <a:off x="8236084" y="1355387"/>
            <a:ext cx="291829" cy="155642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998"/>
              </a:lnSpc>
              <a:spcBef>
                <a:spcPts val="0"/>
              </a:spcBef>
              <a:spcAft>
                <a:spcPts val="0"/>
              </a:spcAft>
              <a:defRPr sz="868" b="0" i="1" lang="zh-CN" dirty="0">
                <a:solidFill>
                  <a:srgbClr val="28562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68" b="0" i="1" lang="zh-CN" dirty="0">
                <a:solidFill>
                  <a:srgbClr val="285625"/>
                </a:solidFill>
                <a:latin typeface="Times New Roman"/>
                <a:ea typeface="Times New Roman"/>
                <a:cs typeface="Times New Roman"/>
              </a:rPr>
              <a:t>K, V</a:t>
            </a:r>
          </a:p>
        </p:txBody>
      </p:sp>
      <p:sp>
        <p:nvSpPr>
          <p:cNvPr id="95" name="b1" descr="Editable text; source id b1"/>
          <p:cNvSpPr txBox="1"/>
          <p:nvPr/>
        </p:nvSpPr>
        <p:spPr>
          <a:xfrm>
            <a:off x="4163438" y="1173804"/>
            <a:ext cx="188068" cy="25291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702"/>
              </a:lnSpc>
              <a:spcBef>
                <a:spcPts val="0"/>
              </a:spcBef>
              <a:spcAft>
                <a:spcPts val="0"/>
              </a:spcAft>
              <a:defRPr sz="1480" b="1" i="0" lang="zh-CN" dirty="0">
                <a:solidFill>
                  <a:srgbClr val="4444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80" b="1" i="0" lang="zh-CN" dirty="0">
                <a:solidFill>
                  <a:srgbClr val="444444"/>
                </a:solidFill>
                <a:latin typeface="Times New Roman"/>
                <a:ea typeface="Times New Roman"/>
                <a:cs typeface="Times New Roman"/>
              </a:rPr>
              <a:t>B</a:t>
            </a:r>
          </a:p>
        </p:txBody>
      </p:sp>
      <p:sp>
        <p:nvSpPr>
          <p:cNvPr id="96" name="b2" descr="Editable text; source id b2"/>
          <p:cNvSpPr txBox="1"/>
          <p:nvPr/>
        </p:nvSpPr>
        <p:spPr>
          <a:xfrm>
            <a:off x="9247761" y="2431914"/>
            <a:ext cx="175097" cy="239948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702"/>
              </a:lnSpc>
              <a:spcBef>
                <a:spcPts val="0"/>
              </a:spcBef>
              <a:spcAft>
                <a:spcPts val="0"/>
              </a:spcAft>
              <a:defRPr sz="1480" b="1" i="0" lang="zh-CN" dirty="0">
                <a:solidFill>
                  <a:srgbClr val="4444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80" b="1" i="0" lang="zh-CN" dirty="0">
                <a:solidFill>
                  <a:srgbClr val="444444"/>
                </a:solidFill>
                <a:latin typeface="Times New Roman"/>
                <a:ea typeface="Times New Roman"/>
                <a:cs typeface="Times New Roman"/>
              </a:rPr>
              <a:t>B</a:t>
            </a:r>
          </a:p>
        </p:txBody>
      </p:sp>
      <p:sp>
        <p:nvSpPr>
          <p:cNvPr id="97" name="b3" descr="Editable text; source id b3"/>
          <p:cNvSpPr txBox="1"/>
          <p:nvPr/>
        </p:nvSpPr>
        <p:spPr>
          <a:xfrm>
            <a:off x="11407301" y="2431914"/>
            <a:ext cx="175097" cy="239948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702"/>
              </a:lnSpc>
              <a:spcBef>
                <a:spcPts val="0"/>
              </a:spcBef>
              <a:spcAft>
                <a:spcPts val="0"/>
              </a:spcAft>
              <a:defRPr sz="1480" b="1" i="0" lang="zh-CN" dirty="0">
                <a:solidFill>
                  <a:srgbClr val="4444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80" b="1" i="0" lang="zh-CN" dirty="0">
                <a:solidFill>
                  <a:srgbClr val="444444"/>
                </a:solidFill>
                <a:latin typeface="Times New Roman"/>
                <a:ea typeface="Times New Roman"/>
                <a:cs typeface="Times New Roman"/>
              </a:rPr>
              <a:t>B</a:t>
            </a:r>
          </a:p>
        </p:txBody>
      </p:sp>
      <p:sp>
        <p:nvSpPr>
          <p:cNvPr id="98" name="stage1" descr="Editable text; source id stage1"/>
          <p:cNvSpPr txBox="1"/>
          <p:nvPr/>
        </p:nvSpPr>
        <p:spPr>
          <a:xfrm>
            <a:off x="1031131" y="2833991"/>
            <a:ext cx="888459" cy="26588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761"/>
              </a:lnSpc>
              <a:spcBef>
                <a:spcPts val="0"/>
              </a:spcBef>
              <a:spcAft>
                <a:spcPts val="0"/>
              </a:spcAft>
              <a:defRPr sz="1531" b="0" i="0" lang="zh-CN" dirty="0">
                <a:solidFill>
                  <a:srgbClr val="4444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31" b="0" i="0" lang="zh-CN" dirty="0">
                <a:solidFill>
                  <a:srgbClr val="444444"/>
                </a:solidFill>
                <a:latin typeface="Times New Roman"/>
                <a:ea typeface="Times New Roman"/>
                <a:cs typeface="Times New Roman"/>
              </a:rPr>
              <a:t>Backbone</a:t>
            </a:r>
          </a:p>
        </p:txBody>
      </p:sp>
      <p:sp>
        <p:nvSpPr>
          <p:cNvPr id="99" name="stage2" descr="Editable text; source id stage2"/>
          <p:cNvSpPr txBox="1"/>
          <p:nvPr/>
        </p:nvSpPr>
        <p:spPr>
          <a:xfrm>
            <a:off x="4131012" y="2833991"/>
            <a:ext cx="1089497" cy="26588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761"/>
              </a:lnSpc>
              <a:spcBef>
                <a:spcPts val="0"/>
              </a:spcBef>
              <a:spcAft>
                <a:spcPts val="0"/>
              </a:spcAft>
              <a:defRPr sz="1531" b="0" i="0" lang="zh-CN" dirty="0">
                <a:solidFill>
                  <a:srgbClr val="4444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31" b="0" i="0" lang="zh-CN" dirty="0">
                <a:solidFill>
                  <a:srgbClr val="444444"/>
                </a:solidFill>
                <a:latin typeface="Times New Roman"/>
                <a:ea typeface="Times New Roman"/>
                <a:cs typeface="Times New Roman"/>
              </a:rPr>
              <a:t>Perception</a:t>
            </a:r>
          </a:p>
        </p:txBody>
      </p:sp>
      <p:sp>
        <p:nvSpPr>
          <p:cNvPr id="100" name="stage3" descr="Editable text; source id stage3"/>
          <p:cNvSpPr txBox="1"/>
          <p:nvPr/>
        </p:nvSpPr>
        <p:spPr>
          <a:xfrm>
            <a:off x="7918314" y="2833991"/>
            <a:ext cx="1037616" cy="26588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761"/>
              </a:lnSpc>
              <a:spcBef>
                <a:spcPts val="0"/>
              </a:spcBef>
              <a:spcAft>
                <a:spcPts val="0"/>
              </a:spcAft>
              <a:defRPr sz="1531" b="0" i="0" lang="zh-CN" dirty="0">
                <a:solidFill>
                  <a:srgbClr val="4444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31" b="0" i="0" lang="zh-CN" dirty="0">
                <a:solidFill>
                  <a:srgbClr val="444444"/>
                </a:solidFill>
                <a:latin typeface="Times New Roman"/>
                <a:ea typeface="Times New Roman"/>
                <a:cs typeface="Times New Roman"/>
              </a:rPr>
              <a:t>Prediction</a:t>
            </a:r>
          </a:p>
        </p:txBody>
      </p:sp>
      <p:sp>
        <p:nvSpPr>
          <p:cNvPr id="101" name="stage4" descr="Editable text; source id stage4"/>
          <p:cNvSpPr txBox="1"/>
          <p:nvPr/>
        </p:nvSpPr>
        <p:spPr>
          <a:xfrm>
            <a:off x="11050621" y="2833991"/>
            <a:ext cx="869004" cy="26588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761"/>
              </a:lnSpc>
              <a:spcBef>
                <a:spcPts val="0"/>
              </a:spcBef>
              <a:spcAft>
                <a:spcPts val="0"/>
              </a:spcAft>
              <a:defRPr sz="1531" b="0" i="0" lang="zh-CN" dirty="0">
                <a:solidFill>
                  <a:srgbClr val="4444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31" b="0" i="0" lang="zh-CN" dirty="0">
                <a:solidFill>
                  <a:srgbClr val="444444"/>
                </a:solidFill>
                <a:latin typeface="Times New Roman"/>
                <a:ea typeface="Times New Roman"/>
                <a:cs typeface="Times New Roman"/>
              </a:rPr>
              <a:t>Planning</a:t>
            </a:r>
          </a:p>
        </p:txBody>
      </p:sp>
      <p:sp>
        <p:nvSpPr>
          <p:cNvPr id="102" name="agent_second" descr="Editable text; source id agent_second"/>
          <p:cNvSpPr txBox="1"/>
          <p:nvPr/>
        </p:nvSpPr>
        <p:spPr>
          <a:xfrm>
            <a:off x="7859948" y="661480"/>
            <a:ext cx="836578" cy="188068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409"/>
              </a:lnSpc>
              <a:spcBef>
                <a:spcPts val="0"/>
              </a:spcBef>
              <a:spcAft>
                <a:spcPts val="0"/>
              </a:spcAft>
              <a:defRPr sz="1225" b="0" i="0" lang="zh-CN" dirty="0">
                <a:solidFill>
                  <a:srgbClr val="28562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25" b="0" i="0" lang="zh-CN" dirty="0">
                <a:solidFill>
                  <a:srgbClr val="285625"/>
                </a:solidFill>
                <a:latin typeface="Times New Roman"/>
                <a:ea typeface="Times New Roman"/>
                <a:cs typeface="Times New Roman"/>
              </a:rPr>
              <a:t>Feature</a:t>
            </a:r>
          </a:p>
        </p:txBody>
      </p:sp>
      <p:sp>
        <p:nvSpPr>
          <p:cNvPr id="103" name="scene_second" descr="Editable text; source id scene_second"/>
          <p:cNvSpPr txBox="1"/>
          <p:nvPr/>
        </p:nvSpPr>
        <p:spPr>
          <a:xfrm>
            <a:off x="9760084" y="2114144"/>
            <a:ext cx="940340" cy="188068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409"/>
              </a:lnSpc>
              <a:spcBef>
                <a:spcPts val="0"/>
              </a:spcBef>
              <a:spcAft>
                <a:spcPts val="0"/>
              </a:spcAft>
              <a:defRPr sz="1225" b="0" i="0" lang="zh-CN" dirty="0">
                <a:solidFill>
                  <a:srgbClr val="87570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25" b="0" i="0" lang="zh-CN" dirty="0">
                <a:solidFill>
                  <a:srgbClr val="875706"/>
                </a:solidFill>
                <a:latin typeface="Times New Roman"/>
                <a:ea typeface="Times New Roman"/>
                <a:cs typeface="Times New Roman"/>
              </a:rPr>
              <a:t>Feature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Editable reconstruction</dc:title>
  <dc:subject>Reconstructed from source images; see validation and font manifest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