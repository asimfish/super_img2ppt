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54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" descr="Editable text; source id vision_label"/>
            <p:cNvSpPr txBox="1"/>
            <p:nvPr/>
          </p:nvSpPr>
          <p:spPr>
            <a:xfrm>
              <a:off x="2011583" y="576301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55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4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okenizer_label" descr="Editable text; source id tokenizer_label"/>
            <p:cNvSpPr txBox="1"/>
            <p:nvPr/>
          </p:nvSpPr>
          <p:spPr>
            <a:xfrm>
              <a:off x="2011583" y="1762662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57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6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vlm_label" descr="Editable text; source id vlm_label"/>
            <p:cNvSpPr txBox="1"/>
            <p:nvPr/>
          </p:nvSpPr>
          <p:spPr>
            <a:xfrm>
              <a:off x="3681455" y="100827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56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8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6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te_encoder_label" descr="Editable text; source id state_encoder_label"/>
            <p:cNvSpPr txBox="1"/>
            <p:nvPr/>
          </p:nvSpPr>
          <p:spPr>
            <a:xfrm>
              <a:off x="3152769" y="2710385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59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28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ction_encoder_label" descr="Editable text; source id action_encoder_label"/>
            <p:cNvSpPr txBox="1"/>
            <p:nvPr/>
          </p:nvSpPr>
          <p:spPr>
            <a:xfrm>
              <a:off x="3152769" y="416104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4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0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0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1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71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3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72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35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73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37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39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3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60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4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ecoder_label" descr="Editable text; source id decoder_label"/>
            <p:cNvSpPr txBox="1"/>
            <p:nvPr/>
          </p:nvSpPr>
          <p:spPr>
            <a:xfrm>
              <a:off x="9116598" y="3722654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65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46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2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47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8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63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49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0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1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64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2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3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4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55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56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57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69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58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6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59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0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67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1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2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3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68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64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5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6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7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8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9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76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0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8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87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46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2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7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99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3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0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14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1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16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25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3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27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177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2647"/>
            <a:chOff x="11547261" y="2894874"/>
            <a:chExt cx="644738" cy="2142647"/>
          </a:xfrm>
        </p:grpSpPr>
        <p:pic>
          <p:nvPicPr>
            <p:cNvPr id="137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38" name="motor_label" descr="Editable text; source id motor_label"/>
            <p:cNvSpPr txBox="1"/>
            <p:nvPr/>
          </p:nvSpPr>
          <p:spPr>
            <a:xfrm>
              <a:off x="11547261" y="4573310"/>
              <a:ext cx="644738" cy="46421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175" name="frozen_legend" descr="Freeze-status legend icon and full label."/>
          <p:cNvGrpSpPr/>
          <p:nvPr/>
        </p:nvGrpSpPr>
        <p:grpSpPr>
          <a:xfrm>
            <a:off x="8284886" y="1302371"/>
            <a:ext cx="3475138" cy="303027"/>
            <a:chOff x="8284886" y="1302371"/>
            <a:chExt cx="3475138" cy="303027"/>
          </a:xfrm>
        </p:grpSpPr>
        <p:sp>
          <p:nvSpPr>
            <p:cNvPr id="141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sp>
          <p:nvSpPr>
            <p:cNvPr id="142" name="legend_frozen_icon" descr="Editable shape; source id legend_frozen_icon"/>
            <p:cNvSpPr/>
            <p:nvPr/>
          </p:nvSpPr>
          <p:spPr>
            <a:xfrm>
              <a:off x="8284886" y="1302371"/>
              <a:ext cx="270790" cy="303027"/>
            </a:xfrm>
            <a:custGeom>
              <a:avLst/>
              <a:gdLst/>
              <a:ahLst/>
              <a:cxnLst/>
              <a:rect l="l" t="t" r="r" b="b"/>
              <a:pathLst>
                <a:path w="42000" h="47000">
                  <a:moveTo>
                    <a:pt x="0" y="19000"/>
                  </a:moveTo>
                  <a:lnTo>
                    <a:pt x="5000" y="17000"/>
                  </a:lnTo>
                  <a:lnTo>
                    <a:pt x="5000" y="15000"/>
                  </a:lnTo>
                  <a:lnTo>
                    <a:pt x="3000" y="15000"/>
                  </a:lnTo>
                  <a:lnTo>
                    <a:pt x="1000" y="13000"/>
                  </a:lnTo>
                  <a:lnTo>
                    <a:pt x="1000" y="11000"/>
                  </a:lnTo>
                  <a:lnTo>
                    <a:pt x="4000" y="11000"/>
                  </a:lnTo>
                  <a:lnTo>
                    <a:pt x="4000" y="12000"/>
                  </a:lnTo>
                  <a:lnTo>
                    <a:pt x="8000" y="13000"/>
                  </a:lnTo>
                  <a:lnTo>
                    <a:pt x="7000" y="7000"/>
                  </a:lnTo>
                  <a:lnTo>
                    <a:pt x="10000" y="7000"/>
                  </a:lnTo>
                  <a:lnTo>
                    <a:pt x="11000" y="16000"/>
                  </a:lnTo>
                  <a:lnTo>
                    <a:pt x="13000" y="16000"/>
                  </a:lnTo>
                  <a:lnTo>
                    <a:pt x="17000" y="20000"/>
                  </a:lnTo>
                  <a:lnTo>
                    <a:pt x="20000" y="20000"/>
                  </a:lnTo>
                  <a:lnTo>
                    <a:pt x="20000" y="11000"/>
                  </a:lnTo>
                  <a:lnTo>
                    <a:pt x="17000" y="8000"/>
                  </a:lnTo>
                  <a:lnTo>
                    <a:pt x="15000" y="8000"/>
                  </a:lnTo>
                  <a:lnTo>
                    <a:pt x="13000" y="6000"/>
                  </a:lnTo>
                  <a:lnTo>
                    <a:pt x="13000" y="4000"/>
                  </a:lnTo>
                  <a:lnTo>
                    <a:pt x="15000" y="3000"/>
                  </a:lnTo>
                  <a:lnTo>
                    <a:pt x="18000" y="6000"/>
                  </a:lnTo>
                  <a:lnTo>
                    <a:pt x="20000" y="6000"/>
                  </a:lnTo>
                  <a:lnTo>
                    <a:pt x="20000" y="0"/>
                  </a:lnTo>
                  <a:lnTo>
                    <a:pt x="22000" y="0"/>
                  </a:lnTo>
                  <a:lnTo>
                    <a:pt x="23000" y="1000"/>
                  </a:lnTo>
                  <a:lnTo>
                    <a:pt x="23000" y="6000"/>
                  </a:lnTo>
                  <a:lnTo>
                    <a:pt x="26000" y="5000"/>
                  </a:lnTo>
                  <a:lnTo>
                    <a:pt x="27000" y="3000"/>
                  </a:lnTo>
                  <a:lnTo>
                    <a:pt x="29000" y="3000"/>
                  </a:lnTo>
                  <a:lnTo>
                    <a:pt x="29000" y="6000"/>
                  </a:lnTo>
                  <a:lnTo>
                    <a:pt x="26000" y="9000"/>
                  </a:lnTo>
                  <a:lnTo>
                    <a:pt x="23000" y="10000"/>
                  </a:lnTo>
                  <a:lnTo>
                    <a:pt x="23000" y="20000"/>
                  </a:lnTo>
                  <a:lnTo>
                    <a:pt x="25000" y="20000"/>
                  </a:lnTo>
                  <a:lnTo>
                    <a:pt x="26000" y="18000"/>
                  </a:lnTo>
                  <a:lnTo>
                    <a:pt x="31000" y="16000"/>
                  </a:lnTo>
                  <a:lnTo>
                    <a:pt x="32000" y="7000"/>
                  </a:lnTo>
                  <a:lnTo>
                    <a:pt x="35000" y="7000"/>
                  </a:lnTo>
                  <a:lnTo>
                    <a:pt x="35000" y="13000"/>
                  </a:lnTo>
                  <a:lnTo>
                    <a:pt x="38000" y="12000"/>
                  </a:lnTo>
                  <a:lnTo>
                    <a:pt x="38000" y="11000"/>
                  </a:lnTo>
                  <a:lnTo>
                    <a:pt x="41000" y="11000"/>
                  </a:lnTo>
                  <a:lnTo>
                    <a:pt x="41000" y="14000"/>
                  </a:lnTo>
                  <a:lnTo>
                    <a:pt x="37000" y="15000"/>
                  </a:lnTo>
                  <a:lnTo>
                    <a:pt x="37000" y="17000"/>
                  </a:lnTo>
                  <a:lnTo>
                    <a:pt x="41000" y="18000"/>
                  </a:lnTo>
                  <a:lnTo>
                    <a:pt x="42000" y="21000"/>
                  </a:lnTo>
                  <a:lnTo>
                    <a:pt x="38000" y="21000"/>
                  </a:lnTo>
                  <a:lnTo>
                    <a:pt x="36000" y="19000"/>
                  </a:lnTo>
                  <a:lnTo>
                    <a:pt x="31000" y="19000"/>
                  </a:lnTo>
                  <a:lnTo>
                    <a:pt x="31000" y="20000"/>
                  </a:lnTo>
                  <a:lnTo>
                    <a:pt x="29000" y="20000"/>
                  </a:lnTo>
                  <a:lnTo>
                    <a:pt x="28000" y="22000"/>
                  </a:lnTo>
                  <a:lnTo>
                    <a:pt x="25000" y="23000"/>
                  </a:lnTo>
                  <a:lnTo>
                    <a:pt x="27000" y="26000"/>
                  </a:lnTo>
                  <a:lnTo>
                    <a:pt x="29000" y="26000"/>
                  </a:lnTo>
                  <a:lnTo>
                    <a:pt x="32000" y="29000"/>
                  </a:lnTo>
                  <a:lnTo>
                    <a:pt x="34000" y="29000"/>
                  </a:lnTo>
                  <a:lnTo>
                    <a:pt x="36000" y="27000"/>
                  </a:lnTo>
                  <a:lnTo>
                    <a:pt x="39000" y="27000"/>
                  </a:lnTo>
                  <a:lnTo>
                    <a:pt x="39000" y="26000"/>
                  </a:lnTo>
                  <a:lnTo>
                    <a:pt x="42000" y="26000"/>
                  </a:lnTo>
                  <a:lnTo>
                    <a:pt x="42000" y="28000"/>
                  </a:lnTo>
                  <a:lnTo>
                    <a:pt x="40000" y="30000"/>
                  </a:lnTo>
                  <a:lnTo>
                    <a:pt x="37000" y="30000"/>
                  </a:lnTo>
                  <a:lnTo>
                    <a:pt x="37000" y="32000"/>
                  </a:lnTo>
                  <a:lnTo>
                    <a:pt x="39000" y="32000"/>
                  </a:lnTo>
                  <a:lnTo>
                    <a:pt x="41000" y="34000"/>
                  </a:lnTo>
                  <a:lnTo>
                    <a:pt x="41000" y="36000"/>
                  </a:lnTo>
                  <a:lnTo>
                    <a:pt x="39000" y="37000"/>
                  </a:lnTo>
                  <a:lnTo>
                    <a:pt x="38000" y="35000"/>
                  </a:lnTo>
                  <a:lnTo>
                    <a:pt x="35000" y="34000"/>
                  </a:lnTo>
                  <a:lnTo>
                    <a:pt x="35000" y="40000"/>
                  </a:lnTo>
                  <a:lnTo>
                    <a:pt x="33000" y="41000"/>
                  </a:lnTo>
                  <a:lnTo>
                    <a:pt x="32000" y="40000"/>
                  </a:lnTo>
                  <a:lnTo>
                    <a:pt x="31000" y="31000"/>
                  </a:lnTo>
                  <a:lnTo>
                    <a:pt x="29000" y="31000"/>
                  </a:lnTo>
                  <a:lnTo>
                    <a:pt x="28000" y="29000"/>
                  </a:lnTo>
                  <a:lnTo>
                    <a:pt x="23000" y="27000"/>
                  </a:lnTo>
                  <a:lnTo>
                    <a:pt x="23000" y="37000"/>
                  </a:lnTo>
                  <a:lnTo>
                    <a:pt x="29000" y="41000"/>
                  </a:lnTo>
                  <a:lnTo>
                    <a:pt x="29000" y="44000"/>
                  </a:lnTo>
                  <a:lnTo>
                    <a:pt x="27000" y="44000"/>
                  </a:lnTo>
                  <a:lnTo>
                    <a:pt x="27000" y="43000"/>
                  </a:lnTo>
                  <a:lnTo>
                    <a:pt x="25000" y="43000"/>
                  </a:lnTo>
                  <a:lnTo>
                    <a:pt x="23000" y="41000"/>
                  </a:lnTo>
                  <a:lnTo>
                    <a:pt x="23000" y="46000"/>
                  </a:lnTo>
                  <a:lnTo>
                    <a:pt x="20000" y="47000"/>
                  </a:lnTo>
                  <a:lnTo>
                    <a:pt x="20000" y="41000"/>
                  </a:lnTo>
                  <a:lnTo>
                    <a:pt x="18000" y="41000"/>
                  </a:lnTo>
                  <a:lnTo>
                    <a:pt x="16000" y="44000"/>
                  </a:lnTo>
                  <a:lnTo>
                    <a:pt x="13000" y="44000"/>
                  </a:lnTo>
                  <a:lnTo>
                    <a:pt x="13000" y="41000"/>
                  </a:lnTo>
                  <a:lnTo>
                    <a:pt x="16000" y="40000"/>
                  </a:lnTo>
                  <a:lnTo>
                    <a:pt x="20000" y="36000"/>
                  </a:lnTo>
                  <a:lnTo>
                    <a:pt x="20000" y="27000"/>
                  </a:lnTo>
                  <a:lnTo>
                    <a:pt x="18000" y="27000"/>
                  </a:lnTo>
                  <a:lnTo>
                    <a:pt x="18000" y="28000"/>
                  </a:lnTo>
                  <a:lnTo>
                    <a:pt x="14000" y="29000"/>
                  </a:lnTo>
                  <a:lnTo>
                    <a:pt x="13000" y="31000"/>
                  </a:lnTo>
                  <a:lnTo>
                    <a:pt x="11000" y="31000"/>
                  </a:lnTo>
                  <a:lnTo>
                    <a:pt x="11000" y="37000"/>
                  </a:lnTo>
                  <a:lnTo>
                    <a:pt x="10000" y="37000"/>
                  </a:lnTo>
                  <a:lnTo>
                    <a:pt x="9000" y="41000"/>
                  </a:lnTo>
                  <a:lnTo>
                    <a:pt x="7000" y="40000"/>
                  </a:lnTo>
                  <a:lnTo>
                    <a:pt x="8000" y="34000"/>
                  </a:lnTo>
                  <a:lnTo>
                    <a:pt x="6000" y="34000"/>
                  </a:lnTo>
                  <a:lnTo>
                    <a:pt x="3000" y="37000"/>
                  </a:lnTo>
                  <a:lnTo>
                    <a:pt x="1000" y="36000"/>
                  </a:lnTo>
                  <a:lnTo>
                    <a:pt x="1000" y="34000"/>
                  </a:lnTo>
                  <a:lnTo>
                    <a:pt x="4000" y="33000"/>
                  </a:lnTo>
                  <a:lnTo>
                    <a:pt x="5000" y="30000"/>
                  </a:lnTo>
                  <a:lnTo>
                    <a:pt x="0" y="28000"/>
                  </a:lnTo>
                  <a:lnTo>
                    <a:pt x="1000" y="26000"/>
                  </a:lnTo>
                  <a:lnTo>
                    <a:pt x="4000" y="26000"/>
                  </a:lnTo>
                  <a:lnTo>
                    <a:pt x="4000" y="27000"/>
                  </a:lnTo>
                  <a:lnTo>
                    <a:pt x="10000" y="29000"/>
                  </a:lnTo>
                  <a:lnTo>
                    <a:pt x="13000" y="26000"/>
                  </a:lnTo>
                  <a:lnTo>
                    <a:pt x="17000" y="25000"/>
                  </a:lnTo>
                  <a:lnTo>
                    <a:pt x="18000" y="23000"/>
                  </a:lnTo>
                  <a:lnTo>
                    <a:pt x="16000" y="23000"/>
                  </a:lnTo>
                  <a:lnTo>
                    <a:pt x="15000" y="21000"/>
                  </a:lnTo>
                  <a:lnTo>
                    <a:pt x="13000" y="21000"/>
                  </a:lnTo>
                  <a:lnTo>
                    <a:pt x="11000" y="19000"/>
                  </a:lnTo>
                  <a:lnTo>
                    <a:pt x="7000" y="19000"/>
                  </a:lnTo>
                  <a:lnTo>
                    <a:pt x="7000" y="20000"/>
                  </a:lnTo>
                  <a:lnTo>
                    <a:pt x="4000" y="20000"/>
                  </a:lnTo>
                  <a:lnTo>
                    <a:pt x="4000" y="21000"/>
                  </a:lnTo>
                  <a:lnTo>
                    <a:pt x="1000" y="21000"/>
                  </a:lnTo>
                  <a:close/>
                </a:path>
              </a:pathLst>
            </a:custGeom>
            <a:solidFill>
              <a:srgbClr val="4295FF"/>
            </a:solidFill>
            <a:ln>
              <a:noFill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grpSp>
        <p:nvGrpSpPr>
          <p:cNvPr id="161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44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45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