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544285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Adapted from NVIDIA et al., Cosmos 3: Omnimodal World Models for Physical AI, arXiv:2606.02800v4, Figure 5, p.11 (23 June 2026). CC BY 4.0 https://creativecommons.org/licenses/by/4.0/. Reconstruction changes typography and editable geometry; brace remains a local text-free raster asset; diagonal header labels are native rotated text parts. No endorsement implied.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r_bg" descr="Editable shape; source id ar_bg"/>
          <p:cNvSpPr/>
          <p:nvPr/>
        </p:nvSpPr>
        <p:spPr>
          <a:xfrm>
            <a:off x="600891" y="1402079"/>
            <a:ext cx="3169919" cy="2412274"/>
          </a:xfrm>
          <a:prstGeom prst="rect">
            <a:avLst/>
          </a:prstGeom>
          <a:solidFill>
            <a:srgbClr val="F6F5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m_bg" descr="Editable shape; source id dm_bg"/>
          <p:cNvSpPr/>
          <p:nvPr/>
        </p:nvSpPr>
        <p:spPr>
          <a:xfrm>
            <a:off x="3875314" y="1402079"/>
            <a:ext cx="3169919" cy="2412274"/>
          </a:xfrm>
          <a:prstGeom prst="rect">
            <a:avLst/>
          </a:prstGeom>
          <a:solidFill>
            <a:srgbClr val="FFF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17" name="repeated_transformer_annotation" descr="repeated transformer annotation"/>
          <p:cNvGrpSpPr/>
          <p:nvPr/>
        </p:nvGrpSpPr>
        <p:grpSpPr>
          <a:xfrm>
            <a:off x="87085" y="1402079"/>
            <a:ext cx="478971" cy="2429691"/>
            <a:chOff x="87085" y="1402079"/>
            <a:chExt cx="478971" cy="2429691"/>
          </a:xfrm>
        </p:grpSpPr>
        <p:pic>
          <p:nvPicPr>
            <p:cNvPr id="4" name="repeat_brace" descr="Exact inspected source pixel crop; retained due unsupported arbitrary-angle labels or curved brace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9302" y="1402079"/>
              <a:ext cx="156754" cy="2429691"/>
            </a:xfrm>
            <a:prstGeom prst="rect">
              <a:avLst/>
            </a:prstGeom>
            <a:effectLst/>
          </p:spPr>
        </p:pic>
        <p:sp>
          <p:nvSpPr>
            <p:cNvPr id="5" name="repeat_times" descr="Editable text; source id repeat_times"/>
            <p:cNvSpPr txBox="1"/>
            <p:nvPr/>
          </p:nvSpPr>
          <p:spPr>
            <a:xfrm>
              <a:off x="87085" y="2499359"/>
              <a:ext cx="148045" cy="252548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813"/>
                </a:lnSpc>
                <a:spcBef>
                  <a:spcPts val="0"/>
                </a:spcBef>
                <a:spcAft>
                  <a:spcPts val="0"/>
                </a:spcAft>
                <a:defRPr sz="1577" b="0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7" b="0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×</a:t>
              </a:r>
            </a:p>
          </p:txBody>
        </p:sp>
        <p:sp>
          <p:nvSpPr>
            <p:cNvPr id="6" name="repeat_L" descr="Editable text; source id repeat_L"/>
            <p:cNvSpPr txBox="1"/>
            <p:nvPr/>
          </p:nvSpPr>
          <p:spPr>
            <a:xfrm>
              <a:off x="235131" y="2499359"/>
              <a:ext cx="148045" cy="252548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813"/>
                </a:lnSpc>
                <a:spcBef>
                  <a:spcPts val="0"/>
                </a:spcBef>
                <a:spcAft>
                  <a:spcPts val="0"/>
                </a:spcAft>
                <a:defRPr sz="1577" b="0" i="1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577" b="0" i="1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L</a:t>
              </a:r>
            </a:p>
          </p:txBody>
        </p:sp>
      </p:grpSp>
      <p:grpSp>
        <p:nvGrpSpPr>
          <p:cNvPr id="418" name="vision_encoder" descr="vision encoder"/>
          <p:cNvGrpSpPr/>
          <p:nvPr/>
        </p:nvGrpSpPr>
        <p:grpSpPr>
          <a:xfrm>
            <a:off x="775062" y="130628"/>
            <a:ext cx="1036319" cy="391885"/>
            <a:chOff x="775062" y="130628"/>
            <a:chExt cx="1036319" cy="391885"/>
          </a:xfrm>
        </p:grpSpPr>
        <p:sp>
          <p:nvSpPr>
            <p:cNvPr id="7" name="vit" descr="Editable shape; source id vit"/>
            <p:cNvSpPr/>
            <p:nvPr/>
          </p:nvSpPr>
          <p:spPr>
            <a:xfrm>
              <a:off x="775062" y="130628"/>
              <a:ext cx="1036319" cy="391885"/>
            </a:xfrm>
            <a:prstGeom prst="rect">
              <a:avLst/>
            </a:prstGeom>
            <a:solidFill>
              <a:srgbClr val="EEF5FA"/>
            </a:solidFill>
            <a:ln w="6095">
              <a:solidFill>
                <a:srgbClr val="12608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vit_label" descr="Editable text; source id vit_label"/>
            <p:cNvSpPr txBox="1"/>
            <p:nvPr/>
          </p:nvSpPr>
          <p:spPr>
            <a:xfrm>
              <a:off x="801188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rPr>
                <a:t>Vision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26082"/>
                  </a:solidFill>
                  <a:latin typeface="Times New Roman"/>
                  <a:ea typeface="Times New Roman"/>
                  <a:cs typeface="Times New Roman"/>
                </a:rPr>
                <a:t>Encoder (ViT)</a:t>
              </a:r>
            </a:p>
          </p:txBody>
        </p:sp>
      </p:grpSp>
      <p:grpSp>
        <p:nvGrpSpPr>
          <p:cNvPr id="419" name="language_tokenizer" descr="language tokenizer"/>
          <p:cNvGrpSpPr/>
          <p:nvPr/>
        </p:nvGrpSpPr>
        <p:grpSpPr>
          <a:xfrm>
            <a:off x="1846217" y="130628"/>
            <a:ext cx="1759131" cy="391885"/>
            <a:chOff x="1846217" y="130628"/>
            <a:chExt cx="1759131" cy="391885"/>
          </a:xfrm>
        </p:grpSpPr>
        <p:sp>
          <p:nvSpPr>
            <p:cNvPr id="9" name="lang" descr="Editable shape; source id lang"/>
            <p:cNvSpPr/>
            <p:nvPr/>
          </p:nvSpPr>
          <p:spPr>
            <a:xfrm>
              <a:off x="1846217" y="130628"/>
              <a:ext cx="1759131" cy="391885"/>
            </a:xfrm>
            <a:prstGeom prst="rect">
              <a:avLst/>
            </a:prstGeom>
            <a:solidFill>
              <a:srgbClr val="F2F0FC"/>
            </a:solidFill>
            <a:ln w="6095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ng_label" descr="Editable text; source id lang_label"/>
            <p:cNvSpPr txBox="1"/>
            <p:nvPr/>
          </p:nvSpPr>
          <p:spPr>
            <a:xfrm>
              <a:off x="1872342" y="165462"/>
              <a:ext cx="1706879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Language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Tokenizer</a:t>
              </a:r>
            </a:p>
          </p:txBody>
        </p:sp>
      </p:grpSp>
      <p:grpSp>
        <p:nvGrpSpPr>
          <p:cNvPr id="420" name="vision_vae_encoder" descr="vision vae encoder"/>
          <p:cNvGrpSpPr/>
          <p:nvPr/>
        </p:nvGrpSpPr>
        <p:grpSpPr>
          <a:xfrm>
            <a:off x="3866605" y="130628"/>
            <a:ext cx="1036319" cy="391885"/>
            <a:chOff x="3866605" y="130628"/>
            <a:chExt cx="1036319" cy="391885"/>
          </a:xfrm>
        </p:grpSpPr>
        <p:sp>
          <p:nvSpPr>
            <p:cNvPr id="11" name="vae" descr="Editable shape; source id vae"/>
            <p:cNvSpPr/>
            <p:nvPr/>
          </p:nvSpPr>
          <p:spPr>
            <a:xfrm>
              <a:off x="3866605" y="130628"/>
              <a:ext cx="1036319" cy="391885"/>
            </a:xfrm>
            <a:prstGeom prst="rect">
              <a:avLst/>
            </a:prstGeom>
            <a:solidFill>
              <a:srgbClr val="FFF7EE"/>
            </a:solidFill>
            <a:ln w="6095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vae_label" descr="Editable text; source id vae_label"/>
            <p:cNvSpPr txBox="1"/>
            <p:nvPr/>
          </p:nvSpPr>
          <p:spPr>
            <a:xfrm>
              <a:off x="3892731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rPr>
                <a:t>Vision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rPr>
                <a:t>Encoder (VAE)</a:t>
              </a:r>
            </a:p>
          </p:txBody>
        </p:sp>
      </p:grpSp>
      <p:grpSp>
        <p:nvGrpSpPr>
          <p:cNvPr id="421" name="audio_encoder" descr="audio encoder"/>
          <p:cNvGrpSpPr/>
          <p:nvPr/>
        </p:nvGrpSpPr>
        <p:grpSpPr>
          <a:xfrm>
            <a:off x="4937759" y="130628"/>
            <a:ext cx="1036319" cy="391885"/>
            <a:chOff x="4937759" y="130628"/>
            <a:chExt cx="1036319" cy="391885"/>
          </a:xfrm>
        </p:grpSpPr>
        <p:sp>
          <p:nvSpPr>
            <p:cNvPr id="13" name="audio" descr="Editable shape; source id audio"/>
            <p:cNvSpPr/>
            <p:nvPr/>
          </p:nvSpPr>
          <p:spPr>
            <a:xfrm>
              <a:off x="4937759" y="130628"/>
              <a:ext cx="1036319" cy="391885"/>
            </a:xfrm>
            <a:prstGeom prst="rect">
              <a:avLst/>
            </a:prstGeom>
            <a:solidFill>
              <a:srgbClr val="F7EDF6"/>
            </a:solidFill>
            <a:ln w="6095">
              <a:solidFill>
                <a:srgbClr val="66246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audio_label" descr="Editable text; source id audio_label"/>
            <p:cNvSpPr txBox="1"/>
            <p:nvPr/>
          </p:nvSpPr>
          <p:spPr>
            <a:xfrm>
              <a:off x="4963885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rPr>
                <a:t>Audio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66246D"/>
                  </a:solidFill>
                  <a:latin typeface="Times New Roman"/>
                  <a:ea typeface="Times New Roman"/>
                  <a:cs typeface="Times New Roman"/>
                </a:rPr>
                <a:t>Encoder</a:t>
              </a:r>
            </a:p>
          </p:txBody>
        </p:sp>
      </p:grpSp>
      <p:grpSp>
        <p:nvGrpSpPr>
          <p:cNvPr id="422" name="action_encoder" descr="action encoder"/>
          <p:cNvGrpSpPr/>
          <p:nvPr/>
        </p:nvGrpSpPr>
        <p:grpSpPr>
          <a:xfrm>
            <a:off x="6008914" y="130628"/>
            <a:ext cx="1036319" cy="391885"/>
            <a:chOff x="6008914" y="130628"/>
            <a:chExt cx="1036319" cy="391885"/>
          </a:xfrm>
        </p:grpSpPr>
        <p:sp>
          <p:nvSpPr>
            <p:cNvPr id="15" name="action" descr="Editable shape; source id action"/>
            <p:cNvSpPr/>
            <p:nvPr/>
          </p:nvSpPr>
          <p:spPr>
            <a:xfrm>
              <a:off x="6008914" y="130628"/>
              <a:ext cx="1036319" cy="391885"/>
            </a:xfrm>
            <a:prstGeom prst="rect">
              <a:avLst/>
            </a:prstGeom>
            <a:solidFill>
              <a:srgbClr val="F5F8F5"/>
            </a:solidFill>
            <a:ln w="6095">
              <a:solidFill>
                <a:srgbClr val="4D684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action_label" descr="Editable text; source id action_label"/>
            <p:cNvSpPr txBox="1"/>
            <p:nvPr/>
          </p:nvSpPr>
          <p:spPr>
            <a:xfrm>
              <a:off x="6035039" y="165462"/>
              <a:ext cx="984068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rPr>
                <a:t>Action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4D684B"/>
                  </a:solidFill>
                  <a:latin typeface="Times New Roman"/>
                  <a:ea typeface="Times New Roman"/>
                  <a:cs typeface="Times New Roman"/>
                </a:rPr>
                <a:t>Encoder</a:t>
              </a:r>
            </a:p>
          </p:txBody>
        </p:sp>
      </p:grpSp>
      <p:grpSp>
        <p:nvGrpSpPr>
          <p:cNvPr id="431" name="autoregressive_input_tokens" descr="autoregressive input tokens"/>
          <p:cNvGrpSpPr/>
          <p:nvPr/>
        </p:nvGrpSpPr>
        <p:grpSpPr>
          <a:xfrm>
            <a:off x="775062" y="618308"/>
            <a:ext cx="2830285" cy="217714"/>
            <a:chOff x="775062" y="618308"/>
            <a:chExt cx="2830285" cy="217714"/>
          </a:xfrm>
        </p:grpSpPr>
        <p:grpSp>
          <p:nvGrpSpPr>
            <p:cNvPr id="423" name="token_ar_v0" descr="token ar v0"/>
            <p:cNvGrpSpPr/>
            <p:nvPr/>
          </p:nvGrpSpPr>
          <p:grpSpPr>
            <a:xfrm>
              <a:off x="775062" y="618308"/>
              <a:ext cx="330925" cy="217714"/>
              <a:chOff x="775062" y="618308"/>
              <a:chExt cx="330925" cy="217714"/>
            </a:xfrm>
          </p:grpSpPr>
          <p:sp>
            <p:nvSpPr>
              <p:cNvPr id="17" name="ar_v0" descr="Editable shape; source id ar_v0"/>
              <p:cNvSpPr/>
              <p:nvPr/>
            </p:nvSpPr>
            <p:spPr>
              <a:xfrm>
                <a:off x="775062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" name="ar_v0b" descr="Editable text; source id ar_v0b"/>
              <p:cNvSpPr txBox="1"/>
              <p:nvPr/>
            </p:nvSpPr>
            <p:spPr>
              <a:xfrm>
                <a:off x="827314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9" name="ar_v0s" descr="Editable text; source id ar_v0s"/>
              <p:cNvSpPr txBox="1"/>
              <p:nvPr/>
            </p:nvSpPr>
            <p:spPr>
              <a:xfrm>
                <a:off x="905691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20" name="ar_v0u" descr="Editable text; source id ar_v0u"/>
              <p:cNvSpPr txBox="1"/>
              <p:nvPr/>
            </p:nvSpPr>
            <p:spPr>
              <a:xfrm>
                <a:off x="905691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24" name="token_ar_v1" descr="token ar v1"/>
            <p:cNvGrpSpPr/>
            <p:nvPr/>
          </p:nvGrpSpPr>
          <p:grpSpPr>
            <a:xfrm>
              <a:off x="1132114" y="618308"/>
              <a:ext cx="330925" cy="217714"/>
              <a:chOff x="1132114" y="618308"/>
              <a:chExt cx="330925" cy="217714"/>
            </a:xfrm>
          </p:grpSpPr>
          <p:sp>
            <p:nvSpPr>
              <p:cNvPr id="21" name="ar_v1" descr="Editable shape; source id ar_v1"/>
              <p:cNvSpPr/>
              <p:nvPr/>
            </p:nvSpPr>
            <p:spPr>
              <a:xfrm>
                <a:off x="1132114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ar_v1b" descr="Editable text; source id ar_v1b"/>
              <p:cNvSpPr txBox="1"/>
              <p:nvPr/>
            </p:nvSpPr>
            <p:spPr>
              <a:xfrm>
                <a:off x="1184365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23" name="ar_v1s" descr="Editable text; source id ar_v1s"/>
              <p:cNvSpPr txBox="1"/>
              <p:nvPr/>
            </p:nvSpPr>
            <p:spPr>
              <a:xfrm>
                <a:off x="1262742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24" name="ar_v1u" descr="Editable text; source id ar_v1u"/>
              <p:cNvSpPr txBox="1"/>
              <p:nvPr/>
            </p:nvSpPr>
            <p:spPr>
              <a:xfrm>
                <a:off x="1262742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25" name="token_ar_ellipsis" descr="token ar ellipsis"/>
            <p:cNvGrpSpPr/>
            <p:nvPr/>
          </p:nvGrpSpPr>
          <p:grpSpPr>
            <a:xfrm>
              <a:off x="1489165" y="618308"/>
              <a:ext cx="330925" cy="217714"/>
              <a:chOff x="1489165" y="618308"/>
              <a:chExt cx="330925" cy="217714"/>
            </a:xfrm>
          </p:grpSpPr>
          <p:sp>
            <p:nvSpPr>
              <p:cNvPr id="25" name="ar_ellipsis" descr="Editable shape; source id ar_ellipsis"/>
              <p:cNvSpPr/>
              <p:nvPr/>
            </p:nvSpPr>
            <p:spPr>
              <a:xfrm>
                <a:off x="1489165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ar_ellipsisb" descr="Editable text; source id ar_ellipsisb"/>
              <p:cNvSpPr txBox="1"/>
              <p:nvPr/>
            </p:nvSpPr>
            <p:spPr>
              <a:xfrm>
                <a:off x="1541417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26" name="token_ar_l0" descr="token ar l0"/>
            <p:cNvGrpSpPr/>
            <p:nvPr/>
          </p:nvGrpSpPr>
          <p:grpSpPr>
            <a:xfrm>
              <a:off x="1846217" y="618308"/>
              <a:ext cx="330925" cy="217714"/>
              <a:chOff x="1846217" y="618308"/>
              <a:chExt cx="330925" cy="217714"/>
            </a:xfrm>
          </p:grpSpPr>
          <p:sp>
            <p:nvSpPr>
              <p:cNvPr id="27" name="ar_l0" descr="Editable shape; source id ar_l0"/>
              <p:cNvSpPr/>
              <p:nvPr/>
            </p:nvSpPr>
            <p:spPr>
              <a:xfrm>
                <a:off x="1846217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ar_l0b" descr="Editable text; source id ar_l0b"/>
              <p:cNvSpPr txBox="1"/>
              <p:nvPr/>
            </p:nvSpPr>
            <p:spPr>
              <a:xfrm>
                <a:off x="1898468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29" name="ar_l0s" descr="Editable text; source id ar_l0s"/>
              <p:cNvSpPr txBox="1"/>
              <p:nvPr/>
            </p:nvSpPr>
            <p:spPr>
              <a:xfrm>
                <a:off x="1976845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27" name="token_ar_l1" descr="token ar l1"/>
            <p:cNvGrpSpPr/>
            <p:nvPr/>
          </p:nvGrpSpPr>
          <p:grpSpPr>
            <a:xfrm>
              <a:off x="2203268" y="618308"/>
              <a:ext cx="330925" cy="217714"/>
              <a:chOff x="2203268" y="618308"/>
              <a:chExt cx="330925" cy="217714"/>
            </a:xfrm>
          </p:grpSpPr>
          <p:sp>
            <p:nvSpPr>
              <p:cNvPr id="30" name="ar_l1" descr="Editable shape; source id ar_l1"/>
              <p:cNvSpPr/>
              <p:nvPr/>
            </p:nvSpPr>
            <p:spPr>
              <a:xfrm>
                <a:off x="2203268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ar_l1b" descr="Editable text; source id ar_l1b"/>
              <p:cNvSpPr txBox="1"/>
              <p:nvPr/>
            </p:nvSpPr>
            <p:spPr>
              <a:xfrm>
                <a:off x="2255519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32" name="ar_l1s" descr="Editable text; source id ar_l1s"/>
              <p:cNvSpPr txBox="1"/>
              <p:nvPr/>
            </p:nvSpPr>
            <p:spPr>
              <a:xfrm>
                <a:off x="2333897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28" name="token_ar_ldots" descr="token ar ldots"/>
            <p:cNvGrpSpPr/>
            <p:nvPr/>
          </p:nvGrpSpPr>
          <p:grpSpPr>
            <a:xfrm>
              <a:off x="2560319" y="618308"/>
              <a:ext cx="330925" cy="217714"/>
              <a:chOff x="2560319" y="618308"/>
              <a:chExt cx="330925" cy="217714"/>
            </a:xfrm>
          </p:grpSpPr>
          <p:sp>
            <p:nvSpPr>
              <p:cNvPr id="33" name="ar_ldots" descr="Editable shape; source id ar_ldots"/>
              <p:cNvSpPr/>
              <p:nvPr/>
            </p:nvSpPr>
            <p:spPr>
              <a:xfrm>
                <a:off x="2560319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ar_ldotsb" descr="Editable text; source id ar_ldotsb"/>
              <p:cNvSpPr txBox="1"/>
              <p:nvPr/>
            </p:nvSpPr>
            <p:spPr>
              <a:xfrm>
                <a:off x="2612571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29" name="token_specialEOS" descr="token specialEOS"/>
            <p:cNvGrpSpPr/>
            <p:nvPr/>
          </p:nvGrpSpPr>
          <p:grpSpPr>
            <a:xfrm>
              <a:off x="2917371" y="618308"/>
              <a:ext cx="330925" cy="217714"/>
              <a:chOff x="2917371" y="618308"/>
              <a:chExt cx="330925" cy="217714"/>
            </a:xfrm>
          </p:grpSpPr>
          <p:sp>
            <p:nvSpPr>
              <p:cNvPr id="35" name="specialEOS" descr="Editable shape; source id specialEOS"/>
              <p:cNvSpPr/>
              <p:nvPr/>
            </p:nvSpPr>
            <p:spPr>
              <a:xfrm>
                <a:off x="2917371" y="618308"/>
                <a:ext cx="330925" cy="217714"/>
              </a:xfrm>
              <a:prstGeom prst="roundRect">
                <a:avLst>
                  <a:gd name="adj" fmla="val 16000"/>
                </a:avLst>
              </a:prstGeom>
              <a:solidFill>
                <a:srgbClr val="ECECEC"/>
              </a:solidFill>
              <a:ln w="8708">
                <a:solidFill>
                  <a:srgbClr val="AAAA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specialtxtEOS" descr="Editable text; source id specialtxtEOS"/>
              <p:cNvSpPr txBox="1"/>
              <p:nvPr/>
            </p:nvSpPr>
            <p:spPr>
              <a:xfrm>
                <a:off x="2943497" y="679268"/>
                <a:ext cx="278674" cy="11321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EOS</a:t>
                </a:r>
              </a:p>
            </p:txBody>
          </p:sp>
        </p:grpSp>
        <p:grpSp>
          <p:nvGrpSpPr>
            <p:cNvPr id="430" name="token_specialBOG" descr="token specialBOG"/>
            <p:cNvGrpSpPr/>
            <p:nvPr/>
          </p:nvGrpSpPr>
          <p:grpSpPr>
            <a:xfrm>
              <a:off x="3274422" y="618308"/>
              <a:ext cx="330925" cy="217714"/>
              <a:chOff x="3274422" y="618308"/>
              <a:chExt cx="330925" cy="217714"/>
            </a:xfrm>
          </p:grpSpPr>
          <p:sp>
            <p:nvSpPr>
              <p:cNvPr id="37" name="specialBOG" descr="Editable shape; source id specialBOG"/>
              <p:cNvSpPr/>
              <p:nvPr/>
            </p:nvSpPr>
            <p:spPr>
              <a:xfrm>
                <a:off x="3274422" y="618308"/>
                <a:ext cx="330925" cy="217714"/>
              </a:xfrm>
              <a:prstGeom prst="roundRect">
                <a:avLst>
                  <a:gd name="adj" fmla="val 16000"/>
                </a:avLst>
              </a:prstGeom>
              <a:solidFill>
                <a:srgbClr val="ECECEC"/>
              </a:solidFill>
              <a:ln w="8708">
                <a:solidFill>
                  <a:srgbClr val="AAAA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8" name="specialtxtBOG" descr="Editable text; source id specialtxtBOG"/>
              <p:cNvSpPr txBox="1"/>
              <p:nvPr/>
            </p:nvSpPr>
            <p:spPr>
              <a:xfrm>
                <a:off x="3300548" y="679268"/>
                <a:ext cx="278674" cy="11321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ctr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BOG</a:t>
                </a:r>
              </a:p>
            </p:txBody>
          </p:sp>
        </p:grpSp>
      </p:grpSp>
      <p:grpSp>
        <p:nvGrpSpPr>
          <p:cNvPr id="441" name="diffusion_input_tokens" descr="diffusion input tokens"/>
          <p:cNvGrpSpPr/>
          <p:nvPr/>
        </p:nvGrpSpPr>
        <p:grpSpPr>
          <a:xfrm>
            <a:off x="3866605" y="618308"/>
            <a:ext cx="3187336" cy="217714"/>
            <a:chOff x="3866605" y="618308"/>
            <a:chExt cx="3187336" cy="217714"/>
          </a:xfrm>
        </p:grpSpPr>
        <p:grpSp>
          <p:nvGrpSpPr>
            <p:cNvPr id="432" name="token_in0" descr="token in0"/>
            <p:cNvGrpSpPr/>
            <p:nvPr/>
          </p:nvGrpSpPr>
          <p:grpSpPr>
            <a:xfrm>
              <a:off x="3866605" y="618308"/>
              <a:ext cx="330925" cy="217714"/>
              <a:chOff x="3866605" y="618308"/>
              <a:chExt cx="330925" cy="217714"/>
            </a:xfrm>
          </p:grpSpPr>
          <p:sp>
            <p:nvSpPr>
              <p:cNvPr id="39" name="in0" descr="Editable shape; source id in0"/>
              <p:cNvSpPr/>
              <p:nvPr/>
            </p:nvSpPr>
            <p:spPr>
              <a:xfrm>
                <a:off x="3866605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A65000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in0b" descr="Editable text; source id in0b"/>
              <p:cNvSpPr txBox="1"/>
              <p:nvPr/>
            </p:nvSpPr>
            <p:spPr>
              <a:xfrm>
                <a:off x="3918857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41" name="in0s" descr="Editable text; source id in0s"/>
              <p:cNvSpPr txBox="1"/>
              <p:nvPr/>
            </p:nvSpPr>
            <p:spPr>
              <a:xfrm>
                <a:off x="3997234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42" name="in0u" descr="Editable text; source id in0u"/>
              <p:cNvSpPr txBox="1"/>
              <p:nvPr/>
            </p:nvSpPr>
            <p:spPr>
              <a:xfrm>
                <a:off x="3997234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43" name="in0tilde" descr="Editable text; source id in0tilde"/>
              <p:cNvSpPr txBox="1"/>
              <p:nvPr/>
            </p:nvSpPr>
            <p:spPr>
              <a:xfrm>
                <a:off x="3918857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3" name="token_in1" descr="token in1"/>
            <p:cNvGrpSpPr/>
            <p:nvPr/>
          </p:nvGrpSpPr>
          <p:grpSpPr>
            <a:xfrm>
              <a:off x="4223657" y="618308"/>
              <a:ext cx="330925" cy="217714"/>
              <a:chOff x="4223657" y="618308"/>
              <a:chExt cx="330925" cy="217714"/>
            </a:xfrm>
          </p:grpSpPr>
          <p:sp>
            <p:nvSpPr>
              <p:cNvPr id="44" name="in1" descr="Editable shape; source id in1"/>
              <p:cNvSpPr/>
              <p:nvPr/>
            </p:nvSpPr>
            <p:spPr>
              <a:xfrm>
                <a:off x="4223657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A65000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5" name="in1b" descr="Editable text; source id in1b"/>
              <p:cNvSpPr txBox="1"/>
              <p:nvPr/>
            </p:nvSpPr>
            <p:spPr>
              <a:xfrm>
                <a:off x="4275908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46" name="in1s" descr="Editable text; source id in1s"/>
              <p:cNvSpPr txBox="1"/>
              <p:nvPr/>
            </p:nvSpPr>
            <p:spPr>
              <a:xfrm>
                <a:off x="4354285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47" name="in1u" descr="Editable text; source id in1u"/>
              <p:cNvSpPr txBox="1"/>
              <p:nvPr/>
            </p:nvSpPr>
            <p:spPr>
              <a:xfrm>
                <a:off x="4354285" y="627017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48" name="in1tilde" descr="Editable text; source id in1tilde"/>
              <p:cNvSpPr txBox="1"/>
              <p:nvPr/>
            </p:nvSpPr>
            <p:spPr>
              <a:xfrm>
                <a:off x="4275908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4" name="token_in2" descr="token in2"/>
            <p:cNvGrpSpPr/>
            <p:nvPr/>
          </p:nvGrpSpPr>
          <p:grpSpPr>
            <a:xfrm>
              <a:off x="4580708" y="618308"/>
              <a:ext cx="330925" cy="217714"/>
              <a:chOff x="4580708" y="618308"/>
              <a:chExt cx="330925" cy="217714"/>
            </a:xfrm>
          </p:grpSpPr>
          <p:sp>
            <p:nvSpPr>
              <p:cNvPr id="49" name="in2" descr="Editable shape; source id in2"/>
              <p:cNvSpPr/>
              <p:nvPr/>
            </p:nvSpPr>
            <p:spPr>
              <a:xfrm>
                <a:off x="4580708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A65000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in2b" descr="Editable text; source id in2b"/>
              <p:cNvSpPr txBox="1"/>
              <p:nvPr/>
            </p:nvSpPr>
            <p:spPr>
              <a:xfrm>
                <a:off x="4632959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35" name="token_in3" descr="token in3"/>
            <p:cNvGrpSpPr/>
            <p:nvPr/>
          </p:nvGrpSpPr>
          <p:grpSpPr>
            <a:xfrm>
              <a:off x="4937759" y="618308"/>
              <a:ext cx="330925" cy="217714"/>
              <a:chOff x="4937759" y="618308"/>
              <a:chExt cx="330925" cy="217714"/>
            </a:xfrm>
          </p:grpSpPr>
          <p:sp>
            <p:nvSpPr>
              <p:cNvPr id="51" name="in3" descr="Editable shape; source id in3"/>
              <p:cNvSpPr/>
              <p:nvPr/>
            </p:nvSpPr>
            <p:spPr>
              <a:xfrm>
                <a:off x="4937759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76237E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in3b" descr="Editable text; source id in3b"/>
              <p:cNvSpPr txBox="1"/>
              <p:nvPr/>
            </p:nvSpPr>
            <p:spPr>
              <a:xfrm>
                <a:off x="4990011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53" name="in3s" descr="Editable text; source id in3s"/>
              <p:cNvSpPr txBox="1"/>
              <p:nvPr/>
            </p:nvSpPr>
            <p:spPr>
              <a:xfrm>
                <a:off x="5068388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54" name="in3tilde" descr="Editable text; source id in3tilde"/>
              <p:cNvSpPr txBox="1"/>
              <p:nvPr/>
            </p:nvSpPr>
            <p:spPr>
              <a:xfrm>
                <a:off x="4990011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6" name="token_in4" descr="token in4"/>
            <p:cNvGrpSpPr/>
            <p:nvPr/>
          </p:nvGrpSpPr>
          <p:grpSpPr>
            <a:xfrm>
              <a:off x="5294811" y="618308"/>
              <a:ext cx="330925" cy="217714"/>
              <a:chOff x="5294811" y="618308"/>
              <a:chExt cx="330925" cy="217714"/>
            </a:xfrm>
          </p:grpSpPr>
          <p:sp>
            <p:nvSpPr>
              <p:cNvPr id="55" name="in4" descr="Editable shape; source id in4"/>
              <p:cNvSpPr/>
              <p:nvPr/>
            </p:nvSpPr>
            <p:spPr>
              <a:xfrm>
                <a:off x="5294811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76237E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in4b" descr="Editable text; source id in4b"/>
              <p:cNvSpPr txBox="1"/>
              <p:nvPr/>
            </p:nvSpPr>
            <p:spPr>
              <a:xfrm>
                <a:off x="5347062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57" name="in4s" descr="Editable text; source id in4s"/>
              <p:cNvSpPr txBox="1"/>
              <p:nvPr/>
            </p:nvSpPr>
            <p:spPr>
              <a:xfrm>
                <a:off x="5425439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58" name="in4tilde" descr="Editable text; source id in4tilde"/>
              <p:cNvSpPr txBox="1"/>
              <p:nvPr/>
            </p:nvSpPr>
            <p:spPr>
              <a:xfrm>
                <a:off x="5347062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7" name="token_in5" descr="token in5"/>
            <p:cNvGrpSpPr/>
            <p:nvPr/>
          </p:nvGrpSpPr>
          <p:grpSpPr>
            <a:xfrm>
              <a:off x="5651862" y="618308"/>
              <a:ext cx="330925" cy="217714"/>
              <a:chOff x="5651862" y="618308"/>
              <a:chExt cx="330925" cy="217714"/>
            </a:xfrm>
          </p:grpSpPr>
          <p:sp>
            <p:nvSpPr>
              <p:cNvPr id="59" name="in5" descr="Editable shape; source id in5"/>
              <p:cNvSpPr/>
              <p:nvPr/>
            </p:nvSpPr>
            <p:spPr>
              <a:xfrm>
                <a:off x="5651862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76237E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in5b" descr="Editable text; source id in5b"/>
              <p:cNvSpPr txBox="1"/>
              <p:nvPr/>
            </p:nvSpPr>
            <p:spPr>
              <a:xfrm>
                <a:off x="5704114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38" name="token_in6" descr="token in6"/>
            <p:cNvGrpSpPr/>
            <p:nvPr/>
          </p:nvGrpSpPr>
          <p:grpSpPr>
            <a:xfrm>
              <a:off x="6008914" y="618308"/>
              <a:ext cx="330925" cy="217714"/>
              <a:chOff x="6008914" y="618308"/>
              <a:chExt cx="330925" cy="217714"/>
            </a:xfrm>
          </p:grpSpPr>
          <p:sp>
            <p:nvSpPr>
              <p:cNvPr id="61" name="in6" descr="Editable shape; source id in6"/>
              <p:cNvSpPr/>
              <p:nvPr/>
            </p:nvSpPr>
            <p:spPr>
              <a:xfrm>
                <a:off x="6008914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375D37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2" name="in6b" descr="Editable text; source id in6b"/>
              <p:cNvSpPr txBox="1"/>
              <p:nvPr/>
            </p:nvSpPr>
            <p:spPr>
              <a:xfrm>
                <a:off x="6061165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3" name="in6s" descr="Editable text; source id in6s"/>
              <p:cNvSpPr txBox="1"/>
              <p:nvPr/>
            </p:nvSpPr>
            <p:spPr>
              <a:xfrm>
                <a:off x="6139542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64" name="in6tilde" descr="Editable text; source id in6tilde"/>
              <p:cNvSpPr txBox="1"/>
              <p:nvPr/>
            </p:nvSpPr>
            <p:spPr>
              <a:xfrm>
                <a:off x="6061165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39" name="token_in7" descr="token in7"/>
            <p:cNvGrpSpPr/>
            <p:nvPr/>
          </p:nvGrpSpPr>
          <p:grpSpPr>
            <a:xfrm>
              <a:off x="6365965" y="618308"/>
              <a:ext cx="330925" cy="217714"/>
              <a:chOff x="6365965" y="618308"/>
              <a:chExt cx="330925" cy="217714"/>
            </a:xfrm>
          </p:grpSpPr>
          <p:sp>
            <p:nvSpPr>
              <p:cNvPr id="65" name="in7" descr="Editable shape; source id in7"/>
              <p:cNvSpPr/>
              <p:nvPr/>
            </p:nvSpPr>
            <p:spPr>
              <a:xfrm>
                <a:off x="6365965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375D37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in7b" descr="Editable text; source id in7b"/>
              <p:cNvSpPr txBox="1"/>
              <p:nvPr/>
            </p:nvSpPr>
            <p:spPr>
              <a:xfrm>
                <a:off x="6418216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67" name="in7s" descr="Editable text; source id in7s"/>
              <p:cNvSpPr txBox="1"/>
              <p:nvPr/>
            </p:nvSpPr>
            <p:spPr>
              <a:xfrm>
                <a:off x="6496594" y="722811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68" name="in7tilde" descr="Editable text; source id in7tilde"/>
              <p:cNvSpPr txBox="1"/>
              <p:nvPr/>
            </p:nvSpPr>
            <p:spPr>
              <a:xfrm>
                <a:off x="6418216" y="627017"/>
                <a:ext cx="104502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946"/>
                  </a:lnSpc>
                  <a:spcBef>
                    <a:spcPts val="0"/>
                  </a:spcBef>
                  <a:spcAft>
                    <a:spcPts val="0"/>
                  </a:spcAft>
                  <a:def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22" b="0" i="0" lang="zh-CN" dirty="0">
                    <a:solidFill>
                      <a:srgbClr val="626262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40" name="token_in8" descr="token in8"/>
            <p:cNvGrpSpPr/>
            <p:nvPr/>
          </p:nvGrpSpPr>
          <p:grpSpPr>
            <a:xfrm>
              <a:off x="6723016" y="618308"/>
              <a:ext cx="330925" cy="217714"/>
              <a:chOff x="6723016" y="618308"/>
              <a:chExt cx="330925" cy="217714"/>
            </a:xfrm>
          </p:grpSpPr>
          <p:sp>
            <p:nvSpPr>
              <p:cNvPr id="69" name="in8" descr="Editable shape; source id in8"/>
              <p:cNvSpPr/>
              <p:nvPr/>
            </p:nvSpPr>
            <p:spPr>
              <a:xfrm>
                <a:off x="6723016" y="61830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AF7F3"/>
              </a:solidFill>
              <a:ln w="10450">
                <a:solidFill>
                  <a:srgbClr val="375D37"/>
                </a:solidFill>
                <a:custDash>
                  <a:ds d="333333" sp="333333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in8b" descr="Editable text; source id in8b"/>
              <p:cNvSpPr txBox="1"/>
              <p:nvPr/>
            </p:nvSpPr>
            <p:spPr>
              <a:xfrm>
                <a:off x="6775268" y="635725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</p:grpSp>
      <p:grpSp>
        <p:nvGrpSpPr>
          <p:cNvPr id="451" name="generated_output_tokens" descr="generated output tokens"/>
          <p:cNvGrpSpPr/>
          <p:nvPr/>
        </p:nvGrpSpPr>
        <p:grpSpPr>
          <a:xfrm>
            <a:off x="3866605" y="3997234"/>
            <a:ext cx="3187336" cy="217714"/>
            <a:chOff x="3866605" y="3997234"/>
            <a:chExt cx="3187336" cy="217714"/>
          </a:xfrm>
        </p:grpSpPr>
        <p:grpSp>
          <p:nvGrpSpPr>
            <p:cNvPr id="442" name="token_out0" descr="token out0"/>
            <p:cNvGrpSpPr/>
            <p:nvPr/>
          </p:nvGrpSpPr>
          <p:grpSpPr>
            <a:xfrm>
              <a:off x="3866605" y="3997234"/>
              <a:ext cx="330925" cy="217714"/>
              <a:chOff x="3866605" y="3997234"/>
              <a:chExt cx="330925" cy="217714"/>
            </a:xfrm>
          </p:grpSpPr>
          <p:sp>
            <p:nvSpPr>
              <p:cNvPr id="71" name="out0" descr="Editable shape; source id out0"/>
              <p:cNvSpPr/>
              <p:nvPr/>
            </p:nvSpPr>
            <p:spPr>
              <a:xfrm>
                <a:off x="3866605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out0b" descr="Editable text; source id out0b"/>
              <p:cNvSpPr txBox="1"/>
              <p:nvPr/>
            </p:nvSpPr>
            <p:spPr>
              <a:xfrm>
                <a:off x="3918857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73" name="out0s" descr="Editable text; source id out0s"/>
              <p:cNvSpPr txBox="1"/>
              <p:nvPr/>
            </p:nvSpPr>
            <p:spPr>
              <a:xfrm>
                <a:off x="3997234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74" name="out0u" descr="Editable text; source id out0u"/>
              <p:cNvSpPr txBox="1"/>
              <p:nvPr/>
            </p:nvSpPr>
            <p:spPr>
              <a:xfrm>
                <a:off x="3997234" y="4005942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grpSp>
          <p:nvGrpSpPr>
            <p:cNvPr id="443" name="token_out1" descr="token out1"/>
            <p:cNvGrpSpPr/>
            <p:nvPr/>
          </p:nvGrpSpPr>
          <p:grpSpPr>
            <a:xfrm>
              <a:off x="4223657" y="3997234"/>
              <a:ext cx="330925" cy="217714"/>
              <a:chOff x="4223657" y="3997234"/>
              <a:chExt cx="330925" cy="217714"/>
            </a:xfrm>
          </p:grpSpPr>
          <p:sp>
            <p:nvSpPr>
              <p:cNvPr id="75" name="out1" descr="Editable shape; source id out1"/>
              <p:cNvSpPr/>
              <p:nvPr/>
            </p:nvSpPr>
            <p:spPr>
              <a:xfrm>
                <a:off x="4223657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out1b" descr="Editable text; source id out1b"/>
              <p:cNvSpPr txBox="1"/>
              <p:nvPr/>
            </p:nvSpPr>
            <p:spPr>
              <a:xfrm>
                <a:off x="4275908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77" name="out1s" descr="Editable text; source id out1s"/>
              <p:cNvSpPr txBox="1"/>
              <p:nvPr/>
            </p:nvSpPr>
            <p:spPr>
              <a:xfrm>
                <a:off x="4354285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  <p:sp>
            <p:nvSpPr>
              <p:cNvPr id="78" name="out1u" descr="Editable text; source id out1u"/>
              <p:cNvSpPr txBox="1"/>
              <p:nvPr/>
            </p:nvSpPr>
            <p:spPr>
              <a:xfrm>
                <a:off x="4354285" y="4005942"/>
                <a:ext cx="174171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grpSp>
          <p:nvGrpSpPr>
            <p:cNvPr id="444" name="token_out2" descr="token out2"/>
            <p:cNvGrpSpPr/>
            <p:nvPr/>
          </p:nvGrpSpPr>
          <p:grpSpPr>
            <a:xfrm>
              <a:off x="4580708" y="3997234"/>
              <a:ext cx="330925" cy="217714"/>
              <a:chOff x="4580708" y="3997234"/>
              <a:chExt cx="330925" cy="217714"/>
            </a:xfrm>
          </p:grpSpPr>
          <p:sp>
            <p:nvSpPr>
              <p:cNvPr id="79" name="out2" descr="Editable shape; source id out2"/>
              <p:cNvSpPr/>
              <p:nvPr/>
            </p:nvSpPr>
            <p:spPr>
              <a:xfrm>
                <a:off x="4580708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0" name="out2b" descr="Editable text; source id out2b"/>
              <p:cNvSpPr txBox="1"/>
              <p:nvPr/>
            </p:nvSpPr>
            <p:spPr>
              <a:xfrm>
                <a:off x="4632959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45" name="token_out3" descr="token out3"/>
            <p:cNvGrpSpPr/>
            <p:nvPr/>
          </p:nvGrpSpPr>
          <p:grpSpPr>
            <a:xfrm>
              <a:off x="4937759" y="3997234"/>
              <a:ext cx="330925" cy="217714"/>
              <a:chOff x="4937759" y="3997234"/>
              <a:chExt cx="330925" cy="217714"/>
            </a:xfrm>
          </p:grpSpPr>
          <p:sp>
            <p:nvSpPr>
              <p:cNvPr id="81" name="out3" descr="Editable shape; source id out3"/>
              <p:cNvSpPr/>
              <p:nvPr/>
            </p:nvSpPr>
            <p:spPr>
              <a:xfrm>
                <a:off x="4937759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2" name="out3b" descr="Editable text; source id out3b"/>
              <p:cNvSpPr txBox="1"/>
              <p:nvPr/>
            </p:nvSpPr>
            <p:spPr>
              <a:xfrm>
                <a:off x="4990011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83" name="out3s" descr="Editable text; source id out3s"/>
              <p:cNvSpPr txBox="1"/>
              <p:nvPr/>
            </p:nvSpPr>
            <p:spPr>
              <a:xfrm>
                <a:off x="5068388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46" name="token_out4" descr="token out4"/>
            <p:cNvGrpSpPr/>
            <p:nvPr/>
          </p:nvGrpSpPr>
          <p:grpSpPr>
            <a:xfrm>
              <a:off x="5294811" y="3997234"/>
              <a:ext cx="330925" cy="217714"/>
              <a:chOff x="5294811" y="3997234"/>
              <a:chExt cx="330925" cy="217714"/>
            </a:xfrm>
          </p:grpSpPr>
          <p:sp>
            <p:nvSpPr>
              <p:cNvPr id="84" name="out4" descr="Editable shape; source id out4"/>
              <p:cNvSpPr/>
              <p:nvPr/>
            </p:nvSpPr>
            <p:spPr>
              <a:xfrm>
                <a:off x="5294811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5" name="out4b" descr="Editable text; source id out4b"/>
              <p:cNvSpPr txBox="1"/>
              <p:nvPr/>
            </p:nvSpPr>
            <p:spPr>
              <a:xfrm>
                <a:off x="5347062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86" name="out4s" descr="Editable text; source id out4s"/>
              <p:cNvSpPr txBox="1"/>
              <p:nvPr/>
            </p:nvSpPr>
            <p:spPr>
              <a:xfrm>
                <a:off x="5425439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47" name="token_out5" descr="token out5"/>
            <p:cNvGrpSpPr/>
            <p:nvPr/>
          </p:nvGrpSpPr>
          <p:grpSpPr>
            <a:xfrm>
              <a:off x="5651862" y="3997234"/>
              <a:ext cx="330925" cy="217714"/>
              <a:chOff x="5651862" y="3997234"/>
              <a:chExt cx="330925" cy="217714"/>
            </a:xfrm>
          </p:grpSpPr>
          <p:sp>
            <p:nvSpPr>
              <p:cNvPr id="87" name="out5" descr="Editable shape; source id out5"/>
              <p:cNvSpPr/>
              <p:nvPr/>
            </p:nvSpPr>
            <p:spPr>
              <a:xfrm>
                <a:off x="5651862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out5b" descr="Editable text; source id out5b"/>
              <p:cNvSpPr txBox="1"/>
              <p:nvPr/>
            </p:nvSpPr>
            <p:spPr>
              <a:xfrm>
                <a:off x="5704114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  <p:grpSp>
          <p:nvGrpSpPr>
            <p:cNvPr id="448" name="token_out6" descr="token out6"/>
            <p:cNvGrpSpPr/>
            <p:nvPr/>
          </p:nvGrpSpPr>
          <p:grpSpPr>
            <a:xfrm>
              <a:off x="6008914" y="3997234"/>
              <a:ext cx="330925" cy="217714"/>
              <a:chOff x="6008914" y="3997234"/>
              <a:chExt cx="330925" cy="217714"/>
            </a:xfrm>
          </p:grpSpPr>
          <p:sp>
            <p:nvSpPr>
              <p:cNvPr id="89" name="out6" descr="Editable shape; source id out6"/>
              <p:cNvSpPr/>
              <p:nvPr/>
            </p:nvSpPr>
            <p:spPr>
              <a:xfrm>
                <a:off x="6008914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0" name="out6b" descr="Editable text; source id out6b"/>
              <p:cNvSpPr txBox="1"/>
              <p:nvPr/>
            </p:nvSpPr>
            <p:spPr>
              <a:xfrm>
                <a:off x="6061165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91" name="out6s" descr="Editable text; source id out6s"/>
              <p:cNvSpPr txBox="1"/>
              <p:nvPr/>
            </p:nvSpPr>
            <p:spPr>
              <a:xfrm>
                <a:off x="6139542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49" name="token_out7" descr="token out7"/>
            <p:cNvGrpSpPr/>
            <p:nvPr/>
          </p:nvGrpSpPr>
          <p:grpSpPr>
            <a:xfrm>
              <a:off x="6365965" y="3997234"/>
              <a:ext cx="330925" cy="217714"/>
              <a:chOff x="6365965" y="3997234"/>
              <a:chExt cx="330925" cy="217714"/>
            </a:xfrm>
          </p:grpSpPr>
          <p:sp>
            <p:nvSpPr>
              <p:cNvPr id="92" name="out7" descr="Editable shape; source id out7"/>
              <p:cNvSpPr/>
              <p:nvPr/>
            </p:nvSpPr>
            <p:spPr>
              <a:xfrm>
                <a:off x="6365965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3" name="out7b" descr="Editable text; source id out7b"/>
              <p:cNvSpPr txBox="1"/>
              <p:nvPr/>
            </p:nvSpPr>
            <p:spPr>
              <a:xfrm>
                <a:off x="6418216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94" name="out7s" descr="Editable text; source id out7s"/>
              <p:cNvSpPr txBox="1"/>
              <p:nvPr/>
            </p:nvSpPr>
            <p:spPr>
              <a:xfrm>
                <a:off x="6496594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50" name="token_out8" descr="token out8"/>
            <p:cNvGrpSpPr/>
            <p:nvPr/>
          </p:nvGrpSpPr>
          <p:grpSpPr>
            <a:xfrm>
              <a:off x="6723016" y="3997234"/>
              <a:ext cx="330925" cy="217714"/>
              <a:chOff x="6723016" y="3997234"/>
              <a:chExt cx="330925" cy="217714"/>
            </a:xfrm>
          </p:grpSpPr>
          <p:sp>
            <p:nvSpPr>
              <p:cNvPr id="95" name="out8" descr="Editable shape; source id out8"/>
              <p:cNvSpPr/>
              <p:nvPr/>
            </p:nvSpPr>
            <p:spPr>
              <a:xfrm>
                <a:off x="6723016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6" name="out8b" descr="Editable text; source id out8b"/>
              <p:cNvSpPr txBox="1"/>
              <p:nvPr/>
            </p:nvSpPr>
            <p:spPr>
              <a:xfrm>
                <a:off x="6775268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</p:grpSp>
      <p:grpSp>
        <p:nvGrpSpPr>
          <p:cNvPr id="455" name="reasoner_output_tokens" descr="reasoner output tokens"/>
          <p:cNvGrpSpPr/>
          <p:nvPr/>
        </p:nvGrpSpPr>
        <p:grpSpPr>
          <a:xfrm>
            <a:off x="2029097" y="3997234"/>
            <a:ext cx="1045027" cy="217714"/>
            <a:chOff x="2029097" y="3997234"/>
            <a:chExt cx="1045027" cy="217714"/>
          </a:xfrm>
        </p:grpSpPr>
        <p:grpSp>
          <p:nvGrpSpPr>
            <p:cNvPr id="452" name="token_arout0" descr="token arout0"/>
            <p:cNvGrpSpPr/>
            <p:nvPr/>
          </p:nvGrpSpPr>
          <p:grpSpPr>
            <a:xfrm>
              <a:off x="2029097" y="3997234"/>
              <a:ext cx="330925" cy="217714"/>
              <a:chOff x="2029097" y="3997234"/>
              <a:chExt cx="330925" cy="217714"/>
            </a:xfrm>
          </p:grpSpPr>
          <p:sp>
            <p:nvSpPr>
              <p:cNvPr id="97" name="arout0" descr="Editable shape; source id arout0"/>
              <p:cNvSpPr/>
              <p:nvPr/>
            </p:nvSpPr>
            <p:spPr>
              <a:xfrm>
                <a:off x="2029097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8" name="arout0b" descr="Editable text; source id arout0b"/>
              <p:cNvSpPr txBox="1"/>
              <p:nvPr/>
            </p:nvSpPr>
            <p:spPr>
              <a:xfrm>
                <a:off x="2081348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99" name="arout0s" descr="Editable text; source id arout0s"/>
              <p:cNvSpPr txBox="1"/>
              <p:nvPr/>
            </p:nvSpPr>
            <p:spPr>
              <a:xfrm>
                <a:off x="2159725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2</a:t>
                </a:r>
              </a:p>
            </p:txBody>
          </p:sp>
        </p:grpSp>
        <p:grpSp>
          <p:nvGrpSpPr>
            <p:cNvPr id="453" name="token_arout1" descr="token arout1"/>
            <p:cNvGrpSpPr/>
            <p:nvPr/>
          </p:nvGrpSpPr>
          <p:grpSpPr>
            <a:xfrm>
              <a:off x="2386148" y="3997234"/>
              <a:ext cx="330925" cy="217714"/>
              <a:chOff x="2386148" y="3997234"/>
              <a:chExt cx="330925" cy="217714"/>
            </a:xfrm>
          </p:grpSpPr>
          <p:sp>
            <p:nvSpPr>
              <p:cNvPr id="100" name="arout1" descr="Editable shape; source id arout1"/>
              <p:cNvSpPr/>
              <p:nvPr/>
            </p:nvSpPr>
            <p:spPr>
              <a:xfrm>
                <a:off x="2386148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arout1b" descr="Editable text; source id arout1b"/>
              <p:cNvSpPr txBox="1"/>
              <p:nvPr/>
            </p:nvSpPr>
            <p:spPr>
              <a:xfrm>
                <a:off x="2438399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19"/>
                  </a:lnSpc>
                  <a:spcBef>
                    <a:spcPts val="0"/>
                  </a:spcBef>
                  <a:spcAft>
                    <a:spcPts val="0"/>
                  </a:spcAft>
                  <a:def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234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102" name="arout1s" descr="Editable text; source id arout1s"/>
              <p:cNvSpPr txBox="1"/>
              <p:nvPr/>
            </p:nvSpPr>
            <p:spPr>
              <a:xfrm>
                <a:off x="2516777" y="4101737"/>
                <a:ext cx="87085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3</a:t>
                </a:r>
              </a:p>
            </p:txBody>
          </p:sp>
        </p:grpSp>
        <p:grpSp>
          <p:nvGrpSpPr>
            <p:cNvPr id="454" name="token_arout2" descr="token arout2"/>
            <p:cNvGrpSpPr/>
            <p:nvPr/>
          </p:nvGrpSpPr>
          <p:grpSpPr>
            <a:xfrm>
              <a:off x="2743199" y="3997234"/>
              <a:ext cx="330925" cy="217714"/>
              <a:chOff x="2743199" y="3997234"/>
              <a:chExt cx="330925" cy="217714"/>
            </a:xfrm>
          </p:grpSpPr>
          <p:sp>
            <p:nvSpPr>
              <p:cNvPr id="103" name="arout2" descr="Editable shape; source id arout2"/>
              <p:cNvSpPr/>
              <p:nvPr/>
            </p:nvSpPr>
            <p:spPr>
              <a:xfrm>
                <a:off x="2743199" y="3997234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4" name="arout2b" descr="Editable text; source id arout2b"/>
              <p:cNvSpPr txBox="1"/>
              <p:nvPr/>
            </p:nvSpPr>
            <p:spPr>
              <a:xfrm>
                <a:off x="2795451" y="4014651"/>
                <a:ext cx="243839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39"/>
                  </a:lnSpc>
                  <a:spcBef>
                    <a:spcPts val="0"/>
                  </a:spcBef>
                  <a:spcAft>
                    <a:spcPts val="0"/>
                  </a:spcAft>
                  <a:def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defRPr>
                </a:pPr>
                <a:r>
                  <a:rPr sz="1234" b="0" i="0" lang="zh-CN" dirty="0">
                    <a:solidFill>
                      <a:srgbClr val="111111"/>
                    </a:solidFill>
                    <a:latin typeface="DejaVu Sans"/>
                    <a:ea typeface="DejaVu Sans"/>
                    <a:cs typeface="DejaVu Sans"/>
                  </a:rPr>
                  <a:t>⋯</a:t>
                </a:r>
              </a:p>
            </p:txBody>
          </p:sp>
        </p:grpSp>
      </p:grpSp>
      <p:grpSp>
        <p:nvGrpSpPr>
          <p:cNvPr id="456" name="ar_subsequence_annotation" descr="ar subsequence annotation"/>
          <p:cNvGrpSpPr/>
          <p:nvPr/>
        </p:nvGrpSpPr>
        <p:grpSpPr>
          <a:xfrm>
            <a:off x="775062" y="905691"/>
            <a:ext cx="2830286" cy="330925"/>
            <a:chOff x="775062" y="905691"/>
            <a:chExt cx="2830286" cy="330925"/>
          </a:xfrm>
        </p:grpSpPr>
        <p:cxnSp>
          <p:nvCxnSpPr>
            <p:cNvPr id="105" name="arbracket" descr="Editable line; source id arbracket"/>
            <p:cNvCxnSpPr/>
            <p:nvPr/>
          </p:nvCxnSpPr>
          <p:spPr>
            <a:xfrm>
              <a:off x="775062" y="966651"/>
              <a:ext cx="2830286" cy="0"/>
            </a:xfrm>
            <a:prstGeom prst="line">
              <a:avLst/>
            </a:prstGeom>
            <a:ln w="8708">
              <a:solidFill>
                <a:srgbClr val="10009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arbrleft" descr="Editable line; source id arbrleft"/>
            <p:cNvCxnSpPr/>
            <p:nvPr/>
          </p:nvCxnSpPr>
          <p:spPr>
            <a:xfrm>
              <a:off x="775062" y="905691"/>
              <a:ext cx="0" cy="60960"/>
            </a:xfrm>
            <a:prstGeom prst="line">
              <a:avLst/>
            </a:prstGeom>
            <a:ln w="8708">
              <a:solidFill>
                <a:srgbClr val="10009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arbrright" descr="Editable line; source id arbrright"/>
            <p:cNvCxnSpPr/>
            <p:nvPr/>
          </p:nvCxnSpPr>
          <p:spPr>
            <a:xfrm>
              <a:off x="3605348" y="905691"/>
              <a:ext cx="0" cy="60960"/>
            </a:xfrm>
            <a:prstGeom prst="line">
              <a:avLst/>
            </a:prstGeom>
            <a:ln w="8708">
              <a:solidFill>
                <a:srgbClr val="10009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arheading" descr="Editable text; source id arheading"/>
            <p:cNvSpPr txBox="1"/>
            <p:nvPr/>
          </p:nvSpPr>
          <p:spPr>
            <a:xfrm>
              <a:off x="775062" y="1010194"/>
              <a:ext cx="2830285" cy="22642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AR subsequence</a:t>
              </a:r>
            </a:p>
          </p:txBody>
        </p:sp>
      </p:grpSp>
      <p:grpSp>
        <p:nvGrpSpPr>
          <p:cNvPr id="457" name="dm_subsequence_annotation" descr="dm subsequence annotation"/>
          <p:cNvGrpSpPr/>
          <p:nvPr/>
        </p:nvGrpSpPr>
        <p:grpSpPr>
          <a:xfrm>
            <a:off x="3866605" y="905691"/>
            <a:ext cx="3178629" cy="330925"/>
            <a:chOff x="3866605" y="905691"/>
            <a:chExt cx="3178629" cy="330925"/>
          </a:xfrm>
        </p:grpSpPr>
        <p:cxnSp>
          <p:nvCxnSpPr>
            <p:cNvPr id="109" name="dmbracket" descr="Editable line; source id dmbracket"/>
            <p:cNvCxnSpPr/>
            <p:nvPr/>
          </p:nvCxnSpPr>
          <p:spPr>
            <a:xfrm>
              <a:off x="3866605" y="966651"/>
              <a:ext cx="3178629" cy="0"/>
            </a:xfrm>
            <a:prstGeom prst="line">
              <a:avLst/>
            </a:prstGeom>
            <a:ln w="8708">
              <a:solidFill>
                <a:srgbClr val="A65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mbrleft" descr="Editable line; source id dmbrleft"/>
            <p:cNvCxnSpPr/>
            <p:nvPr/>
          </p:nvCxnSpPr>
          <p:spPr>
            <a:xfrm>
              <a:off x="3866605" y="905691"/>
              <a:ext cx="0" cy="60960"/>
            </a:xfrm>
            <a:prstGeom prst="line">
              <a:avLst/>
            </a:prstGeom>
            <a:ln w="8708">
              <a:solidFill>
                <a:srgbClr val="A65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mbrright" descr="Editable line; source id dmbrright"/>
            <p:cNvCxnSpPr/>
            <p:nvPr/>
          </p:nvCxnSpPr>
          <p:spPr>
            <a:xfrm>
              <a:off x="7045234" y="905691"/>
              <a:ext cx="0" cy="60960"/>
            </a:xfrm>
            <a:prstGeom prst="line">
              <a:avLst/>
            </a:prstGeom>
            <a:ln w="8708">
              <a:solidFill>
                <a:srgbClr val="A65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dmheading" descr="Editable text; source id dmheading"/>
            <p:cNvSpPr txBox="1"/>
            <p:nvPr/>
          </p:nvSpPr>
          <p:spPr>
            <a:xfrm>
              <a:off x="3866605" y="1010194"/>
              <a:ext cx="3178628" cy="22642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1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1" i="0" lang="zh-CN" dirty="0">
                  <a:solidFill>
                    <a:srgbClr val="A65000"/>
                  </a:solidFill>
                  <a:latin typeface="Times New Roman"/>
                  <a:ea typeface="Times New Roman"/>
                  <a:cs typeface="Times New Roman"/>
                </a:rPr>
                <a:t>Diffusion subsequence</a:t>
              </a:r>
            </a:p>
          </p:txBody>
        </p:sp>
      </p:grpSp>
      <p:grpSp>
        <p:nvGrpSpPr>
          <p:cNvPr id="458" name="reasoner_input_norm" descr="reasoner input norm"/>
          <p:cNvGrpSpPr/>
          <p:nvPr/>
        </p:nvGrpSpPr>
        <p:grpSpPr>
          <a:xfrm>
            <a:off x="1497874" y="1480457"/>
            <a:ext cx="1384662" cy="287382"/>
            <a:chOff x="1497874" y="1480457"/>
            <a:chExt cx="1384662" cy="287382"/>
          </a:xfrm>
        </p:grpSpPr>
        <p:sp>
          <p:nvSpPr>
            <p:cNvPr id="113" name="arnode1" descr="Editable shape; source id arnode1"/>
            <p:cNvSpPr/>
            <p:nvPr/>
          </p:nvSpPr>
          <p:spPr>
            <a:xfrm>
              <a:off x="1497874" y="1480457"/>
              <a:ext cx="1384662" cy="287382"/>
            </a:xfrm>
            <a:prstGeom prst="rect">
              <a:avLst/>
            </a:prstGeom>
            <a:solidFill>
              <a:srgbClr val="E7E5FC"/>
            </a:solidFill>
            <a:ln w="13062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4" name="arlabel1" descr="Editable text; source id arlabel1"/>
            <p:cNvSpPr txBox="1"/>
            <p:nvPr/>
          </p:nvSpPr>
          <p:spPr>
            <a:xfrm>
              <a:off x="1541417" y="1506582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59" name="reasoner_output_norm" descr="reasoner output norm"/>
          <p:cNvGrpSpPr/>
          <p:nvPr/>
        </p:nvGrpSpPr>
        <p:grpSpPr>
          <a:xfrm>
            <a:off x="1497874" y="2960914"/>
            <a:ext cx="1384662" cy="287382"/>
            <a:chOff x="1497874" y="2960914"/>
            <a:chExt cx="1384662" cy="287382"/>
          </a:xfrm>
        </p:grpSpPr>
        <p:sp>
          <p:nvSpPr>
            <p:cNvPr id="115" name="arnode2" descr="Editable shape; source id arnode2"/>
            <p:cNvSpPr/>
            <p:nvPr/>
          </p:nvSpPr>
          <p:spPr>
            <a:xfrm>
              <a:off x="1497874" y="2960914"/>
              <a:ext cx="1384662" cy="287382"/>
            </a:xfrm>
            <a:prstGeom prst="rect">
              <a:avLst/>
            </a:prstGeom>
            <a:solidFill>
              <a:srgbClr val="E7E5FC"/>
            </a:solidFill>
            <a:ln w="13062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arlabel2" descr="Editable text; source id arlabel2"/>
            <p:cNvSpPr txBox="1"/>
            <p:nvPr/>
          </p:nvSpPr>
          <p:spPr>
            <a:xfrm>
              <a:off x="1541417" y="2987039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60" name="reasoner_mlp" descr="reasoner mlp"/>
          <p:cNvGrpSpPr/>
          <p:nvPr/>
        </p:nvGrpSpPr>
        <p:grpSpPr>
          <a:xfrm>
            <a:off x="1497874" y="3483428"/>
            <a:ext cx="1384662" cy="287382"/>
            <a:chOff x="1497874" y="3483428"/>
            <a:chExt cx="1384662" cy="287382"/>
          </a:xfrm>
        </p:grpSpPr>
        <p:sp>
          <p:nvSpPr>
            <p:cNvPr id="117" name="arnode3" descr="Editable shape; source id arnode3"/>
            <p:cNvSpPr/>
            <p:nvPr/>
          </p:nvSpPr>
          <p:spPr>
            <a:xfrm>
              <a:off x="1497874" y="3483428"/>
              <a:ext cx="1384662" cy="287382"/>
            </a:xfrm>
            <a:prstGeom prst="rect">
              <a:avLst/>
            </a:prstGeom>
            <a:solidFill>
              <a:srgbClr val="E7E5FC"/>
            </a:solidFill>
            <a:ln w="13062">
              <a:solidFill>
                <a:srgbClr val="10009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8" name="arlabel3" descr="Editable text; source id arlabel3"/>
            <p:cNvSpPr txBox="1"/>
            <p:nvPr/>
          </p:nvSpPr>
          <p:spPr>
            <a:xfrm>
              <a:off x="1541417" y="3509554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  <a:def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MLP</a:t>
              </a:r>
            </a:p>
          </p:txBody>
        </p:sp>
      </p:grpSp>
      <p:sp>
        <p:nvSpPr>
          <p:cNvPr id="119" name="ararrow1" descr="Editable line; source id ararrow1"/>
          <p:cNvSpPr/>
          <p:nvPr/>
        </p:nvSpPr>
        <p:spPr>
          <a:xfrm>
            <a:off x="2168434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ararrow2" descr="Editable line; source id ararrow2"/>
          <p:cNvSpPr/>
          <p:nvPr/>
        </p:nvSpPr>
        <p:spPr>
          <a:xfrm>
            <a:off x="2168434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ararrow3" descr="Editable line; source id ararrow3"/>
          <p:cNvSpPr/>
          <p:nvPr/>
        </p:nvSpPr>
        <p:spPr>
          <a:xfrm>
            <a:off x="2168434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ararrow4" descr="Editable line; source id ararrow4"/>
          <p:cNvSpPr/>
          <p:nvPr/>
        </p:nvSpPr>
        <p:spPr>
          <a:xfrm>
            <a:off x="2168434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ararrow5" descr="Editable line; source id ararrow5"/>
          <p:cNvSpPr/>
          <p:nvPr/>
        </p:nvSpPr>
        <p:spPr>
          <a:xfrm>
            <a:off x="2168434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1000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arrole" descr="Editable text; source id arrole"/>
          <p:cNvSpPr txBox="1"/>
          <p:nvPr/>
        </p:nvSpPr>
        <p:spPr>
          <a:xfrm>
            <a:off x="1454331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Reasoner</a:t>
            </a:r>
          </a:p>
        </p:txBody>
      </p:sp>
      <p:grpSp>
        <p:nvGrpSpPr>
          <p:cNvPr id="461" name="generator_input_norm" descr="generator input norm"/>
          <p:cNvGrpSpPr/>
          <p:nvPr/>
        </p:nvGrpSpPr>
        <p:grpSpPr>
          <a:xfrm>
            <a:off x="4763588" y="1480457"/>
            <a:ext cx="1384662" cy="287382"/>
            <a:chOff x="4763588" y="1480457"/>
            <a:chExt cx="1384662" cy="287382"/>
          </a:xfrm>
        </p:grpSpPr>
        <p:sp>
          <p:nvSpPr>
            <p:cNvPr id="125" name="dmnode1" descr="Editable shape; source id dmnode1"/>
            <p:cNvSpPr/>
            <p:nvPr/>
          </p:nvSpPr>
          <p:spPr>
            <a:xfrm>
              <a:off x="4763588" y="1480457"/>
              <a:ext cx="1384662" cy="287382"/>
            </a:xfrm>
            <a:prstGeom prst="rect">
              <a:avLst/>
            </a:prstGeom>
            <a:solidFill>
              <a:srgbClr val="FFF1E2"/>
            </a:solidFill>
            <a:ln w="13062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6" name="dmlabel1" descr="Editable text; source id dmlabel1"/>
            <p:cNvSpPr txBox="1"/>
            <p:nvPr/>
          </p:nvSpPr>
          <p:spPr>
            <a:xfrm>
              <a:off x="4807131" y="1506582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62" name="generator_output_norm" descr="generator output norm"/>
          <p:cNvGrpSpPr/>
          <p:nvPr/>
        </p:nvGrpSpPr>
        <p:grpSpPr>
          <a:xfrm>
            <a:off x="4763588" y="2960914"/>
            <a:ext cx="1384662" cy="287382"/>
            <a:chOff x="4763588" y="2960914"/>
            <a:chExt cx="1384662" cy="287382"/>
          </a:xfrm>
        </p:grpSpPr>
        <p:sp>
          <p:nvSpPr>
            <p:cNvPr id="127" name="dmnode2" descr="Editable shape; source id dmnode2"/>
            <p:cNvSpPr/>
            <p:nvPr/>
          </p:nvSpPr>
          <p:spPr>
            <a:xfrm>
              <a:off x="4763588" y="2960914"/>
              <a:ext cx="1384662" cy="287382"/>
            </a:xfrm>
            <a:prstGeom prst="rect">
              <a:avLst/>
            </a:prstGeom>
            <a:solidFill>
              <a:srgbClr val="FFF1E2"/>
            </a:solidFill>
            <a:ln w="13062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8" name="dmlabel2" descr="Editable text; source id dmlabel2"/>
            <p:cNvSpPr txBox="1"/>
            <p:nvPr/>
          </p:nvSpPr>
          <p:spPr>
            <a:xfrm>
              <a:off x="4807131" y="2987039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98"/>
                </a:lnSpc>
                <a:spcBef>
                  <a:spcPts val="0"/>
                </a:spcBef>
                <a:spcAft>
                  <a:spcPts val="0"/>
                </a:spcAft>
                <a:def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02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Layer Norm</a:t>
              </a:r>
            </a:p>
          </p:txBody>
        </p:sp>
      </p:grpSp>
      <p:grpSp>
        <p:nvGrpSpPr>
          <p:cNvPr id="463" name="generator_mlp" descr="generator mlp"/>
          <p:cNvGrpSpPr/>
          <p:nvPr/>
        </p:nvGrpSpPr>
        <p:grpSpPr>
          <a:xfrm>
            <a:off x="4763588" y="3483428"/>
            <a:ext cx="1384662" cy="287382"/>
            <a:chOff x="4763588" y="3483428"/>
            <a:chExt cx="1384662" cy="287382"/>
          </a:xfrm>
        </p:grpSpPr>
        <p:sp>
          <p:nvSpPr>
            <p:cNvPr id="129" name="dmnode3" descr="Editable shape; source id dmnode3"/>
            <p:cNvSpPr/>
            <p:nvPr/>
          </p:nvSpPr>
          <p:spPr>
            <a:xfrm>
              <a:off x="4763588" y="3483428"/>
              <a:ext cx="1384662" cy="287382"/>
            </a:xfrm>
            <a:prstGeom prst="rect">
              <a:avLst/>
            </a:prstGeom>
            <a:solidFill>
              <a:srgbClr val="FFF1E2"/>
            </a:solidFill>
            <a:ln w="13062">
              <a:solidFill>
                <a:srgbClr val="A65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0" name="dmlabel3" descr="Editable text; source id dmlabel3"/>
            <p:cNvSpPr txBox="1"/>
            <p:nvPr/>
          </p:nvSpPr>
          <p:spPr>
            <a:xfrm>
              <a:off x="4807131" y="3509554"/>
              <a:ext cx="1297577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  <a:def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4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MLP</a:t>
              </a:r>
            </a:p>
          </p:txBody>
        </p:sp>
      </p:grpSp>
      <p:sp>
        <p:nvSpPr>
          <p:cNvPr id="131" name="dmarrow1" descr="Editable line; source id dmarrow1"/>
          <p:cNvSpPr/>
          <p:nvPr/>
        </p:nvSpPr>
        <p:spPr>
          <a:xfrm>
            <a:off x="5434148" y="1262743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dmarrow2" descr="Editable line; source id dmarrow2"/>
          <p:cNvSpPr/>
          <p:nvPr/>
        </p:nvSpPr>
        <p:spPr>
          <a:xfrm>
            <a:off x="5434148" y="1785257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dmarrow3" descr="Editable line; source id dmarrow3"/>
          <p:cNvSpPr/>
          <p:nvPr/>
        </p:nvSpPr>
        <p:spPr>
          <a:xfrm>
            <a:off x="5434148" y="2743200"/>
            <a:ext cx="43543" cy="200297"/>
          </a:xfrm>
          <a:custGeom>
            <a:avLst/>
            <a:gdLst/>
            <a:ahLst/>
            <a:cxnLst/>
            <a:rect l="l" t="t" r="r" b="b"/>
            <a:pathLst>
              <a:path w="5000" h="23000">
                <a:moveTo>
                  <a:pt x="3150" y="0"/>
                </a:moveTo>
                <a:lnTo>
                  <a:pt x="3150" y="16000"/>
                </a:lnTo>
                <a:lnTo>
                  <a:pt x="5000" y="16000"/>
                </a:lnTo>
                <a:lnTo>
                  <a:pt x="2500" y="23000"/>
                </a:lnTo>
                <a:lnTo>
                  <a:pt x="0" y="16000"/>
                </a:lnTo>
                <a:lnTo>
                  <a:pt x="1850" y="16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dmarrow4" descr="Editable line; source id dmarrow4"/>
          <p:cNvSpPr/>
          <p:nvPr/>
        </p:nvSpPr>
        <p:spPr>
          <a:xfrm>
            <a:off x="5434148" y="3265714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dmarrow5" descr="Editable line; source id dmarrow5"/>
          <p:cNvSpPr/>
          <p:nvPr/>
        </p:nvSpPr>
        <p:spPr>
          <a:xfrm>
            <a:off x="5434148" y="3788228"/>
            <a:ext cx="43543" cy="191589"/>
          </a:xfrm>
          <a:custGeom>
            <a:avLst/>
            <a:gdLst/>
            <a:ahLst/>
            <a:cxnLst/>
            <a:rect l="l" t="t" r="r" b="b"/>
            <a:pathLst>
              <a:path w="5000" h="22000">
                <a:moveTo>
                  <a:pt x="3150" y="0"/>
                </a:moveTo>
                <a:lnTo>
                  <a:pt x="3150" y="15000"/>
                </a:lnTo>
                <a:lnTo>
                  <a:pt x="5000" y="15000"/>
                </a:lnTo>
                <a:lnTo>
                  <a:pt x="2500" y="22000"/>
                </a:lnTo>
                <a:lnTo>
                  <a:pt x="0" y="15000"/>
                </a:lnTo>
                <a:lnTo>
                  <a:pt x="1850" y="15000"/>
                </a:lnTo>
                <a:lnTo>
                  <a:pt x="1850" y="0"/>
                </a:lnTo>
                <a:close/>
              </a:path>
            </a:pathLst>
          </a:custGeom>
          <a:solidFill>
            <a:srgbClr val="A65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dmrole" descr="Editable text; source id dmrole"/>
          <p:cNvSpPr txBox="1"/>
          <p:nvPr/>
        </p:nvSpPr>
        <p:spPr>
          <a:xfrm>
            <a:off x="4720045" y="4441371"/>
            <a:ext cx="1471748" cy="313508"/>
          </a:xfrm>
          <a:prstGeom prst="rect">
            <a:avLst/>
          </a:prstGeom>
          <a:noFill/>
          <a:effectLst/>
        </p:spPr>
        <p:txBody>
          <a:bodyPr wrap="none" anchor="t" tIns="0" rIns="0" bIns="0" lIns="0" anchorCtr="0" vertOverflow="overflow">
            <a:noAutofit/>
          </a:bodyPr>
          <a:lstStyle/>
          <a:p>
            <a:pPr algn="ctr" fontAlgn="base">
              <a:lnSpc>
                <a:spcPts val="1971"/>
              </a:lnSpc>
              <a:spcBef>
                <a:spcPts val="0"/>
              </a:spcBef>
              <a:spcAft>
                <a:spcPts val="0"/>
              </a:spcAft>
              <a:def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14" b="1" i="0" lang="zh-CN" dirty="0">
                <a:solidFill>
                  <a:srgbClr val="626262"/>
                </a:solidFill>
                <a:latin typeface="Times New Roman"/>
                <a:ea typeface="Times New Roman"/>
                <a:cs typeface="Times New Roman"/>
              </a:rPr>
              <a:t>Generator</a:t>
            </a:r>
          </a:p>
        </p:txBody>
      </p:sp>
      <p:grpSp>
        <p:nvGrpSpPr>
          <p:cNvPr id="466" name="shared_multimodal_attention" descr="shared multimodal attention"/>
          <p:cNvGrpSpPr/>
          <p:nvPr/>
        </p:nvGrpSpPr>
        <p:grpSpPr>
          <a:xfrm>
            <a:off x="853439" y="2002971"/>
            <a:ext cx="5939245" cy="722811"/>
            <a:chOff x="853439" y="2002971"/>
            <a:chExt cx="5939245" cy="722811"/>
          </a:xfrm>
        </p:grpSpPr>
        <p:sp>
          <p:nvSpPr>
            <p:cNvPr id="137" name="attention" descr="Editable shape; source id attention"/>
            <p:cNvSpPr/>
            <p:nvPr/>
          </p:nvSpPr>
          <p:spPr>
            <a:xfrm>
              <a:off x="853439" y="2002971"/>
              <a:ext cx="5939245" cy="722811"/>
            </a:xfrm>
            <a:prstGeom prst="rect">
              <a:avLst/>
            </a:prstGeom>
            <a:solidFill>
              <a:srgbClr val="ECECEC"/>
            </a:solidFill>
            <a:ln w="17417">
              <a:solidFill>
                <a:srgbClr val="55555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8" name="attentiontitle" descr="Editable text; source id attentiontitle"/>
            <p:cNvSpPr txBox="1"/>
            <p:nvPr/>
          </p:nvSpPr>
          <p:spPr>
            <a:xfrm>
              <a:off x="1828799" y="2046514"/>
              <a:ext cx="3971108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695"/>
                </a:lnSpc>
                <a:spcBef>
                  <a:spcPts val="0"/>
                </a:spcBef>
                <a:spcAft>
                  <a:spcPts val="0"/>
                </a:spcAft>
                <a:defRPr sz="147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47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Shared Multimodal Attention</a:t>
              </a:r>
            </a:p>
          </p:txBody>
        </p:sp>
        <p:sp>
          <p:nvSpPr>
            <p:cNvPr id="139" name="causal" descr="Editable text; source id causal"/>
            <p:cNvSpPr txBox="1"/>
            <p:nvPr/>
          </p:nvSpPr>
          <p:spPr>
            <a:xfrm>
              <a:off x="1314994" y="2272937"/>
              <a:ext cx="174171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  <a:def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Causal Self-Attn</a:t>
              </a:r>
            </a:p>
          </p:txBody>
        </p:sp>
        <p:sp>
          <p:nvSpPr>
            <p:cNvPr id="140" name="full" descr="Editable text; source id full"/>
            <p:cNvSpPr txBox="1"/>
            <p:nvPr/>
          </p:nvSpPr>
          <p:spPr>
            <a:xfrm>
              <a:off x="4362994" y="2272937"/>
              <a:ext cx="2177142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03"/>
                </a:lnSpc>
                <a:spcBef>
                  <a:spcPts val="0"/>
                </a:spcBef>
                <a:spcAft>
                  <a:spcPts val="0"/>
                </a:spcAft>
                <a:def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959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Full Attention</a:t>
              </a:r>
            </a:p>
          </p:txBody>
        </p:sp>
        <p:grpSp>
          <p:nvGrpSpPr>
            <p:cNvPr id="464" name="causal_attention_formula" descr="causal attention formula"/>
            <p:cNvGrpSpPr/>
            <p:nvPr/>
          </p:nvGrpSpPr>
          <p:grpSpPr>
            <a:xfrm>
              <a:off x="1576251" y="2420982"/>
              <a:ext cx="1358536" cy="174171"/>
              <a:chOff x="1576251" y="2420982"/>
              <a:chExt cx="1358536" cy="174171"/>
            </a:xfrm>
          </p:grpSpPr>
          <p:sp>
            <p:nvSpPr>
              <p:cNvPr id="141" name="f1part0" descr="Editable text; source id f1part0"/>
              <p:cNvSpPr txBox="1"/>
              <p:nvPr/>
            </p:nvSpPr>
            <p:spPr>
              <a:xfrm>
                <a:off x="1576251" y="2420982"/>
                <a:ext cx="330925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Attn(</a:t>
                </a:r>
              </a:p>
            </p:txBody>
          </p:sp>
          <p:sp>
            <p:nvSpPr>
              <p:cNvPr id="142" name="f1part1" descr="Editable text; source id f1part1"/>
              <p:cNvSpPr txBox="1"/>
              <p:nvPr/>
            </p:nvSpPr>
            <p:spPr>
              <a:xfrm>
                <a:off x="1872342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143" name="f1part2" descr="Editable text; source id f1part2"/>
              <p:cNvSpPr txBox="1"/>
              <p:nvPr/>
            </p:nvSpPr>
            <p:spPr>
              <a:xfrm>
                <a:off x="1959428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44" name="f1part3" descr="Editable text; source id f1part3"/>
              <p:cNvSpPr txBox="1"/>
              <p:nvPr/>
            </p:nvSpPr>
            <p:spPr>
              <a:xfrm>
                <a:off x="2090057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45" name="f1part4" descr="Editable text; source id f1part4"/>
              <p:cNvSpPr txBox="1"/>
              <p:nvPr/>
            </p:nvSpPr>
            <p:spPr>
              <a:xfrm>
                <a:off x="215972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146" name="f1part5" descr="Editable text; source id f1part5"/>
              <p:cNvSpPr txBox="1"/>
              <p:nvPr/>
            </p:nvSpPr>
            <p:spPr>
              <a:xfrm>
                <a:off x="224681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47" name="f1part6" descr="Editable text; source id f1part6"/>
              <p:cNvSpPr txBox="1"/>
              <p:nvPr/>
            </p:nvSpPr>
            <p:spPr>
              <a:xfrm>
                <a:off x="2386148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48" name="f1part7" descr="Editable text; source id f1part7"/>
              <p:cNvSpPr txBox="1"/>
              <p:nvPr/>
            </p:nvSpPr>
            <p:spPr>
              <a:xfrm>
                <a:off x="2455817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49" name="f1part8" descr="Editable text; source id f1part8"/>
              <p:cNvSpPr txBox="1"/>
              <p:nvPr/>
            </p:nvSpPr>
            <p:spPr>
              <a:xfrm>
                <a:off x="2542902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50" name="f1part9" descr="Editable text; source id f1part9"/>
              <p:cNvSpPr txBox="1"/>
              <p:nvPr/>
            </p:nvSpPr>
            <p:spPr>
              <a:xfrm>
                <a:off x="274319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)</a:t>
                </a:r>
              </a:p>
            </p:txBody>
          </p:sp>
        </p:grpSp>
        <p:grpSp>
          <p:nvGrpSpPr>
            <p:cNvPr id="465" name="full_attention_formula" descr="full attention formula"/>
            <p:cNvGrpSpPr/>
            <p:nvPr/>
          </p:nvGrpSpPr>
          <p:grpSpPr>
            <a:xfrm>
              <a:off x="4415245" y="2420982"/>
              <a:ext cx="2229394" cy="174171"/>
              <a:chOff x="4415245" y="2420982"/>
              <a:chExt cx="2229394" cy="174171"/>
            </a:xfrm>
          </p:grpSpPr>
          <p:sp>
            <p:nvSpPr>
              <p:cNvPr id="151" name="f2part0" descr="Editable text; source id f2part0"/>
              <p:cNvSpPr txBox="1"/>
              <p:nvPr/>
            </p:nvSpPr>
            <p:spPr>
              <a:xfrm>
                <a:off x="4415245" y="2420982"/>
                <a:ext cx="330925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Attn(</a:t>
                </a:r>
              </a:p>
            </p:txBody>
          </p:sp>
          <p:sp>
            <p:nvSpPr>
              <p:cNvPr id="152" name="f2part1" descr="Editable text; source id f2part1"/>
              <p:cNvSpPr txBox="1"/>
              <p:nvPr/>
            </p:nvSpPr>
            <p:spPr>
              <a:xfrm>
                <a:off x="475487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153" name="f2part2" descr="Editable text; source id f2part2"/>
              <p:cNvSpPr txBox="1"/>
              <p:nvPr/>
            </p:nvSpPr>
            <p:spPr>
              <a:xfrm>
                <a:off x="486809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154" name="f2part3" descr="Editable text; source id f2part3"/>
              <p:cNvSpPr txBox="1"/>
              <p:nvPr/>
            </p:nvSpPr>
            <p:spPr>
              <a:xfrm>
                <a:off x="502484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55" name="f2part4" descr="Editable text; source id f2part4"/>
              <p:cNvSpPr txBox="1"/>
              <p:nvPr/>
            </p:nvSpPr>
            <p:spPr>
              <a:xfrm>
                <a:off x="5094514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[</a:t>
                </a:r>
              </a:p>
            </p:txBody>
          </p:sp>
          <p:sp>
            <p:nvSpPr>
              <p:cNvPr id="156" name="f2part5" descr="Editable text; source id f2part5"/>
              <p:cNvSpPr txBox="1"/>
              <p:nvPr/>
            </p:nvSpPr>
            <p:spPr>
              <a:xfrm>
                <a:off x="512063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157" name="f2part6" descr="Editable text; source id f2part6"/>
              <p:cNvSpPr txBox="1"/>
              <p:nvPr/>
            </p:nvSpPr>
            <p:spPr>
              <a:xfrm>
                <a:off x="5259977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58" name="f2part7" descr="Editable text; source id f2part7"/>
              <p:cNvSpPr txBox="1"/>
              <p:nvPr/>
            </p:nvSpPr>
            <p:spPr>
              <a:xfrm>
                <a:off x="5373188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;</a:t>
                </a:r>
              </a:p>
            </p:txBody>
          </p:sp>
          <p:sp>
            <p:nvSpPr>
              <p:cNvPr id="159" name="f2part8" descr="Editable text; source id f2part8"/>
              <p:cNvSpPr txBox="1"/>
              <p:nvPr/>
            </p:nvSpPr>
            <p:spPr>
              <a:xfrm>
                <a:off x="5434148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160" name="f2part9" descr="Editable text; source id f2part9"/>
              <p:cNvSpPr txBox="1"/>
              <p:nvPr/>
            </p:nvSpPr>
            <p:spPr>
              <a:xfrm>
                <a:off x="5564777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161" name="f2part10" descr="Editable text; source id f2part10"/>
              <p:cNvSpPr txBox="1"/>
              <p:nvPr/>
            </p:nvSpPr>
            <p:spPr>
              <a:xfrm>
                <a:off x="569540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]</a:t>
                </a:r>
              </a:p>
            </p:txBody>
          </p:sp>
          <p:sp>
            <p:nvSpPr>
              <p:cNvPr id="162" name="f2part11" descr="Editable text; source id f2part11"/>
              <p:cNvSpPr txBox="1"/>
              <p:nvPr/>
            </p:nvSpPr>
            <p:spPr>
              <a:xfrm>
                <a:off x="5747656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,</a:t>
                </a:r>
              </a:p>
            </p:txBody>
          </p:sp>
          <p:sp>
            <p:nvSpPr>
              <p:cNvPr id="163" name="f2part12" descr="Editable text; source id f2part12"/>
              <p:cNvSpPr txBox="1"/>
              <p:nvPr/>
            </p:nvSpPr>
            <p:spPr>
              <a:xfrm>
                <a:off x="5817325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[</a:t>
                </a:r>
              </a:p>
            </p:txBody>
          </p:sp>
          <p:sp>
            <p:nvSpPr>
              <p:cNvPr id="164" name="f2part13" descr="Editable text; source id f2part13"/>
              <p:cNvSpPr txBox="1"/>
              <p:nvPr/>
            </p:nvSpPr>
            <p:spPr>
              <a:xfrm>
                <a:off x="5843451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65" name="f2part14" descr="Editable text; source id f2part14"/>
              <p:cNvSpPr txBox="1"/>
              <p:nvPr/>
            </p:nvSpPr>
            <p:spPr>
              <a:xfrm>
                <a:off x="596537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  <p:sp>
            <p:nvSpPr>
              <p:cNvPr id="166" name="f2part15" descr="Editable text; source id f2part15"/>
              <p:cNvSpPr txBox="1"/>
              <p:nvPr/>
            </p:nvSpPr>
            <p:spPr>
              <a:xfrm>
                <a:off x="609599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;</a:t>
                </a:r>
              </a:p>
            </p:txBody>
          </p:sp>
          <p:sp>
            <p:nvSpPr>
              <p:cNvPr id="167" name="f2part16" descr="Editable text; source id f2part16"/>
              <p:cNvSpPr txBox="1"/>
              <p:nvPr/>
            </p:nvSpPr>
            <p:spPr>
              <a:xfrm>
                <a:off x="615695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1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168" name="f2part17" descr="Editable text; source id f2part17"/>
              <p:cNvSpPr txBox="1"/>
              <p:nvPr/>
            </p:nvSpPr>
            <p:spPr>
              <a:xfrm>
                <a:off x="6270171" y="249065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169" name="f2part18" descr="Editable text; source id f2part18"/>
              <p:cNvSpPr txBox="1"/>
              <p:nvPr/>
            </p:nvSpPr>
            <p:spPr>
              <a:xfrm>
                <a:off x="6400799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]</a:t>
                </a:r>
              </a:p>
            </p:txBody>
          </p:sp>
          <p:sp>
            <p:nvSpPr>
              <p:cNvPr id="170" name="f2part19" descr="Editable text; source id f2part19"/>
              <p:cNvSpPr txBox="1"/>
              <p:nvPr/>
            </p:nvSpPr>
            <p:spPr>
              <a:xfrm>
                <a:off x="6453051" y="2420982"/>
                <a:ext cx="191588" cy="16546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)</a:t>
                </a:r>
              </a:p>
            </p:txBody>
          </p:sp>
        </p:grpSp>
      </p:grpSp>
      <p:cxnSp>
        <p:nvCxnSpPr>
          <p:cNvPr id="171" name="expand1" descr="Editable line; source id expand1"/>
          <p:cNvCxnSpPr/>
          <p:nvPr/>
        </p:nvCxnSpPr>
        <p:spPr>
          <a:xfrm flipV="1">
            <a:off x="6801394" y="1297577"/>
            <a:ext cx="1323702" cy="705394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expand2" descr="Editable line; source id expand2"/>
          <p:cNvCxnSpPr/>
          <p:nvPr/>
        </p:nvCxnSpPr>
        <p:spPr>
          <a:xfrm>
            <a:off x="6801394" y="2734491"/>
            <a:ext cx="1323702" cy="870857"/>
          </a:xfrm>
          <a:prstGeom prst="line">
            <a:avLst/>
          </a:prstGeom>
          <a:ln w="12191">
            <a:solidFill>
              <a:srgbClr val="B6B6B6"/>
            </a:solidFill>
            <a:custDash>
              <a:ds d="428571" sp="428571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9" name="attention_mask_panel" descr="attention mask panel"/>
          <p:cNvGrpSpPr/>
          <p:nvPr/>
        </p:nvGrpSpPr>
        <p:grpSpPr>
          <a:xfrm>
            <a:off x="7593874" y="52251"/>
            <a:ext cx="4197531" cy="4580708"/>
            <a:chOff x="7593874" y="52251"/>
            <a:chExt cx="4197531" cy="4580708"/>
          </a:xfrm>
        </p:grpSpPr>
        <p:grpSp>
          <p:nvGrpSpPr>
            <p:cNvPr id="467" name="attention_mask_grid" descr="attention mask grid"/>
            <p:cNvGrpSpPr/>
            <p:nvPr/>
          </p:nvGrpSpPr>
          <p:grpSpPr>
            <a:xfrm>
              <a:off x="8908868" y="1306285"/>
              <a:ext cx="2734494" cy="2734494"/>
              <a:chOff x="8908868" y="1306285"/>
              <a:chExt cx="2734494" cy="2734494"/>
            </a:xfrm>
          </p:grpSpPr>
          <p:sp>
            <p:nvSpPr>
              <p:cNvPr id="173" name="cell_0_0" descr="Editable shape; source id cell_0_0"/>
              <p:cNvSpPr/>
              <p:nvPr/>
            </p:nvSpPr>
            <p:spPr>
              <a:xfrm>
                <a:off x="8908868" y="1306285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4" name="cell_0_1" descr="Editable shape; source id cell_0_1"/>
              <p:cNvSpPr/>
              <p:nvPr/>
            </p:nvSpPr>
            <p:spPr>
              <a:xfrm>
                <a:off x="9136742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5" name="cell_0_2" descr="Editable shape; source id cell_0_2"/>
              <p:cNvSpPr/>
              <p:nvPr/>
            </p:nvSpPr>
            <p:spPr>
              <a:xfrm>
                <a:off x="9364617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6" name="cell_0_3" descr="Editable shape; source id cell_0_3"/>
              <p:cNvSpPr/>
              <p:nvPr/>
            </p:nvSpPr>
            <p:spPr>
              <a:xfrm>
                <a:off x="9592492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7" name="cell_0_4" descr="Editable shape; source id cell_0_4"/>
              <p:cNvSpPr/>
              <p:nvPr/>
            </p:nvSpPr>
            <p:spPr>
              <a:xfrm>
                <a:off x="9820366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8" name="cell_0_5" descr="Editable shape; source id cell_0_5"/>
              <p:cNvSpPr/>
              <p:nvPr/>
            </p:nvSpPr>
            <p:spPr>
              <a:xfrm>
                <a:off x="10048241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9" name="cell_0_6" descr="Editable shape; source id cell_0_6"/>
              <p:cNvSpPr/>
              <p:nvPr/>
            </p:nvSpPr>
            <p:spPr>
              <a:xfrm>
                <a:off x="10276115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0" name="cell_0_7" descr="Editable shape; source id cell_0_7"/>
              <p:cNvSpPr/>
              <p:nvPr/>
            </p:nvSpPr>
            <p:spPr>
              <a:xfrm>
                <a:off x="10503990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1" name="cell_0_8" descr="Editable shape; source id cell_0_8"/>
              <p:cNvSpPr/>
              <p:nvPr/>
            </p:nvSpPr>
            <p:spPr>
              <a:xfrm>
                <a:off x="10731864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2" name="cell_0_9" descr="Editable shape; source id cell_0_9"/>
              <p:cNvSpPr/>
              <p:nvPr/>
            </p:nvSpPr>
            <p:spPr>
              <a:xfrm>
                <a:off x="10959739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3" name="cell_0_10" descr="Editable shape; source id cell_0_10"/>
              <p:cNvSpPr/>
              <p:nvPr/>
            </p:nvSpPr>
            <p:spPr>
              <a:xfrm>
                <a:off x="11187614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4" name="cell_0_11" descr="Editable shape; source id cell_0_11"/>
              <p:cNvSpPr/>
              <p:nvPr/>
            </p:nvSpPr>
            <p:spPr>
              <a:xfrm>
                <a:off x="11415488" y="1306285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5" name="cell_1_0" descr="Editable shape; source id cell_1_0"/>
              <p:cNvSpPr/>
              <p:nvPr/>
            </p:nvSpPr>
            <p:spPr>
              <a:xfrm>
                <a:off x="8908868" y="1534160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6" name="cell_1_1" descr="Editable shape; source id cell_1_1"/>
              <p:cNvSpPr/>
              <p:nvPr/>
            </p:nvSpPr>
            <p:spPr>
              <a:xfrm>
                <a:off x="9136742" y="1534160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7" name="cell_1_2" descr="Editable shape; source id cell_1_2"/>
              <p:cNvSpPr/>
              <p:nvPr/>
            </p:nvSpPr>
            <p:spPr>
              <a:xfrm>
                <a:off x="9364617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8" name="cell_1_3" descr="Editable shape; source id cell_1_3"/>
              <p:cNvSpPr/>
              <p:nvPr/>
            </p:nvSpPr>
            <p:spPr>
              <a:xfrm>
                <a:off x="9592492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89" name="cell_1_4" descr="Editable shape; source id cell_1_4"/>
              <p:cNvSpPr/>
              <p:nvPr/>
            </p:nvSpPr>
            <p:spPr>
              <a:xfrm>
                <a:off x="9820366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0" name="cell_1_5" descr="Editable shape; source id cell_1_5"/>
              <p:cNvSpPr/>
              <p:nvPr/>
            </p:nvSpPr>
            <p:spPr>
              <a:xfrm>
                <a:off x="10048241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1" name="cell_1_6" descr="Editable shape; source id cell_1_6"/>
              <p:cNvSpPr/>
              <p:nvPr/>
            </p:nvSpPr>
            <p:spPr>
              <a:xfrm>
                <a:off x="10276115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2" name="cell_1_7" descr="Editable shape; source id cell_1_7"/>
              <p:cNvSpPr/>
              <p:nvPr/>
            </p:nvSpPr>
            <p:spPr>
              <a:xfrm>
                <a:off x="10503990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3" name="cell_1_8" descr="Editable shape; source id cell_1_8"/>
              <p:cNvSpPr/>
              <p:nvPr/>
            </p:nvSpPr>
            <p:spPr>
              <a:xfrm>
                <a:off x="10731864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4" name="cell_1_9" descr="Editable shape; source id cell_1_9"/>
              <p:cNvSpPr/>
              <p:nvPr/>
            </p:nvSpPr>
            <p:spPr>
              <a:xfrm>
                <a:off x="10959739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5" name="cell_1_10" descr="Editable shape; source id cell_1_10"/>
              <p:cNvSpPr/>
              <p:nvPr/>
            </p:nvSpPr>
            <p:spPr>
              <a:xfrm>
                <a:off x="11187614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6" name="cell_1_11" descr="Editable shape; source id cell_1_11"/>
              <p:cNvSpPr/>
              <p:nvPr/>
            </p:nvSpPr>
            <p:spPr>
              <a:xfrm>
                <a:off x="11415488" y="1534160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7" name="cell_2_0" descr="Editable shape; source id cell_2_0"/>
              <p:cNvSpPr/>
              <p:nvPr/>
            </p:nvSpPr>
            <p:spPr>
              <a:xfrm>
                <a:off x="8908868" y="1762034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8" name="cell_2_1" descr="Editable shape; source id cell_2_1"/>
              <p:cNvSpPr/>
              <p:nvPr/>
            </p:nvSpPr>
            <p:spPr>
              <a:xfrm>
                <a:off x="9136742" y="1762034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99" name="cell_2_2" descr="Editable shape; source id cell_2_2"/>
              <p:cNvSpPr/>
              <p:nvPr/>
            </p:nvSpPr>
            <p:spPr>
              <a:xfrm>
                <a:off x="9364617" y="1762034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0" name="cell_2_3" descr="Editable shape; source id cell_2_3"/>
              <p:cNvSpPr/>
              <p:nvPr/>
            </p:nvSpPr>
            <p:spPr>
              <a:xfrm>
                <a:off x="9592492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1" name="cell_2_4" descr="Editable shape; source id cell_2_4"/>
              <p:cNvSpPr/>
              <p:nvPr/>
            </p:nvSpPr>
            <p:spPr>
              <a:xfrm>
                <a:off x="9820366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2" name="cell_2_5" descr="Editable shape; source id cell_2_5"/>
              <p:cNvSpPr/>
              <p:nvPr/>
            </p:nvSpPr>
            <p:spPr>
              <a:xfrm>
                <a:off x="10048241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3" name="cell_2_6" descr="Editable shape; source id cell_2_6"/>
              <p:cNvSpPr/>
              <p:nvPr/>
            </p:nvSpPr>
            <p:spPr>
              <a:xfrm>
                <a:off x="10276115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4" name="cell_2_7" descr="Editable shape; source id cell_2_7"/>
              <p:cNvSpPr/>
              <p:nvPr/>
            </p:nvSpPr>
            <p:spPr>
              <a:xfrm>
                <a:off x="10503990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5" name="cell_2_8" descr="Editable shape; source id cell_2_8"/>
              <p:cNvSpPr/>
              <p:nvPr/>
            </p:nvSpPr>
            <p:spPr>
              <a:xfrm>
                <a:off x="10731864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6" name="cell_2_9" descr="Editable shape; source id cell_2_9"/>
              <p:cNvSpPr/>
              <p:nvPr/>
            </p:nvSpPr>
            <p:spPr>
              <a:xfrm>
                <a:off x="10959739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7" name="cell_2_10" descr="Editable shape; source id cell_2_10"/>
              <p:cNvSpPr/>
              <p:nvPr/>
            </p:nvSpPr>
            <p:spPr>
              <a:xfrm>
                <a:off x="11187614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8" name="cell_2_11" descr="Editable shape; source id cell_2_11"/>
              <p:cNvSpPr/>
              <p:nvPr/>
            </p:nvSpPr>
            <p:spPr>
              <a:xfrm>
                <a:off x="11415488" y="1762034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9" name="cell_3_0" descr="Editable shape; source id cell_3_0"/>
              <p:cNvSpPr/>
              <p:nvPr/>
            </p:nvSpPr>
            <p:spPr>
              <a:xfrm>
                <a:off x="8908868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0" name="cell_3_1" descr="Editable shape; source id cell_3_1"/>
              <p:cNvSpPr/>
              <p:nvPr/>
            </p:nvSpPr>
            <p:spPr>
              <a:xfrm>
                <a:off x="9136742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1" name="cell_3_2" descr="Editable shape; source id cell_3_2"/>
              <p:cNvSpPr/>
              <p:nvPr/>
            </p:nvSpPr>
            <p:spPr>
              <a:xfrm>
                <a:off x="9364617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2" name="cell_3_3" descr="Editable shape; source id cell_3_3"/>
              <p:cNvSpPr/>
              <p:nvPr/>
            </p:nvSpPr>
            <p:spPr>
              <a:xfrm>
                <a:off x="9592492" y="1989909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3" name="cell_3_4" descr="Editable shape; source id cell_3_4"/>
              <p:cNvSpPr/>
              <p:nvPr/>
            </p:nvSpPr>
            <p:spPr>
              <a:xfrm>
                <a:off x="9820366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4" name="cell_3_5" descr="Editable shape; source id cell_3_5"/>
              <p:cNvSpPr/>
              <p:nvPr/>
            </p:nvSpPr>
            <p:spPr>
              <a:xfrm>
                <a:off x="10048241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5" name="cell_3_6" descr="Editable shape; source id cell_3_6"/>
              <p:cNvSpPr/>
              <p:nvPr/>
            </p:nvSpPr>
            <p:spPr>
              <a:xfrm>
                <a:off x="10276115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6" name="cell_3_7" descr="Editable shape; source id cell_3_7"/>
              <p:cNvSpPr/>
              <p:nvPr/>
            </p:nvSpPr>
            <p:spPr>
              <a:xfrm>
                <a:off x="10503990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7" name="cell_3_8" descr="Editable shape; source id cell_3_8"/>
              <p:cNvSpPr/>
              <p:nvPr/>
            </p:nvSpPr>
            <p:spPr>
              <a:xfrm>
                <a:off x="10731864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8" name="cell_3_9" descr="Editable shape; source id cell_3_9"/>
              <p:cNvSpPr/>
              <p:nvPr/>
            </p:nvSpPr>
            <p:spPr>
              <a:xfrm>
                <a:off x="10959739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9" name="cell_3_10" descr="Editable shape; source id cell_3_10"/>
              <p:cNvSpPr/>
              <p:nvPr/>
            </p:nvSpPr>
            <p:spPr>
              <a:xfrm>
                <a:off x="11187614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0" name="cell_3_11" descr="Editable shape; source id cell_3_11"/>
              <p:cNvSpPr/>
              <p:nvPr/>
            </p:nvSpPr>
            <p:spPr>
              <a:xfrm>
                <a:off x="11415488" y="1989909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1" name="cell_4_0" descr="Editable shape; source id cell_4_0"/>
              <p:cNvSpPr/>
              <p:nvPr/>
            </p:nvSpPr>
            <p:spPr>
              <a:xfrm>
                <a:off x="8908868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2" name="cell_4_1" descr="Editable shape; source id cell_4_1"/>
              <p:cNvSpPr/>
              <p:nvPr/>
            </p:nvSpPr>
            <p:spPr>
              <a:xfrm>
                <a:off x="9136742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3" name="cell_4_2" descr="Editable shape; source id cell_4_2"/>
              <p:cNvSpPr/>
              <p:nvPr/>
            </p:nvSpPr>
            <p:spPr>
              <a:xfrm>
                <a:off x="9364617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4" name="cell_4_3" descr="Editable shape; source id cell_4_3"/>
              <p:cNvSpPr/>
              <p:nvPr/>
            </p:nvSpPr>
            <p:spPr>
              <a:xfrm>
                <a:off x="9592492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5" name="cell_4_4" descr="Editable shape; source id cell_4_4"/>
              <p:cNvSpPr/>
              <p:nvPr/>
            </p:nvSpPr>
            <p:spPr>
              <a:xfrm>
                <a:off x="9820366" y="2217783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6" name="cell_4_5" descr="Editable shape; source id cell_4_5"/>
              <p:cNvSpPr/>
              <p:nvPr/>
            </p:nvSpPr>
            <p:spPr>
              <a:xfrm>
                <a:off x="10048241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7" name="cell_4_6" descr="Editable shape; source id cell_4_6"/>
              <p:cNvSpPr/>
              <p:nvPr/>
            </p:nvSpPr>
            <p:spPr>
              <a:xfrm>
                <a:off x="10276115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8" name="cell_4_7" descr="Editable shape; source id cell_4_7"/>
              <p:cNvSpPr/>
              <p:nvPr/>
            </p:nvSpPr>
            <p:spPr>
              <a:xfrm>
                <a:off x="10503990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9" name="cell_4_8" descr="Editable shape; source id cell_4_8"/>
              <p:cNvSpPr/>
              <p:nvPr/>
            </p:nvSpPr>
            <p:spPr>
              <a:xfrm>
                <a:off x="10731864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0" name="cell_4_9" descr="Editable shape; source id cell_4_9"/>
              <p:cNvSpPr/>
              <p:nvPr/>
            </p:nvSpPr>
            <p:spPr>
              <a:xfrm>
                <a:off x="10959739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1" name="cell_4_10" descr="Editable shape; source id cell_4_10"/>
              <p:cNvSpPr/>
              <p:nvPr/>
            </p:nvSpPr>
            <p:spPr>
              <a:xfrm>
                <a:off x="11187614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2" name="cell_4_11" descr="Editable shape; source id cell_4_11"/>
              <p:cNvSpPr/>
              <p:nvPr/>
            </p:nvSpPr>
            <p:spPr>
              <a:xfrm>
                <a:off x="11415488" y="2217783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3" name="cell_5_0" descr="Editable shape; source id cell_5_0"/>
              <p:cNvSpPr/>
              <p:nvPr/>
            </p:nvSpPr>
            <p:spPr>
              <a:xfrm>
                <a:off x="8908868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4" name="cell_5_1" descr="Editable shape; source id cell_5_1"/>
              <p:cNvSpPr/>
              <p:nvPr/>
            </p:nvSpPr>
            <p:spPr>
              <a:xfrm>
                <a:off x="9136742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5" name="cell_5_2" descr="Editable shape; source id cell_5_2"/>
              <p:cNvSpPr/>
              <p:nvPr/>
            </p:nvSpPr>
            <p:spPr>
              <a:xfrm>
                <a:off x="9364617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6" name="cell_5_3" descr="Editable shape; source id cell_5_3"/>
              <p:cNvSpPr/>
              <p:nvPr/>
            </p:nvSpPr>
            <p:spPr>
              <a:xfrm>
                <a:off x="9592492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7" name="cell_5_4" descr="Editable shape; source id cell_5_4"/>
              <p:cNvSpPr/>
              <p:nvPr/>
            </p:nvSpPr>
            <p:spPr>
              <a:xfrm>
                <a:off x="9820366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8" name="cell_5_5" descr="Editable shape; source id cell_5_5"/>
              <p:cNvSpPr/>
              <p:nvPr/>
            </p:nvSpPr>
            <p:spPr>
              <a:xfrm>
                <a:off x="10048241" y="2445658"/>
                <a:ext cx="227874" cy="227874"/>
              </a:xfrm>
              <a:prstGeom prst="rect">
                <a:avLst/>
              </a:prstGeom>
              <a:solidFill>
                <a:srgbClr val="B1ADE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9" name="cell_5_6" descr="Editable shape; source id cell_5_6"/>
              <p:cNvSpPr/>
              <p:nvPr/>
            </p:nvSpPr>
            <p:spPr>
              <a:xfrm>
                <a:off x="10276115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0" name="cell_5_7" descr="Editable shape; source id cell_5_7"/>
              <p:cNvSpPr/>
              <p:nvPr/>
            </p:nvSpPr>
            <p:spPr>
              <a:xfrm>
                <a:off x="10503990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1" name="cell_5_8" descr="Editable shape; source id cell_5_8"/>
              <p:cNvSpPr/>
              <p:nvPr/>
            </p:nvSpPr>
            <p:spPr>
              <a:xfrm>
                <a:off x="10731864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2" name="cell_5_9" descr="Editable shape; source id cell_5_9"/>
              <p:cNvSpPr/>
              <p:nvPr/>
            </p:nvSpPr>
            <p:spPr>
              <a:xfrm>
                <a:off x="10959739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3" name="cell_5_10" descr="Editable shape; source id cell_5_10"/>
              <p:cNvSpPr/>
              <p:nvPr/>
            </p:nvSpPr>
            <p:spPr>
              <a:xfrm>
                <a:off x="11187614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4" name="cell_5_11" descr="Editable shape; source id cell_5_11"/>
              <p:cNvSpPr/>
              <p:nvPr/>
            </p:nvSpPr>
            <p:spPr>
              <a:xfrm>
                <a:off x="11415488" y="2445658"/>
                <a:ext cx="227874" cy="227874"/>
              </a:xfrm>
              <a:prstGeom prst="rect">
                <a:avLst/>
              </a:prstGeom>
              <a:solidFill>
                <a:srgbClr val="F7F7F7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5" name="cell_6_0" descr="Editable shape; source id cell_6_0"/>
              <p:cNvSpPr/>
              <p:nvPr/>
            </p:nvSpPr>
            <p:spPr>
              <a:xfrm>
                <a:off x="8908868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6" name="cell_6_1" descr="Editable shape; source id cell_6_1"/>
              <p:cNvSpPr/>
              <p:nvPr/>
            </p:nvSpPr>
            <p:spPr>
              <a:xfrm>
                <a:off x="9136742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7" name="cell_6_2" descr="Editable shape; source id cell_6_2"/>
              <p:cNvSpPr/>
              <p:nvPr/>
            </p:nvSpPr>
            <p:spPr>
              <a:xfrm>
                <a:off x="9364617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8" name="cell_6_3" descr="Editable shape; source id cell_6_3"/>
              <p:cNvSpPr/>
              <p:nvPr/>
            </p:nvSpPr>
            <p:spPr>
              <a:xfrm>
                <a:off x="9592492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9" name="cell_6_4" descr="Editable shape; source id cell_6_4"/>
              <p:cNvSpPr/>
              <p:nvPr/>
            </p:nvSpPr>
            <p:spPr>
              <a:xfrm>
                <a:off x="9820366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0" name="cell_6_5" descr="Editable shape; source id cell_6_5"/>
              <p:cNvSpPr/>
              <p:nvPr/>
            </p:nvSpPr>
            <p:spPr>
              <a:xfrm>
                <a:off x="10048241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1" name="cell_6_6" descr="Editable shape; source id cell_6_6"/>
              <p:cNvSpPr/>
              <p:nvPr/>
            </p:nvSpPr>
            <p:spPr>
              <a:xfrm>
                <a:off x="10276115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2" name="cell_6_7" descr="Editable shape; source id cell_6_7"/>
              <p:cNvSpPr/>
              <p:nvPr/>
            </p:nvSpPr>
            <p:spPr>
              <a:xfrm>
                <a:off x="10503990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3" name="cell_6_8" descr="Editable shape; source id cell_6_8"/>
              <p:cNvSpPr/>
              <p:nvPr/>
            </p:nvSpPr>
            <p:spPr>
              <a:xfrm>
                <a:off x="10731864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4" name="cell_6_9" descr="Editable shape; source id cell_6_9"/>
              <p:cNvSpPr/>
              <p:nvPr/>
            </p:nvSpPr>
            <p:spPr>
              <a:xfrm>
                <a:off x="10959739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5" name="cell_6_10" descr="Editable shape; source id cell_6_10"/>
              <p:cNvSpPr/>
              <p:nvPr/>
            </p:nvSpPr>
            <p:spPr>
              <a:xfrm>
                <a:off x="11187614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6" name="cell_6_11" descr="Editable shape; source id cell_6_11"/>
              <p:cNvSpPr/>
              <p:nvPr/>
            </p:nvSpPr>
            <p:spPr>
              <a:xfrm>
                <a:off x="11415488" y="2673533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7" name="cell_7_0" descr="Editable shape; source id cell_7_0"/>
              <p:cNvSpPr/>
              <p:nvPr/>
            </p:nvSpPr>
            <p:spPr>
              <a:xfrm>
                <a:off x="8908868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8" name="cell_7_1" descr="Editable shape; source id cell_7_1"/>
              <p:cNvSpPr/>
              <p:nvPr/>
            </p:nvSpPr>
            <p:spPr>
              <a:xfrm>
                <a:off x="9136742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9" name="cell_7_2" descr="Editable shape; source id cell_7_2"/>
              <p:cNvSpPr/>
              <p:nvPr/>
            </p:nvSpPr>
            <p:spPr>
              <a:xfrm>
                <a:off x="9364617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0" name="cell_7_3" descr="Editable shape; source id cell_7_3"/>
              <p:cNvSpPr/>
              <p:nvPr/>
            </p:nvSpPr>
            <p:spPr>
              <a:xfrm>
                <a:off x="9592492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1" name="cell_7_4" descr="Editable shape; source id cell_7_4"/>
              <p:cNvSpPr/>
              <p:nvPr/>
            </p:nvSpPr>
            <p:spPr>
              <a:xfrm>
                <a:off x="9820366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2" name="cell_7_5" descr="Editable shape; source id cell_7_5"/>
              <p:cNvSpPr/>
              <p:nvPr/>
            </p:nvSpPr>
            <p:spPr>
              <a:xfrm>
                <a:off x="10048241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3" name="cell_7_6" descr="Editable shape; source id cell_7_6"/>
              <p:cNvSpPr/>
              <p:nvPr/>
            </p:nvSpPr>
            <p:spPr>
              <a:xfrm>
                <a:off x="10276115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4" name="cell_7_7" descr="Editable shape; source id cell_7_7"/>
              <p:cNvSpPr/>
              <p:nvPr/>
            </p:nvSpPr>
            <p:spPr>
              <a:xfrm>
                <a:off x="10503990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5" name="cell_7_8" descr="Editable shape; source id cell_7_8"/>
              <p:cNvSpPr/>
              <p:nvPr/>
            </p:nvSpPr>
            <p:spPr>
              <a:xfrm>
                <a:off x="10731864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6" name="cell_7_9" descr="Editable shape; source id cell_7_9"/>
              <p:cNvSpPr/>
              <p:nvPr/>
            </p:nvSpPr>
            <p:spPr>
              <a:xfrm>
                <a:off x="10959739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7" name="cell_7_10" descr="Editable shape; source id cell_7_10"/>
              <p:cNvSpPr/>
              <p:nvPr/>
            </p:nvSpPr>
            <p:spPr>
              <a:xfrm>
                <a:off x="11187614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8" name="cell_7_11" descr="Editable shape; source id cell_7_11"/>
              <p:cNvSpPr/>
              <p:nvPr/>
            </p:nvSpPr>
            <p:spPr>
              <a:xfrm>
                <a:off x="11415488" y="2901407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9" name="cell_8_0" descr="Editable shape; source id cell_8_0"/>
              <p:cNvSpPr/>
              <p:nvPr/>
            </p:nvSpPr>
            <p:spPr>
              <a:xfrm>
                <a:off x="8908868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0" name="cell_8_1" descr="Editable shape; source id cell_8_1"/>
              <p:cNvSpPr/>
              <p:nvPr/>
            </p:nvSpPr>
            <p:spPr>
              <a:xfrm>
                <a:off x="9136742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1" name="cell_8_2" descr="Editable shape; source id cell_8_2"/>
              <p:cNvSpPr/>
              <p:nvPr/>
            </p:nvSpPr>
            <p:spPr>
              <a:xfrm>
                <a:off x="9364617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2" name="cell_8_3" descr="Editable shape; source id cell_8_3"/>
              <p:cNvSpPr/>
              <p:nvPr/>
            </p:nvSpPr>
            <p:spPr>
              <a:xfrm>
                <a:off x="9592492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3" name="cell_8_4" descr="Editable shape; source id cell_8_4"/>
              <p:cNvSpPr/>
              <p:nvPr/>
            </p:nvSpPr>
            <p:spPr>
              <a:xfrm>
                <a:off x="9820366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4" name="cell_8_5" descr="Editable shape; source id cell_8_5"/>
              <p:cNvSpPr/>
              <p:nvPr/>
            </p:nvSpPr>
            <p:spPr>
              <a:xfrm>
                <a:off x="10048241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5" name="cell_8_6" descr="Editable shape; source id cell_8_6"/>
              <p:cNvSpPr/>
              <p:nvPr/>
            </p:nvSpPr>
            <p:spPr>
              <a:xfrm>
                <a:off x="10276115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6" name="cell_8_7" descr="Editable shape; source id cell_8_7"/>
              <p:cNvSpPr/>
              <p:nvPr/>
            </p:nvSpPr>
            <p:spPr>
              <a:xfrm>
                <a:off x="10503990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7" name="cell_8_8" descr="Editable shape; source id cell_8_8"/>
              <p:cNvSpPr/>
              <p:nvPr/>
            </p:nvSpPr>
            <p:spPr>
              <a:xfrm>
                <a:off x="10731864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8" name="cell_8_9" descr="Editable shape; source id cell_8_9"/>
              <p:cNvSpPr/>
              <p:nvPr/>
            </p:nvSpPr>
            <p:spPr>
              <a:xfrm>
                <a:off x="10959739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79" name="cell_8_10" descr="Editable shape; source id cell_8_10"/>
              <p:cNvSpPr/>
              <p:nvPr/>
            </p:nvSpPr>
            <p:spPr>
              <a:xfrm>
                <a:off x="11187614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0" name="cell_8_11" descr="Editable shape; source id cell_8_11"/>
              <p:cNvSpPr/>
              <p:nvPr/>
            </p:nvSpPr>
            <p:spPr>
              <a:xfrm>
                <a:off x="11415488" y="3129282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1" name="cell_9_0" descr="Editable shape; source id cell_9_0"/>
              <p:cNvSpPr/>
              <p:nvPr/>
            </p:nvSpPr>
            <p:spPr>
              <a:xfrm>
                <a:off x="8908868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2" name="cell_9_1" descr="Editable shape; source id cell_9_1"/>
              <p:cNvSpPr/>
              <p:nvPr/>
            </p:nvSpPr>
            <p:spPr>
              <a:xfrm>
                <a:off x="9136742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3" name="cell_9_2" descr="Editable shape; source id cell_9_2"/>
              <p:cNvSpPr/>
              <p:nvPr/>
            </p:nvSpPr>
            <p:spPr>
              <a:xfrm>
                <a:off x="9364617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4" name="cell_9_3" descr="Editable shape; source id cell_9_3"/>
              <p:cNvSpPr/>
              <p:nvPr/>
            </p:nvSpPr>
            <p:spPr>
              <a:xfrm>
                <a:off x="9592492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5" name="cell_9_4" descr="Editable shape; source id cell_9_4"/>
              <p:cNvSpPr/>
              <p:nvPr/>
            </p:nvSpPr>
            <p:spPr>
              <a:xfrm>
                <a:off x="9820366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6" name="cell_9_5" descr="Editable shape; source id cell_9_5"/>
              <p:cNvSpPr/>
              <p:nvPr/>
            </p:nvSpPr>
            <p:spPr>
              <a:xfrm>
                <a:off x="10048241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7" name="cell_9_6" descr="Editable shape; source id cell_9_6"/>
              <p:cNvSpPr/>
              <p:nvPr/>
            </p:nvSpPr>
            <p:spPr>
              <a:xfrm>
                <a:off x="10276115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8" name="cell_9_7" descr="Editable shape; source id cell_9_7"/>
              <p:cNvSpPr/>
              <p:nvPr/>
            </p:nvSpPr>
            <p:spPr>
              <a:xfrm>
                <a:off x="10503990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9" name="cell_9_8" descr="Editable shape; source id cell_9_8"/>
              <p:cNvSpPr/>
              <p:nvPr/>
            </p:nvSpPr>
            <p:spPr>
              <a:xfrm>
                <a:off x="10731864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0" name="cell_9_9" descr="Editable shape; source id cell_9_9"/>
              <p:cNvSpPr/>
              <p:nvPr/>
            </p:nvSpPr>
            <p:spPr>
              <a:xfrm>
                <a:off x="10959739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1" name="cell_9_10" descr="Editable shape; source id cell_9_10"/>
              <p:cNvSpPr/>
              <p:nvPr/>
            </p:nvSpPr>
            <p:spPr>
              <a:xfrm>
                <a:off x="11187614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2" name="cell_9_11" descr="Editable shape; source id cell_9_11"/>
              <p:cNvSpPr/>
              <p:nvPr/>
            </p:nvSpPr>
            <p:spPr>
              <a:xfrm>
                <a:off x="11415488" y="3357156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3" name="cell_10_0" descr="Editable shape; source id cell_10_0"/>
              <p:cNvSpPr/>
              <p:nvPr/>
            </p:nvSpPr>
            <p:spPr>
              <a:xfrm>
                <a:off x="8908868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4" name="cell_10_1" descr="Editable shape; source id cell_10_1"/>
              <p:cNvSpPr/>
              <p:nvPr/>
            </p:nvSpPr>
            <p:spPr>
              <a:xfrm>
                <a:off x="9136742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5" name="cell_10_2" descr="Editable shape; source id cell_10_2"/>
              <p:cNvSpPr/>
              <p:nvPr/>
            </p:nvSpPr>
            <p:spPr>
              <a:xfrm>
                <a:off x="9364617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6" name="cell_10_3" descr="Editable shape; source id cell_10_3"/>
              <p:cNvSpPr/>
              <p:nvPr/>
            </p:nvSpPr>
            <p:spPr>
              <a:xfrm>
                <a:off x="9592492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7" name="cell_10_4" descr="Editable shape; source id cell_10_4"/>
              <p:cNvSpPr/>
              <p:nvPr/>
            </p:nvSpPr>
            <p:spPr>
              <a:xfrm>
                <a:off x="9820366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8" name="cell_10_5" descr="Editable shape; source id cell_10_5"/>
              <p:cNvSpPr/>
              <p:nvPr/>
            </p:nvSpPr>
            <p:spPr>
              <a:xfrm>
                <a:off x="10048241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9" name="cell_10_6" descr="Editable shape; source id cell_10_6"/>
              <p:cNvSpPr/>
              <p:nvPr/>
            </p:nvSpPr>
            <p:spPr>
              <a:xfrm>
                <a:off x="10276115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0" name="cell_10_7" descr="Editable shape; source id cell_10_7"/>
              <p:cNvSpPr/>
              <p:nvPr/>
            </p:nvSpPr>
            <p:spPr>
              <a:xfrm>
                <a:off x="10503990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1" name="cell_10_8" descr="Editable shape; source id cell_10_8"/>
              <p:cNvSpPr/>
              <p:nvPr/>
            </p:nvSpPr>
            <p:spPr>
              <a:xfrm>
                <a:off x="10731864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2" name="cell_10_9" descr="Editable shape; source id cell_10_9"/>
              <p:cNvSpPr/>
              <p:nvPr/>
            </p:nvSpPr>
            <p:spPr>
              <a:xfrm>
                <a:off x="10959739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3" name="cell_10_10" descr="Editable shape; source id cell_10_10"/>
              <p:cNvSpPr/>
              <p:nvPr/>
            </p:nvSpPr>
            <p:spPr>
              <a:xfrm>
                <a:off x="11187614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4" name="cell_10_11" descr="Editable shape; source id cell_10_11"/>
              <p:cNvSpPr/>
              <p:nvPr/>
            </p:nvSpPr>
            <p:spPr>
              <a:xfrm>
                <a:off x="11415488" y="3585031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5" name="cell_11_0" descr="Editable shape; source id cell_11_0"/>
              <p:cNvSpPr/>
              <p:nvPr/>
            </p:nvSpPr>
            <p:spPr>
              <a:xfrm>
                <a:off x="8908868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6" name="cell_11_1" descr="Editable shape; source id cell_11_1"/>
              <p:cNvSpPr/>
              <p:nvPr/>
            </p:nvSpPr>
            <p:spPr>
              <a:xfrm>
                <a:off x="9136742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7" name="cell_11_2" descr="Editable shape; source id cell_11_2"/>
              <p:cNvSpPr/>
              <p:nvPr/>
            </p:nvSpPr>
            <p:spPr>
              <a:xfrm>
                <a:off x="9364617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8" name="cell_11_3" descr="Editable shape; source id cell_11_3"/>
              <p:cNvSpPr/>
              <p:nvPr/>
            </p:nvSpPr>
            <p:spPr>
              <a:xfrm>
                <a:off x="9592492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9" name="cell_11_4" descr="Editable shape; source id cell_11_4"/>
              <p:cNvSpPr/>
              <p:nvPr/>
            </p:nvSpPr>
            <p:spPr>
              <a:xfrm>
                <a:off x="9820366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0" name="cell_11_5" descr="Editable shape; source id cell_11_5"/>
              <p:cNvSpPr/>
              <p:nvPr/>
            </p:nvSpPr>
            <p:spPr>
              <a:xfrm>
                <a:off x="10048241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1" name="cell_11_6" descr="Editable shape; source id cell_11_6"/>
              <p:cNvSpPr/>
              <p:nvPr/>
            </p:nvSpPr>
            <p:spPr>
              <a:xfrm>
                <a:off x="10276115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2" name="cell_11_7" descr="Editable shape; source id cell_11_7"/>
              <p:cNvSpPr/>
              <p:nvPr/>
            </p:nvSpPr>
            <p:spPr>
              <a:xfrm>
                <a:off x="10503990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3" name="cell_11_8" descr="Editable shape; source id cell_11_8"/>
              <p:cNvSpPr/>
              <p:nvPr/>
            </p:nvSpPr>
            <p:spPr>
              <a:xfrm>
                <a:off x="10731864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4" name="cell_11_9" descr="Editable shape; source id cell_11_9"/>
              <p:cNvSpPr/>
              <p:nvPr/>
            </p:nvSpPr>
            <p:spPr>
              <a:xfrm>
                <a:off x="10959739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5" name="cell_11_10" descr="Editable shape; source id cell_11_10"/>
              <p:cNvSpPr/>
              <p:nvPr/>
            </p:nvSpPr>
            <p:spPr>
              <a:xfrm>
                <a:off x="11187614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6" name="cell_11_11" descr="Editable shape; source id cell_11_11"/>
              <p:cNvSpPr/>
              <p:nvPr/>
            </p:nvSpPr>
            <p:spPr>
              <a:xfrm>
                <a:off x="11415488" y="3812905"/>
                <a:ext cx="227874" cy="227874"/>
              </a:xfrm>
              <a:prstGeom prst="rect">
                <a:avLst/>
              </a:prstGeom>
              <a:solidFill>
                <a:srgbClr val="EDCDAB"/>
              </a:solidFill>
              <a:ln w="5660">
                <a:solidFill>
                  <a:srgbClr val="D7D7D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7" name="matrix_border" descr="Editable shape; source id matrix_border"/>
              <p:cNvSpPr/>
              <p:nvPr/>
            </p:nvSpPr>
            <p:spPr>
              <a:xfrm>
                <a:off x="8908868" y="1306285"/>
                <a:ext cx="2734491" cy="2734491"/>
              </a:xfrm>
              <a:prstGeom prst="rect">
                <a:avLst/>
              </a:prstGeom>
              <a:noFill/>
              <a:ln w="17417">
                <a:solidFill>
                  <a:srgbClr val="77777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318" name="matrix_v" descr="Editable line; source id matrix_v"/>
              <p:cNvCxnSpPr/>
              <p:nvPr/>
            </p:nvCxnSpPr>
            <p:spPr>
              <a:xfrm>
                <a:off x="10276114" y="1306285"/>
                <a:ext cx="0" cy="2734492"/>
              </a:xfrm>
              <a:prstGeom prst="line">
                <a:avLst/>
              </a:prstGeom>
              <a:ln w="17417">
                <a:solidFill>
                  <a:srgbClr val="77777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9" name="matrix_h" descr="Editable line; source id matrix_h"/>
              <p:cNvCxnSpPr/>
              <p:nvPr/>
            </p:nvCxnSpPr>
            <p:spPr>
              <a:xfrm>
                <a:off x="8908868" y="2673531"/>
                <a:ext cx="2734491" cy="0"/>
              </a:xfrm>
              <a:prstGeom prst="line">
                <a:avLst/>
              </a:prstGeom>
              <a:ln w="17417">
                <a:solidFill>
                  <a:srgbClr val="777777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20" name="masktitle" descr="Editable text; source id masktitle"/>
            <p:cNvSpPr txBox="1"/>
            <p:nvPr/>
          </p:nvSpPr>
          <p:spPr>
            <a:xfrm>
              <a:off x="9283336" y="52251"/>
              <a:ext cx="2002971" cy="29609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971"/>
                </a:lnSpc>
                <a:spcBef>
                  <a:spcPts val="0"/>
                </a:spcBef>
                <a:spcAft>
                  <a:spcPts val="0"/>
                </a:spcAft>
                <a:def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Attention Mask</a:t>
              </a:r>
            </a:p>
          </p:txBody>
        </p:sp>
        <p:sp>
          <p:nvSpPr>
            <p:cNvPr id="321" name="keys" descr="Editable text; source id keys"/>
            <p:cNvSpPr txBox="1"/>
            <p:nvPr/>
          </p:nvSpPr>
          <p:spPr>
            <a:xfrm>
              <a:off x="9866811" y="539931"/>
              <a:ext cx="1132114" cy="21771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419"/>
                </a:lnSpc>
                <a:spcBef>
                  <a:spcPts val="0"/>
                </a:spcBef>
                <a:spcAft>
                  <a:spcPts val="0"/>
                </a:spcAft>
                <a:defRPr sz="1234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234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Keys (K)</a:t>
              </a:r>
            </a:p>
          </p:txBody>
        </p:sp>
        <p:grpSp>
          <p:nvGrpSpPr>
            <p:cNvPr id="468" name="ar_key_symbol" descr="ar key symbol"/>
            <p:cNvGrpSpPr/>
            <p:nvPr/>
          </p:nvGrpSpPr>
          <p:grpSpPr>
            <a:xfrm>
              <a:off x="9466216" y="696685"/>
              <a:ext cx="296091" cy="209005"/>
              <a:chOff x="9466216" y="696685"/>
              <a:chExt cx="296091" cy="209005"/>
            </a:xfrm>
          </p:grpSpPr>
          <p:sp>
            <p:nvSpPr>
              <p:cNvPr id="322" name="kar" descr="Editable text; source id kar"/>
              <p:cNvSpPr txBox="1"/>
              <p:nvPr/>
            </p:nvSpPr>
            <p:spPr>
              <a:xfrm>
                <a:off x="9466216" y="696685"/>
                <a:ext cx="156754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323" name="karsub" descr="Editable text; source id karsub"/>
              <p:cNvSpPr txBox="1"/>
              <p:nvPr/>
            </p:nvSpPr>
            <p:spPr>
              <a:xfrm>
                <a:off x="9553302" y="783771"/>
                <a:ext cx="209005" cy="12191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69" name="dm_key_symbol" descr="dm key symbol"/>
            <p:cNvGrpSpPr/>
            <p:nvPr/>
          </p:nvGrpSpPr>
          <p:grpSpPr>
            <a:xfrm>
              <a:off x="10824754" y="696685"/>
              <a:ext cx="296090" cy="209005"/>
              <a:chOff x="10824754" y="696685"/>
              <a:chExt cx="296090" cy="209005"/>
            </a:xfrm>
          </p:grpSpPr>
          <p:sp>
            <p:nvSpPr>
              <p:cNvPr id="324" name="kdm" descr="Editable text; source id kdm"/>
              <p:cNvSpPr txBox="1"/>
              <p:nvPr/>
            </p:nvSpPr>
            <p:spPr>
              <a:xfrm>
                <a:off x="10824754" y="696685"/>
                <a:ext cx="156754" cy="20029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K</a:t>
                </a:r>
              </a:p>
            </p:txBody>
          </p:sp>
          <p:sp>
            <p:nvSpPr>
              <p:cNvPr id="325" name="kdmsub" descr="Editable text; source id kdmsub"/>
              <p:cNvSpPr txBox="1"/>
              <p:nvPr/>
            </p:nvSpPr>
            <p:spPr>
              <a:xfrm>
                <a:off x="10911839" y="783771"/>
                <a:ext cx="209005" cy="12191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sp>
          <p:nvSpPr>
            <p:cNvPr id="326" name="key_ar" descr="Editable line; source id key_ar"/>
            <p:cNvSpPr/>
            <p:nvPr/>
          </p:nvSpPr>
          <p:spPr>
            <a:xfrm>
              <a:off x="8943703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0" y="2000"/>
                  </a:moveTo>
                  <a:lnTo>
                    <a:pt x="143000" y="2000"/>
                  </a:lnTo>
                  <a:lnTo>
                    <a:pt x="143000" y="0"/>
                  </a:lnTo>
                  <a:lnTo>
                    <a:pt x="150000" y="2500"/>
                  </a:lnTo>
                  <a:lnTo>
                    <a:pt x="143000" y="5000"/>
                  </a:lnTo>
                  <a:lnTo>
                    <a:pt x="1430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key_arreverse" descr="Editable line; source id key_arreverse"/>
            <p:cNvSpPr/>
            <p:nvPr/>
          </p:nvSpPr>
          <p:spPr>
            <a:xfrm>
              <a:off x="8943703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150000" y="3000"/>
                  </a:moveTo>
                  <a:lnTo>
                    <a:pt x="7000" y="3000"/>
                  </a:lnTo>
                  <a:lnTo>
                    <a:pt x="7000" y="5000"/>
                  </a:lnTo>
                  <a:lnTo>
                    <a:pt x="0" y="2500"/>
                  </a:lnTo>
                  <a:lnTo>
                    <a:pt x="7000" y="0"/>
                  </a:lnTo>
                  <a:lnTo>
                    <a:pt x="7000" y="2000"/>
                  </a:lnTo>
                  <a:lnTo>
                    <a:pt x="150000" y="2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8" name="key_dm" descr="Editable line; source id key_dm"/>
            <p:cNvSpPr/>
            <p:nvPr/>
          </p:nvSpPr>
          <p:spPr>
            <a:xfrm>
              <a:off x="10310948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0" y="2000"/>
                  </a:moveTo>
                  <a:lnTo>
                    <a:pt x="143000" y="2000"/>
                  </a:lnTo>
                  <a:lnTo>
                    <a:pt x="143000" y="0"/>
                  </a:lnTo>
                  <a:lnTo>
                    <a:pt x="150000" y="2500"/>
                  </a:lnTo>
                  <a:lnTo>
                    <a:pt x="143000" y="5000"/>
                  </a:lnTo>
                  <a:lnTo>
                    <a:pt x="143000" y="3000"/>
                  </a:lnTo>
                  <a:lnTo>
                    <a:pt x="0" y="3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9" name="key_dmreverse" descr="Editable line; source id key_dmreverse"/>
            <p:cNvSpPr/>
            <p:nvPr/>
          </p:nvSpPr>
          <p:spPr>
            <a:xfrm>
              <a:off x="10310948" y="910046"/>
              <a:ext cx="1306286" cy="43543"/>
            </a:xfrm>
            <a:custGeom>
              <a:avLst/>
              <a:gdLst/>
              <a:ahLst/>
              <a:cxnLst/>
              <a:rect l="l" t="t" r="r" b="b"/>
              <a:pathLst>
                <a:path w="150000" h="5000">
                  <a:moveTo>
                    <a:pt x="150000" y="3000"/>
                  </a:moveTo>
                  <a:lnTo>
                    <a:pt x="7000" y="3000"/>
                  </a:lnTo>
                  <a:lnTo>
                    <a:pt x="7000" y="5000"/>
                  </a:lnTo>
                  <a:lnTo>
                    <a:pt x="0" y="2500"/>
                  </a:lnTo>
                  <a:lnTo>
                    <a:pt x="7000" y="0"/>
                  </a:lnTo>
                  <a:lnTo>
                    <a:pt x="7000" y="2000"/>
                  </a:lnTo>
                  <a:lnTo>
                    <a:pt x="150000" y="2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0" name="query_ar" descr="Editable line; source id query_ar"/>
            <p:cNvSpPr/>
            <p:nvPr/>
          </p:nvSpPr>
          <p:spPr>
            <a:xfrm>
              <a:off x="8469086" y="1349829"/>
              <a:ext cx="43543" cy="1288869"/>
            </a:xfrm>
            <a:custGeom>
              <a:avLst/>
              <a:gdLst/>
              <a:ahLst/>
              <a:cxnLst/>
              <a:rect l="l" t="t" r="r" b="b"/>
              <a:pathLst>
                <a:path w="5000" h="148000">
                  <a:moveTo>
                    <a:pt x="3000" y="0"/>
                  </a:moveTo>
                  <a:lnTo>
                    <a:pt x="3000" y="141000"/>
                  </a:lnTo>
                  <a:lnTo>
                    <a:pt x="5000" y="141000"/>
                  </a:lnTo>
                  <a:lnTo>
                    <a:pt x="2500" y="148000"/>
                  </a:lnTo>
                  <a:lnTo>
                    <a:pt x="0" y="141000"/>
                  </a:lnTo>
                  <a:lnTo>
                    <a:pt x="2000" y="141000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query_arreverse" descr="Editable line; source id query_arreverse"/>
            <p:cNvSpPr/>
            <p:nvPr/>
          </p:nvSpPr>
          <p:spPr>
            <a:xfrm>
              <a:off x="8469086" y="1349829"/>
              <a:ext cx="43543" cy="1288869"/>
            </a:xfrm>
            <a:custGeom>
              <a:avLst/>
              <a:gdLst/>
              <a:ahLst/>
              <a:cxnLst/>
              <a:rect l="l" t="t" r="r" b="b"/>
              <a:pathLst>
                <a:path w="5000" h="148000">
                  <a:moveTo>
                    <a:pt x="2000" y="148000"/>
                  </a:moveTo>
                  <a:lnTo>
                    <a:pt x="2000" y="7000"/>
                  </a:lnTo>
                  <a:lnTo>
                    <a:pt x="0" y="7000"/>
                  </a:lnTo>
                  <a:lnTo>
                    <a:pt x="2500" y="0"/>
                  </a:lnTo>
                  <a:lnTo>
                    <a:pt x="5000" y="7000"/>
                  </a:lnTo>
                  <a:lnTo>
                    <a:pt x="3000" y="7000"/>
                  </a:lnTo>
                  <a:lnTo>
                    <a:pt x="3000" y="148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2" name="query_dm" descr="Editable line; source id query_dm"/>
            <p:cNvSpPr/>
            <p:nvPr/>
          </p:nvSpPr>
          <p:spPr>
            <a:xfrm>
              <a:off x="8469086" y="2717074"/>
              <a:ext cx="43543" cy="1297577"/>
            </a:xfrm>
            <a:custGeom>
              <a:avLst/>
              <a:gdLst/>
              <a:ahLst/>
              <a:cxnLst/>
              <a:rect l="l" t="t" r="r" b="b"/>
              <a:pathLst>
                <a:path w="5000" h="149000">
                  <a:moveTo>
                    <a:pt x="3000" y="0"/>
                  </a:moveTo>
                  <a:lnTo>
                    <a:pt x="3000" y="142000"/>
                  </a:lnTo>
                  <a:lnTo>
                    <a:pt x="5000" y="142000"/>
                  </a:lnTo>
                  <a:lnTo>
                    <a:pt x="2500" y="149000"/>
                  </a:lnTo>
                  <a:lnTo>
                    <a:pt x="0" y="142000"/>
                  </a:lnTo>
                  <a:lnTo>
                    <a:pt x="2000" y="142000"/>
                  </a:lnTo>
                  <a:lnTo>
                    <a:pt x="2000" y="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3" name="query_dmreverse" descr="Editable line; source id query_dmreverse"/>
            <p:cNvSpPr/>
            <p:nvPr/>
          </p:nvSpPr>
          <p:spPr>
            <a:xfrm>
              <a:off x="8469086" y="2717074"/>
              <a:ext cx="43543" cy="1297577"/>
            </a:xfrm>
            <a:custGeom>
              <a:avLst/>
              <a:gdLst/>
              <a:ahLst/>
              <a:cxnLst/>
              <a:rect l="l" t="t" r="r" b="b"/>
              <a:pathLst>
                <a:path w="5000" h="149000">
                  <a:moveTo>
                    <a:pt x="2000" y="149000"/>
                  </a:moveTo>
                  <a:lnTo>
                    <a:pt x="2000" y="7000"/>
                  </a:lnTo>
                  <a:lnTo>
                    <a:pt x="0" y="7000"/>
                  </a:lnTo>
                  <a:lnTo>
                    <a:pt x="2500" y="0"/>
                  </a:lnTo>
                  <a:lnTo>
                    <a:pt x="5000" y="7000"/>
                  </a:lnTo>
                  <a:lnTo>
                    <a:pt x="3000" y="7000"/>
                  </a:lnTo>
                  <a:lnTo>
                    <a:pt x="3000" y="149000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queries" descr="Editable text; source id queries"/>
            <p:cNvSpPr txBox="1"/>
            <p:nvPr/>
          </p:nvSpPr>
          <p:spPr>
            <a:xfrm rot="16200000">
              <a:off x="7593874" y="2516777"/>
              <a:ext cx="1062445" cy="243839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577"/>
                </a:lnSpc>
                <a:spcBef>
                  <a:spcPts val="0"/>
                </a:spcBef>
                <a:spcAft>
                  <a:spcPts val="0"/>
                </a:spcAft>
                <a:defRPr sz="1371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371" b="1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Queries (Q)</a:t>
              </a:r>
            </a:p>
          </p:txBody>
        </p:sp>
        <p:grpSp>
          <p:nvGrpSpPr>
            <p:cNvPr id="470" name="ar_query_symbol" descr="ar query symbol"/>
            <p:cNvGrpSpPr/>
            <p:nvPr/>
          </p:nvGrpSpPr>
          <p:grpSpPr>
            <a:xfrm>
              <a:off x="8247016" y="1846217"/>
              <a:ext cx="209006" cy="339634"/>
              <a:chOff x="8247016" y="1846217"/>
              <a:chExt cx="209006" cy="339634"/>
            </a:xfrm>
          </p:grpSpPr>
          <p:sp>
            <p:nvSpPr>
              <p:cNvPr id="335" name="qar" descr="Editable text; source id qar"/>
              <p:cNvSpPr txBox="1"/>
              <p:nvPr/>
            </p:nvSpPr>
            <p:spPr>
              <a:xfrm rot="16200000">
                <a:off x="8247016" y="1968137"/>
                <a:ext cx="174171" cy="217714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98"/>
                  </a:lnSpc>
                  <a:spcBef>
                    <a:spcPts val="0"/>
                  </a:spcBef>
                  <a:spcAft>
                    <a:spcPts val="0"/>
                  </a:spcAft>
                  <a:defRPr sz="1302" b="0" i="1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02" b="0" i="1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336" name="qarsub" descr="Editable text; source id qarsub"/>
              <p:cNvSpPr txBox="1"/>
              <p:nvPr/>
            </p:nvSpPr>
            <p:spPr>
              <a:xfrm rot="16200000">
                <a:off x="8255725" y="1846217"/>
                <a:ext cx="200297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1" i="0" lang="zh-CN" dirty="0">
                    <a:solidFill>
                      <a:srgbClr val="100099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71" name="dm_query_symbol" descr="dm query symbol"/>
            <p:cNvGrpSpPr/>
            <p:nvPr/>
          </p:nvGrpSpPr>
          <p:grpSpPr>
            <a:xfrm>
              <a:off x="8247016" y="3213462"/>
              <a:ext cx="209006" cy="339634"/>
              <a:chOff x="8247016" y="3213462"/>
              <a:chExt cx="209006" cy="339634"/>
            </a:xfrm>
          </p:grpSpPr>
          <p:sp>
            <p:nvSpPr>
              <p:cNvPr id="337" name="qdm" descr="Editable text; source id qdm"/>
              <p:cNvSpPr txBox="1"/>
              <p:nvPr/>
            </p:nvSpPr>
            <p:spPr>
              <a:xfrm rot="16200000">
                <a:off x="8247016" y="3335382"/>
                <a:ext cx="174171" cy="217714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498"/>
                  </a:lnSpc>
                  <a:spcBef>
                    <a:spcPts val="0"/>
                  </a:spcBef>
                  <a:spcAft>
                    <a:spcPts val="0"/>
                  </a:spcAft>
                  <a:defRPr sz="1302" b="0" i="1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302" b="0" i="1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Q</a:t>
                </a:r>
              </a:p>
            </p:txBody>
          </p:sp>
          <p:sp>
            <p:nvSpPr>
              <p:cNvPr id="338" name="qdmsub" descr="Editable text; source id qdmsub"/>
              <p:cNvSpPr txBox="1"/>
              <p:nvPr/>
            </p:nvSpPr>
            <p:spPr>
              <a:xfrm rot="16200000">
                <a:off x="8255725" y="3213462"/>
                <a:ext cx="200297" cy="13062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1" i="0" lang="zh-CN" dirty="0">
                    <a:solidFill>
                      <a:srgbClr val="A65000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</p:grpSp>
        <p:grpSp>
          <p:nvGrpSpPr>
            <p:cNvPr id="472" name="ar_vision_query" descr="ar vision query"/>
            <p:cNvGrpSpPr/>
            <p:nvPr/>
          </p:nvGrpSpPr>
          <p:grpSpPr>
            <a:xfrm>
              <a:off x="8604068" y="1314994"/>
              <a:ext cx="269965" cy="217713"/>
              <a:chOff x="8604068" y="1314994"/>
              <a:chExt cx="269965" cy="217713"/>
            </a:xfrm>
          </p:grpSpPr>
          <p:sp>
            <p:nvSpPr>
              <p:cNvPr id="339" name="rowv0" descr="Editable text; source id rowv0"/>
              <p:cNvSpPr txBox="1"/>
              <p:nvPr/>
            </p:nvSpPr>
            <p:spPr>
              <a:xfrm>
                <a:off x="8604068" y="1341119"/>
                <a:ext cx="104502" cy="18287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40" name="rowvsub0" descr="Editable text; source id rowvsub0"/>
              <p:cNvSpPr txBox="1"/>
              <p:nvPr/>
            </p:nvSpPr>
            <p:spPr>
              <a:xfrm>
                <a:off x="8691154" y="1428205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41" name="rowvsup0" descr="Editable text; source id rowvsup0"/>
              <p:cNvSpPr txBox="1"/>
              <p:nvPr/>
            </p:nvSpPr>
            <p:spPr>
              <a:xfrm>
                <a:off x="8682445" y="1314994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73" name="dm_vision_query" descr="dm vision query"/>
            <p:cNvGrpSpPr/>
            <p:nvPr/>
          </p:nvGrpSpPr>
          <p:grpSpPr>
            <a:xfrm>
              <a:off x="8604068" y="2656114"/>
              <a:ext cx="269965" cy="235130"/>
              <a:chOff x="8604068" y="2656114"/>
              <a:chExt cx="269965" cy="235130"/>
            </a:xfrm>
          </p:grpSpPr>
          <p:sp>
            <p:nvSpPr>
              <p:cNvPr id="342" name="rowv1" descr="Editable text; source id rowv1"/>
              <p:cNvSpPr txBox="1"/>
              <p:nvPr/>
            </p:nvSpPr>
            <p:spPr>
              <a:xfrm>
                <a:off x="8604068" y="2699657"/>
                <a:ext cx="104502" cy="182879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43" name="rowvsub1" descr="Editable text; source id rowvsub1"/>
              <p:cNvSpPr txBox="1"/>
              <p:nvPr/>
            </p:nvSpPr>
            <p:spPr>
              <a:xfrm>
                <a:off x="8691154" y="2786742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44" name="rowvsup1" descr="Editable text; source id rowvsup1"/>
              <p:cNvSpPr txBox="1"/>
              <p:nvPr/>
            </p:nvSpPr>
            <p:spPr>
              <a:xfrm>
                <a:off x="8682445" y="2673531"/>
                <a:ext cx="191588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345" name="rowvtilde1" descr="Editable text; source id rowvtilde1"/>
              <p:cNvSpPr txBox="1"/>
              <p:nvPr/>
            </p:nvSpPr>
            <p:spPr>
              <a:xfrm>
                <a:off x="8604068" y="2656114"/>
                <a:ext cx="104502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sp>
          <p:nvSpPr>
            <p:cNvPr id="346" name="row0" descr="Editable text; source id row0"/>
            <p:cNvSpPr txBox="1"/>
            <p:nvPr/>
          </p:nvSpPr>
          <p:spPr>
            <a:xfrm>
              <a:off x="8586651" y="1576251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grpSp>
          <p:nvGrpSpPr>
            <p:cNvPr id="474" name="language_query" descr="language query"/>
            <p:cNvGrpSpPr/>
            <p:nvPr/>
          </p:nvGrpSpPr>
          <p:grpSpPr>
            <a:xfrm>
              <a:off x="8586651" y="1802674"/>
              <a:ext cx="278674" cy="182879"/>
              <a:chOff x="8586651" y="1802674"/>
              <a:chExt cx="278674" cy="182879"/>
            </a:xfrm>
          </p:grpSpPr>
          <p:sp>
            <p:nvSpPr>
              <p:cNvPr id="347" name="row1" descr="Editable text; source id row1"/>
              <p:cNvSpPr txBox="1"/>
              <p:nvPr/>
            </p:nvSpPr>
            <p:spPr>
              <a:xfrm>
                <a:off x="8586651" y="1802674"/>
                <a:ext cx="278674" cy="17417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348" name="rowsub1" descr="Editable text; source id rowsub1"/>
              <p:cNvSpPr txBox="1"/>
              <p:nvPr/>
            </p:nvSpPr>
            <p:spPr>
              <a:xfrm>
                <a:off x="8673736" y="1881051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sp>
          <p:nvSpPr>
            <p:cNvPr id="349" name="row2" descr="Editable text; source id row2"/>
            <p:cNvSpPr txBox="1"/>
            <p:nvPr/>
          </p:nvSpPr>
          <p:spPr>
            <a:xfrm>
              <a:off x="8586651" y="2037805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sp>
          <p:nvSpPr>
            <p:cNvPr id="350" name="row3" descr="Editable text; source id row3"/>
            <p:cNvSpPr txBox="1"/>
            <p:nvPr/>
          </p:nvSpPr>
          <p:spPr>
            <a:xfrm>
              <a:off x="8586651" y="2281645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EOS</a:t>
              </a:r>
            </a:p>
          </p:txBody>
        </p:sp>
        <p:sp>
          <p:nvSpPr>
            <p:cNvPr id="351" name="row4" descr="Editable text; source id row4"/>
            <p:cNvSpPr txBox="1"/>
            <p:nvPr/>
          </p:nvSpPr>
          <p:spPr>
            <a:xfrm>
              <a:off x="8586651" y="2516777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111111"/>
                  </a:solidFill>
                  <a:latin typeface="Times New Roman"/>
                  <a:ea typeface="Times New Roman"/>
                  <a:cs typeface="Times New Roman"/>
                </a:rPr>
                <a:t>BOG</a:t>
              </a:r>
            </a:p>
          </p:txBody>
        </p:sp>
        <p:sp>
          <p:nvSpPr>
            <p:cNvPr id="352" name="row5" descr="Editable text; source id row5"/>
            <p:cNvSpPr txBox="1"/>
            <p:nvPr/>
          </p:nvSpPr>
          <p:spPr>
            <a:xfrm>
              <a:off x="8586651" y="2943497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grpSp>
          <p:nvGrpSpPr>
            <p:cNvPr id="475" name="audio_query" descr="audio query"/>
            <p:cNvGrpSpPr/>
            <p:nvPr/>
          </p:nvGrpSpPr>
          <p:grpSpPr>
            <a:xfrm>
              <a:off x="8586651" y="3108959"/>
              <a:ext cx="278674" cy="226422"/>
              <a:chOff x="8586651" y="3108959"/>
              <a:chExt cx="278674" cy="226422"/>
            </a:xfrm>
          </p:grpSpPr>
          <p:sp>
            <p:nvSpPr>
              <p:cNvPr id="353" name="row6" descr="Editable text; source id row6"/>
              <p:cNvSpPr txBox="1"/>
              <p:nvPr/>
            </p:nvSpPr>
            <p:spPr>
              <a:xfrm>
                <a:off x="8586651" y="3152502"/>
                <a:ext cx="278674" cy="17417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354" name="rowsub6" descr="Editable text; source id rowsub6"/>
              <p:cNvSpPr txBox="1"/>
              <p:nvPr/>
            </p:nvSpPr>
            <p:spPr>
              <a:xfrm>
                <a:off x="8673736" y="3230879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55" name="rowtilde6" descr="Editable text; source id rowtilde6"/>
              <p:cNvSpPr txBox="1"/>
              <p:nvPr/>
            </p:nvSpPr>
            <p:spPr>
              <a:xfrm>
                <a:off x="8604068" y="3108959"/>
                <a:ext cx="104502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sp>
          <p:nvSpPr>
            <p:cNvPr id="356" name="row7" descr="Editable text; source id row7"/>
            <p:cNvSpPr txBox="1"/>
            <p:nvPr/>
          </p:nvSpPr>
          <p:spPr>
            <a:xfrm>
              <a:off x="8586651" y="3396342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grpSp>
          <p:nvGrpSpPr>
            <p:cNvPr id="476" name="action_query" descr="action query"/>
            <p:cNvGrpSpPr/>
            <p:nvPr/>
          </p:nvGrpSpPr>
          <p:grpSpPr>
            <a:xfrm>
              <a:off x="8586651" y="3587931"/>
              <a:ext cx="278674" cy="226422"/>
              <a:chOff x="8586651" y="3587931"/>
              <a:chExt cx="278674" cy="226422"/>
            </a:xfrm>
          </p:grpSpPr>
          <p:sp>
            <p:nvSpPr>
              <p:cNvPr id="357" name="row8" descr="Editable text; source id row8"/>
              <p:cNvSpPr txBox="1"/>
              <p:nvPr/>
            </p:nvSpPr>
            <p:spPr>
              <a:xfrm>
                <a:off x="8586651" y="3631474"/>
                <a:ext cx="278674" cy="174171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358" name="rowsub8" descr="Editable text; source id rowsub8"/>
              <p:cNvSpPr txBox="1"/>
              <p:nvPr/>
            </p:nvSpPr>
            <p:spPr>
              <a:xfrm>
                <a:off x="8673736" y="3709851"/>
                <a:ext cx="78377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09"/>
                  </a:lnSpc>
                  <a:spcBef>
                    <a:spcPts val="0"/>
                  </a:spcBef>
                  <a:spcAft>
                    <a:spcPts val="0"/>
                  </a:spcAft>
                  <a:def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17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59" name="rowtilde8" descr="Editable text; source id rowtilde8"/>
              <p:cNvSpPr txBox="1"/>
              <p:nvPr/>
            </p:nvSpPr>
            <p:spPr>
              <a:xfrm>
                <a:off x="8604068" y="3587931"/>
                <a:ext cx="104502" cy="104502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788"/>
                  </a:lnSpc>
                  <a:spcBef>
                    <a:spcPts val="0"/>
                  </a:spcBef>
                  <a:spcAft>
                    <a:spcPts val="0"/>
                  </a:spcAft>
                  <a:def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85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sp>
          <p:nvSpPr>
            <p:cNvPr id="360" name="row9" descr="Editable text; source id row9"/>
            <p:cNvSpPr txBox="1"/>
            <p:nvPr/>
          </p:nvSpPr>
          <p:spPr>
            <a:xfrm>
              <a:off x="8586651" y="3857897"/>
              <a:ext cx="278674" cy="17417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217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defRPr>
              </a:pPr>
              <a:r>
                <a:rPr sz="1028" b="0" i="0" lang="zh-CN" dirty="0">
                  <a:solidFill>
                    <a:srgbClr val="111111"/>
                  </a:solidFill>
                  <a:latin typeface="DejaVu Sans"/>
                  <a:ea typeface="DejaVu Sans"/>
                  <a:cs typeface="DejaVu Sans"/>
                </a:rPr>
                <a:t>⋯</a:t>
              </a:r>
            </a:p>
          </p:txBody>
        </p:sp>
        <p:sp>
          <p:nvSpPr>
            <p:cNvPr id="361" name="causalmask" descr="Editable text; source id causalmask"/>
            <p:cNvSpPr txBox="1"/>
            <p:nvPr/>
          </p:nvSpPr>
          <p:spPr>
            <a:xfrm>
              <a:off x="9178834" y="1828799"/>
              <a:ext cx="827314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Causal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100099"/>
                  </a:solidFill>
                  <a:latin typeface="Times New Roman"/>
                  <a:ea typeface="Times New Roman"/>
                  <a:cs typeface="Times New Roman"/>
                </a:rPr>
                <a:t>(triangular)</a:t>
              </a:r>
            </a:p>
          </p:txBody>
        </p:sp>
        <p:sp>
          <p:nvSpPr>
            <p:cNvPr id="362" name="zero" descr="Editable text; source id zero"/>
            <p:cNvSpPr txBox="1"/>
            <p:nvPr/>
          </p:nvSpPr>
          <p:spPr>
            <a:xfrm>
              <a:off x="10633165" y="1828799"/>
              <a:ext cx="661851" cy="339634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rPr>
                <a:t>Masked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0" i="0" lang="zh-CN" dirty="0">
                  <a:solidFill>
                    <a:srgbClr val="C0C0C0"/>
                  </a:solidFill>
                  <a:latin typeface="Times New Roman"/>
                  <a:ea typeface="Times New Roman"/>
                  <a:cs typeface="Times New Roman"/>
                </a:rPr>
                <a:t>(zero)</a:t>
              </a:r>
            </a:p>
          </p:txBody>
        </p:sp>
        <p:sp>
          <p:nvSpPr>
            <p:cNvPr id="363" name="fullleft" descr="Editable text; source id fullleft"/>
            <p:cNvSpPr txBox="1"/>
            <p:nvPr/>
          </p:nvSpPr>
          <p:spPr>
            <a:xfrm>
              <a:off x="9274628" y="3196045"/>
              <a:ext cx="679268" cy="34834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attend</a:t>
              </a:r>
            </a:p>
          </p:txBody>
        </p:sp>
        <p:sp>
          <p:nvSpPr>
            <p:cNvPr id="364" name="fullright" descr="Editable text; source id fullright"/>
            <p:cNvSpPr txBox="1"/>
            <p:nvPr/>
          </p:nvSpPr>
          <p:spPr>
            <a:xfrm>
              <a:off x="10641874" y="3196045"/>
              <a:ext cx="679268" cy="348342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Full</a:t>
              </a:r>
            </a:p>
            <a:p>
              <a:pPr algn="ctr" fontAlgn="base">
                <a:lnSpc>
                  <a:spcPts val="1148"/>
                </a:lnSpc>
                <a:spcBef>
                  <a:spcPts val="0"/>
                </a:spcBef>
                <a:spcAft>
                  <a:spcPts val="0"/>
                </a:spcAft>
                <a:def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028" b="1" i="0" lang="zh-CN" dirty="0">
                  <a:solidFill>
                    <a:srgbClr val="AD5700"/>
                  </a:solidFill>
                  <a:latin typeface="Times New Roman"/>
                  <a:ea typeface="Times New Roman"/>
                  <a:cs typeface="Times New Roman"/>
                </a:rPr>
                <a:t>attend</a:t>
              </a:r>
            </a:p>
          </p:txBody>
        </p:sp>
        <p:grpSp>
          <p:nvGrpSpPr>
            <p:cNvPr id="477" name="mask_ar_legend" descr="mask ar legend"/>
            <p:cNvGrpSpPr/>
            <p:nvPr/>
          </p:nvGrpSpPr>
          <p:grpSpPr>
            <a:xfrm>
              <a:off x="8961119" y="4145279"/>
              <a:ext cx="2830286" cy="261257"/>
              <a:chOff x="8961119" y="4145279"/>
              <a:chExt cx="2830286" cy="261257"/>
            </a:xfrm>
          </p:grpSpPr>
          <p:sp>
            <p:nvSpPr>
              <p:cNvPr id="365" name="legend_ar" descr="Editable shape; source id legend_ar"/>
              <p:cNvSpPr/>
              <p:nvPr/>
            </p:nvSpPr>
            <p:spPr>
              <a:xfrm>
                <a:off x="8961119" y="4197531"/>
                <a:ext cx="139337" cy="104502"/>
              </a:xfrm>
              <a:prstGeom prst="rect">
                <a:avLst/>
              </a:prstGeom>
              <a:solidFill>
                <a:srgbClr val="B1ADEB"/>
              </a:solidFill>
              <a:ln w="6095">
                <a:solidFill>
                  <a:srgbClr val="DDDDD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6" name="legend_artxt" descr="Editable text; source id legend_artxt"/>
              <p:cNvSpPr txBox="1"/>
              <p:nvPr/>
            </p:nvSpPr>
            <p:spPr>
              <a:xfrm>
                <a:off x="9178834" y="4145279"/>
                <a:ext cx="2612571" cy="26125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655"/>
                  </a:lnSpc>
                  <a:spcBef>
                    <a:spcPts val="0"/>
                  </a:spcBef>
                  <a:spcAft>
                    <a:spcPts val="0"/>
                  </a:spcAft>
                  <a:def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AR causal self-attention</a:t>
                </a:r>
              </a:p>
            </p:txBody>
          </p:sp>
        </p:grpSp>
        <p:grpSp>
          <p:nvGrpSpPr>
            <p:cNvPr id="478" name="mask_dm_legend" descr="mask dm legend"/>
            <p:cNvGrpSpPr/>
            <p:nvPr/>
          </p:nvGrpSpPr>
          <p:grpSpPr>
            <a:xfrm>
              <a:off x="8961119" y="4371702"/>
              <a:ext cx="2830286" cy="261257"/>
              <a:chOff x="8961119" y="4371702"/>
              <a:chExt cx="2830286" cy="261257"/>
            </a:xfrm>
          </p:grpSpPr>
          <p:sp>
            <p:nvSpPr>
              <p:cNvPr id="367" name="legend_dm" descr="Editable shape; source id legend_dm"/>
              <p:cNvSpPr/>
              <p:nvPr/>
            </p:nvSpPr>
            <p:spPr>
              <a:xfrm>
                <a:off x="8961119" y="4423954"/>
                <a:ext cx="139337" cy="104502"/>
              </a:xfrm>
              <a:prstGeom prst="rect">
                <a:avLst/>
              </a:prstGeom>
              <a:solidFill>
                <a:srgbClr val="EDCDAB"/>
              </a:solidFill>
              <a:ln w="6095">
                <a:solidFill>
                  <a:srgbClr val="DDDDD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8" name="legend_dmtxt" descr="Editable text; source id legend_dmtxt"/>
              <p:cNvSpPr txBox="1"/>
              <p:nvPr/>
            </p:nvSpPr>
            <p:spPr>
              <a:xfrm>
                <a:off x="9178834" y="4371702"/>
                <a:ext cx="2612571" cy="261257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655"/>
                  </a:lnSpc>
                  <a:spcBef>
                    <a:spcPts val="0"/>
                  </a:spcBef>
                  <a:spcAft>
                    <a:spcPts val="0"/>
                  </a:spcAft>
                  <a:def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439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DM full attention</a:t>
                </a:r>
              </a:p>
            </p:txBody>
          </p:sp>
        </p:grpSp>
        <p:grpSp>
          <p:nvGrpSpPr>
            <p:cNvPr id="479" name="diag_v_ar_formula" descr="diag v ar formula"/>
            <p:cNvGrpSpPr/>
            <p:nvPr/>
          </p:nvGrpSpPr>
          <p:grpSpPr>
            <a:xfrm>
              <a:off x="8948419" y="1057886"/>
              <a:ext cx="124883" cy="226136"/>
              <a:chOff x="8948419" y="1057886"/>
              <a:chExt cx="124883" cy="226136"/>
            </a:xfrm>
          </p:grpSpPr>
          <p:sp>
            <p:nvSpPr>
              <p:cNvPr id="369" name="diag_v_ar_0" descr="Editable text; source id diag_v_ar_0"/>
              <p:cNvSpPr txBox="1"/>
              <p:nvPr/>
            </p:nvSpPr>
            <p:spPr>
              <a:xfrm rot="18900000">
                <a:off x="8948419" y="1130752"/>
                <a:ext cx="67491" cy="153270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03"/>
                  </a:lnSpc>
                  <a:spcBef>
                    <a:spcPts val="0"/>
                  </a:spcBef>
                  <a:spcAft>
                    <a:spcPts val="0"/>
                  </a:spcAft>
                  <a:defRPr sz="959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959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70" name="diag_v_ar_1" descr="Editable text; source id diag_v_ar_1"/>
              <p:cNvSpPr txBox="1"/>
              <p:nvPr/>
            </p:nvSpPr>
            <p:spPr>
              <a:xfrm rot="18900000">
                <a:off x="9021051" y="1144866"/>
                <a:ext cx="52251" cy="104198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71" name="diag_v_ar_2" descr="Editable text; source id diag_v_ar_2"/>
              <p:cNvSpPr txBox="1"/>
              <p:nvPr/>
            </p:nvSpPr>
            <p:spPr>
              <a:xfrm rot="18900000">
                <a:off x="8948950" y="1057886"/>
                <a:ext cx="124097" cy="104198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23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AR</a:t>
                </a:r>
              </a:p>
            </p:txBody>
          </p:sp>
        </p:grpSp>
        <p:grpSp>
          <p:nvGrpSpPr>
            <p:cNvPr id="480" name="diag_dots1_formula" descr="diag dots1 formula"/>
            <p:cNvGrpSpPr/>
            <p:nvPr/>
          </p:nvGrpSpPr>
          <p:grpSpPr>
            <a:xfrm>
              <a:off x="9153620" y="1038839"/>
              <a:ext cx="139891" cy="241782"/>
              <a:chOff x="9153620" y="1038839"/>
              <a:chExt cx="139891" cy="241782"/>
            </a:xfrm>
          </p:grpSpPr>
          <p:sp>
            <p:nvSpPr>
              <p:cNvPr id="372" name="diag_dots1_0" descr="Editable text; source id diag_dots1_0"/>
              <p:cNvSpPr txBox="1"/>
              <p:nvPr/>
            </p:nvSpPr>
            <p:spPr>
              <a:xfrm rot="18900000">
                <a:off x="9153620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3" name="diag_dots1_1" descr="Editable text; source id diag_dots1_1"/>
              <p:cNvSpPr txBox="1"/>
              <p:nvPr/>
            </p:nvSpPr>
            <p:spPr>
              <a:xfrm rot="18900000">
                <a:off x="9202883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4" name="diag_dots1_2" descr="Editable text; source id diag_dots1_2"/>
              <p:cNvSpPr txBox="1"/>
              <p:nvPr/>
            </p:nvSpPr>
            <p:spPr>
              <a:xfrm rot="18900000">
                <a:off x="9252146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grpSp>
          <p:nvGrpSpPr>
            <p:cNvPr id="481" name="diag_l_formula" descr="diag l formula"/>
            <p:cNvGrpSpPr/>
            <p:nvPr/>
          </p:nvGrpSpPr>
          <p:grpSpPr>
            <a:xfrm>
              <a:off x="9392171" y="1137225"/>
              <a:ext cx="128207" cy="163285"/>
              <a:chOff x="9392171" y="1137225"/>
              <a:chExt cx="128207" cy="163285"/>
            </a:xfrm>
          </p:grpSpPr>
          <p:sp>
            <p:nvSpPr>
              <p:cNvPr id="375" name="diag_l_0" descr="Editable text; source id diag_l_0"/>
              <p:cNvSpPr txBox="1"/>
              <p:nvPr/>
            </p:nvSpPr>
            <p:spPr>
              <a:xfrm rot="18900000">
                <a:off x="9392171" y="1137225"/>
                <a:ext cx="52251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l</a:t>
                </a:r>
              </a:p>
            </p:txBody>
          </p:sp>
          <p:sp>
            <p:nvSpPr>
              <p:cNvPr id="376" name="diag_l_1" descr="Editable text; source id diag_l_1"/>
              <p:cNvSpPr txBox="1"/>
              <p:nvPr/>
            </p:nvSpPr>
            <p:spPr>
              <a:xfrm rot="18900000">
                <a:off x="9463773" y="1148003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</p:grpSp>
        <p:grpSp>
          <p:nvGrpSpPr>
            <p:cNvPr id="482" name="diag_dots2_formula" descr="diag dots2 formula"/>
            <p:cNvGrpSpPr/>
            <p:nvPr/>
          </p:nvGrpSpPr>
          <p:grpSpPr>
            <a:xfrm>
              <a:off x="9606466" y="1038839"/>
              <a:ext cx="139891" cy="241782"/>
              <a:chOff x="9606466" y="1038839"/>
              <a:chExt cx="139891" cy="241782"/>
            </a:xfrm>
          </p:grpSpPr>
          <p:sp>
            <p:nvSpPr>
              <p:cNvPr id="377" name="diag_dots2_0" descr="Editable text; source id diag_dots2_0"/>
              <p:cNvSpPr txBox="1"/>
              <p:nvPr/>
            </p:nvSpPr>
            <p:spPr>
              <a:xfrm rot="18900000">
                <a:off x="9606466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8" name="diag_dots2_1" descr="Editable text; source id diag_dots2_1"/>
              <p:cNvSpPr txBox="1"/>
              <p:nvPr/>
            </p:nvSpPr>
            <p:spPr>
              <a:xfrm rot="18900000">
                <a:off x="9655729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79" name="diag_dots2_2" descr="Editable text; source id diag_dots2_2"/>
              <p:cNvSpPr txBox="1"/>
              <p:nvPr/>
            </p:nvSpPr>
            <p:spPr>
              <a:xfrm rot="18900000">
                <a:off x="9704992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sp>
          <p:nvSpPr>
            <p:cNvPr id="380" name="diag_eos_0" descr="Editable text; source id diag_eos_0"/>
            <p:cNvSpPr txBox="1"/>
            <p:nvPr/>
          </p:nvSpPr>
          <p:spPr>
            <a:xfrm rot="18900000">
              <a:off x="9836850" y="1128393"/>
              <a:ext cx="176348" cy="113211"/>
            </a:xfrm>
            <a:prstGeom prst="rect">
              <a:avLst/>
            </a:prstGeom>
            <a:noFill/>
            <a:effectLst/>
          </p:spPr>
          <p:txBody>
            <a:bodyPr wrap="none" anchor="t" tIns="4354" rIns="0" bIns="0" lIns="4354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EOS</a:t>
              </a:r>
            </a:p>
          </p:txBody>
        </p:sp>
        <p:sp>
          <p:nvSpPr>
            <p:cNvPr id="381" name="diag_bog_0" descr="Editable text; source id diag_bog_0"/>
            <p:cNvSpPr txBox="1"/>
            <p:nvPr/>
          </p:nvSpPr>
          <p:spPr>
            <a:xfrm rot="18900000">
              <a:off x="10060084" y="1120696"/>
              <a:ext cx="198119" cy="113211"/>
            </a:xfrm>
            <a:prstGeom prst="rect">
              <a:avLst/>
            </a:prstGeom>
            <a:noFill/>
            <a:effectLst/>
          </p:spPr>
          <p:txBody>
            <a:bodyPr wrap="none" anchor="t" tIns="4354" rIns="0" bIns="0" lIns="4354" anchorCtr="0" vertOverflow="overflow">
              <a:noAutofit/>
            </a:bodyPr>
            <a:lstStyle/>
            <a:p>
              <a:pPr algn="l" fontAlgn="base">
                <a:lnSpc>
                  <a:spcPts val="788"/>
                </a:lnSpc>
                <a:spcBef>
                  <a:spcPts val="0"/>
                </a:spcBef>
                <a:spcAft>
                  <a:spcPts val="0"/>
                </a:spcAft>
                <a:def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685" b="0" i="0" lang="zh-CN" dirty="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</a:rPr>
                <a:t>BOG</a:t>
              </a:r>
            </a:p>
          </p:txBody>
        </p:sp>
        <p:grpSp>
          <p:nvGrpSpPr>
            <p:cNvPr id="483" name="diag_v_dm_formula" descr="diag v dm formula"/>
            <p:cNvGrpSpPr/>
            <p:nvPr/>
          </p:nvGrpSpPr>
          <p:grpSpPr>
            <a:xfrm>
              <a:off x="10320539" y="1022536"/>
              <a:ext cx="190976" cy="271046"/>
              <a:chOff x="10320539" y="1022536"/>
              <a:chExt cx="190976" cy="271046"/>
            </a:xfrm>
          </p:grpSpPr>
          <p:sp>
            <p:nvSpPr>
              <p:cNvPr id="382" name="diag_v_dm_0" descr="Editable text; source id diag_v_dm_0"/>
              <p:cNvSpPr txBox="1"/>
              <p:nvPr/>
            </p:nvSpPr>
            <p:spPr>
              <a:xfrm rot="18900000">
                <a:off x="10355953" y="1130297"/>
                <a:ext cx="71845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v</a:t>
                </a:r>
              </a:p>
            </p:txBody>
          </p:sp>
          <p:sp>
            <p:nvSpPr>
              <p:cNvPr id="383" name="diag_v_dm_1" descr="Editable text; source id diag_v_dm_1"/>
              <p:cNvSpPr txBox="1"/>
              <p:nvPr/>
            </p:nvSpPr>
            <p:spPr>
              <a:xfrm rot="18900000">
                <a:off x="10430424" y="1148003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84" name="diag_v_dm_2" descr="Editable text; source id diag_v_dm_2"/>
              <p:cNvSpPr txBox="1"/>
              <p:nvPr/>
            </p:nvSpPr>
            <p:spPr>
              <a:xfrm rot="18900000">
                <a:off x="10361293" y="1022536"/>
                <a:ext cx="150222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DM</a:t>
                </a:r>
              </a:p>
            </p:txBody>
          </p:sp>
          <p:sp>
            <p:nvSpPr>
              <p:cNvPr id="385" name="diag_v_dm_3" descr="Editable text; source id diag_v_dm_3"/>
              <p:cNvSpPr txBox="1"/>
              <p:nvPr/>
            </p:nvSpPr>
            <p:spPr>
              <a:xfrm rot="18900000">
                <a:off x="10320539" y="1102698"/>
                <a:ext cx="65314" cy="125729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887"/>
                  </a:lnSpc>
                  <a:spcBef>
                    <a:spcPts val="0"/>
                  </a:spcBef>
                  <a:spcAft>
                    <a:spcPts val="0"/>
                  </a:spcAft>
                  <a:def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84" name="diag_dots3_formula" descr="diag dots3 formula"/>
            <p:cNvGrpSpPr/>
            <p:nvPr/>
          </p:nvGrpSpPr>
          <p:grpSpPr>
            <a:xfrm>
              <a:off x="10520865" y="1038839"/>
              <a:ext cx="139892" cy="241782"/>
              <a:chOff x="10520865" y="1038839"/>
              <a:chExt cx="139892" cy="241782"/>
            </a:xfrm>
          </p:grpSpPr>
          <p:sp>
            <p:nvSpPr>
              <p:cNvPr id="386" name="diag_dots3_0" descr="Editable text; source id diag_dots3_0"/>
              <p:cNvSpPr txBox="1"/>
              <p:nvPr/>
            </p:nvSpPr>
            <p:spPr>
              <a:xfrm rot="18900000">
                <a:off x="10520865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87" name="diag_dots3_1" descr="Editable text; source id diag_dots3_1"/>
              <p:cNvSpPr txBox="1"/>
              <p:nvPr/>
            </p:nvSpPr>
            <p:spPr>
              <a:xfrm rot="18900000">
                <a:off x="10570129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88" name="diag_dots3_2" descr="Editable text; source id diag_dots3_2"/>
              <p:cNvSpPr txBox="1"/>
              <p:nvPr/>
            </p:nvSpPr>
            <p:spPr>
              <a:xfrm rot="18900000">
                <a:off x="10619392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grpSp>
          <p:nvGrpSpPr>
            <p:cNvPr id="485" name="diag_s_formula" descr="diag s formula"/>
            <p:cNvGrpSpPr/>
            <p:nvPr/>
          </p:nvGrpSpPr>
          <p:grpSpPr>
            <a:xfrm>
              <a:off x="10747259" y="1093990"/>
              <a:ext cx="166490" cy="193962"/>
              <a:chOff x="10747259" y="1093990"/>
              <a:chExt cx="166490" cy="193962"/>
            </a:xfrm>
          </p:grpSpPr>
          <p:sp>
            <p:nvSpPr>
              <p:cNvPr id="389" name="diag_s_0" descr="Editable text; source id diag_s_0"/>
              <p:cNvSpPr txBox="1"/>
              <p:nvPr/>
            </p:nvSpPr>
            <p:spPr>
              <a:xfrm rot="18900000">
                <a:off x="10781771" y="1124667"/>
                <a:ext cx="67491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6531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s</a:t>
                </a:r>
              </a:p>
            </p:txBody>
          </p:sp>
          <p:sp>
            <p:nvSpPr>
              <p:cNvPr id="390" name="diag_s_1" descr="Editable text; source id diag_s_1"/>
              <p:cNvSpPr txBox="1"/>
              <p:nvPr/>
            </p:nvSpPr>
            <p:spPr>
              <a:xfrm rot="18900000">
                <a:off x="10857144" y="1139295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91" name="diag_s_2" descr="Editable text; source id diag_s_2"/>
              <p:cNvSpPr txBox="1"/>
              <p:nvPr/>
            </p:nvSpPr>
            <p:spPr>
              <a:xfrm rot="18900000">
                <a:off x="10747259" y="1093990"/>
                <a:ext cx="65314" cy="125729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887"/>
                  </a:lnSpc>
                  <a:spcBef>
                    <a:spcPts val="0"/>
                  </a:spcBef>
                  <a:spcAft>
                    <a:spcPts val="0"/>
                  </a:spcAft>
                  <a:def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86" name="diag_dots4_formula" descr="diag dots4 formula"/>
            <p:cNvGrpSpPr/>
            <p:nvPr/>
          </p:nvGrpSpPr>
          <p:grpSpPr>
            <a:xfrm>
              <a:off x="10982420" y="1038839"/>
              <a:ext cx="139891" cy="241782"/>
              <a:chOff x="10982420" y="1038839"/>
              <a:chExt cx="139891" cy="241782"/>
            </a:xfrm>
          </p:grpSpPr>
          <p:sp>
            <p:nvSpPr>
              <p:cNvPr id="392" name="diag_dots4_0" descr="Editable text; source id diag_dots4_0"/>
              <p:cNvSpPr txBox="1"/>
              <p:nvPr/>
            </p:nvSpPr>
            <p:spPr>
              <a:xfrm rot="18900000">
                <a:off x="10982420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93" name="diag_dots4_1" descr="Editable text; source id diag_dots4_1"/>
              <p:cNvSpPr txBox="1"/>
              <p:nvPr/>
            </p:nvSpPr>
            <p:spPr>
              <a:xfrm rot="18900000">
                <a:off x="11031683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94" name="diag_dots4_2" descr="Editable text; source id diag_dots4_2"/>
              <p:cNvSpPr txBox="1"/>
              <p:nvPr/>
            </p:nvSpPr>
            <p:spPr>
              <a:xfrm rot="18900000">
                <a:off x="11080946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  <p:grpSp>
          <p:nvGrpSpPr>
            <p:cNvPr id="487" name="diag_a_formula" descr="diag a formula"/>
            <p:cNvGrpSpPr/>
            <p:nvPr/>
          </p:nvGrpSpPr>
          <p:grpSpPr>
            <a:xfrm>
              <a:off x="11200105" y="1093990"/>
              <a:ext cx="166490" cy="188574"/>
              <a:chOff x="11200105" y="1093990"/>
              <a:chExt cx="166490" cy="188574"/>
            </a:xfrm>
          </p:grpSpPr>
          <p:sp>
            <p:nvSpPr>
              <p:cNvPr id="395" name="diag_a_0" descr="Editable text; source id diag_a_0"/>
              <p:cNvSpPr txBox="1"/>
              <p:nvPr/>
            </p:nvSpPr>
            <p:spPr>
              <a:xfrm rot="18900000">
                <a:off x="11234562" y="1119279"/>
                <a:ext cx="78377" cy="16328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182"/>
                  </a:lnSpc>
                  <a:spcBef>
                    <a:spcPts val="0"/>
                  </a:spcBef>
                  <a:spcAft>
                    <a:spcPts val="0"/>
                  </a:spcAft>
                  <a:def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028" b="0" i="1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a</a:t>
                </a:r>
              </a:p>
            </p:txBody>
          </p:sp>
          <p:sp>
            <p:nvSpPr>
              <p:cNvPr id="396" name="diag_a_1" descr="Editable text; source id diag_a_1"/>
              <p:cNvSpPr txBox="1"/>
              <p:nvPr/>
            </p:nvSpPr>
            <p:spPr>
              <a:xfrm rot="18900000">
                <a:off x="11309990" y="1139295"/>
                <a:ext cx="56605" cy="110707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768"/>
                  </a:lnSpc>
                  <a:spcBef>
                    <a:spcPts val="0"/>
                  </a:spcBef>
                  <a:spcAft>
                    <a:spcPts val="0"/>
                  </a:spcAft>
                  <a:def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668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1</a:t>
                </a:r>
              </a:p>
            </p:txBody>
          </p:sp>
          <p:sp>
            <p:nvSpPr>
              <p:cNvPr id="397" name="diag_a_2" descr="Editable text; source id diag_a_2"/>
              <p:cNvSpPr txBox="1"/>
              <p:nvPr/>
            </p:nvSpPr>
            <p:spPr>
              <a:xfrm rot="18900000">
                <a:off x="11200105" y="1093990"/>
                <a:ext cx="65314" cy="125729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887"/>
                  </a:lnSpc>
                  <a:spcBef>
                    <a:spcPts val="0"/>
                  </a:spcBef>
                  <a:spcAft>
                    <a:spcPts val="0"/>
                  </a:spcAft>
                  <a:def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77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~</a:t>
                </a:r>
              </a:p>
            </p:txBody>
          </p:sp>
        </p:grpSp>
        <p:grpSp>
          <p:nvGrpSpPr>
            <p:cNvPr id="488" name="diag_dots5_formula" descr="diag dots5 formula"/>
            <p:cNvGrpSpPr/>
            <p:nvPr/>
          </p:nvGrpSpPr>
          <p:grpSpPr>
            <a:xfrm>
              <a:off x="11435265" y="1038839"/>
              <a:ext cx="139892" cy="241782"/>
              <a:chOff x="11435265" y="1038839"/>
              <a:chExt cx="139892" cy="241782"/>
            </a:xfrm>
          </p:grpSpPr>
          <p:sp>
            <p:nvSpPr>
              <p:cNvPr id="398" name="diag_dots5_0" descr="Editable text; source id diag_dots5_0"/>
              <p:cNvSpPr txBox="1"/>
              <p:nvPr/>
            </p:nvSpPr>
            <p:spPr>
              <a:xfrm rot="18900000">
                <a:off x="11435265" y="1137366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399" name="diag_dots5_1" descr="Editable text; source id diag_dots5_1"/>
              <p:cNvSpPr txBox="1"/>
              <p:nvPr/>
            </p:nvSpPr>
            <p:spPr>
              <a:xfrm rot="18900000">
                <a:off x="11484529" y="1088103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  <p:sp>
            <p:nvSpPr>
              <p:cNvPr id="400" name="diag_dots5_2" descr="Editable text; source id diag_dots5_2"/>
              <p:cNvSpPr txBox="1"/>
              <p:nvPr/>
            </p:nvSpPr>
            <p:spPr>
              <a:xfrm rot="18900000">
                <a:off x="11533792" y="1038839"/>
                <a:ext cx="41365" cy="143255"/>
              </a:xfrm>
              <a:prstGeom prst="rect">
                <a:avLst/>
              </a:prstGeom>
              <a:noFill/>
              <a:effectLst/>
            </p:spPr>
            <p:txBody>
              <a:bodyPr wrap="none" anchor="t" tIns="4354" rIns="0" bIns="0" lIns="4354" anchorCtr="0" vertOverflow="overflow">
                <a:noAutofit/>
              </a:bodyPr>
              <a:lstStyle/>
              <a:p>
                <a:pPr algn="l" fontAlgn="base">
                  <a:lnSpc>
                    <a:spcPts val="1025"/>
                  </a:lnSpc>
                  <a:spcBef>
                    <a:spcPts val="0"/>
                  </a:spcBef>
                  <a:spcAft>
                    <a:spcPts val="0"/>
                  </a:spcAft>
                  <a:def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891" b="0" i="0" lang="zh-CN" dirty="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</a:rPr>
                  <a:t>.</a:t>
                </a:r>
              </a:p>
            </p:txBody>
          </p:sp>
        </p:grpSp>
      </p:grpSp>
      <p:grpSp>
        <p:nvGrpSpPr>
          <p:cNvPr id="497" name="token_category_legend" descr="token category legend"/>
          <p:cNvGrpSpPr/>
          <p:nvPr/>
        </p:nvGrpSpPr>
        <p:grpSpPr>
          <a:xfrm>
            <a:off x="827314" y="4990011"/>
            <a:ext cx="10537371" cy="374468"/>
            <a:chOff x="827314" y="4990011"/>
            <a:chExt cx="10537371" cy="374468"/>
          </a:xfrm>
        </p:grpSpPr>
        <p:sp>
          <p:nvSpPr>
            <p:cNvPr id="401" name="tokenlegend" descr="Editable shape; source id tokenlegend"/>
            <p:cNvSpPr/>
            <p:nvPr/>
          </p:nvSpPr>
          <p:spPr>
            <a:xfrm>
              <a:off x="827314" y="4990011"/>
              <a:ext cx="10537371" cy="374468"/>
            </a:xfrm>
            <a:prstGeom prst="rect">
              <a:avLst/>
            </a:prstGeom>
            <a:noFill/>
            <a:ln w="8708">
              <a:solidFill>
                <a:srgbClr val="BFBFB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2" name="tokensheading" descr="Editable text; source id tokensheading"/>
            <p:cNvSpPr txBox="1"/>
            <p:nvPr/>
          </p:nvSpPr>
          <p:spPr>
            <a:xfrm>
              <a:off x="914399" y="5042262"/>
              <a:ext cx="905691" cy="296091"/>
            </a:xfrm>
            <a:prstGeom prst="rect">
              <a:avLst/>
            </a:prstGeom>
            <a:noFill/>
            <a:effectLst/>
          </p:spPr>
          <p:txBody>
            <a:bodyPr wrap="none" anchor="t" tIns="0" rIns="0" bIns="0" lIns="0" anchorCtr="0" vertOverflow="overflow">
              <a:noAutofit/>
            </a:bodyPr>
            <a:lstStyle/>
            <a:p>
              <a:pPr algn="l" fontAlgn="base">
                <a:lnSpc>
                  <a:spcPts val="1971"/>
                </a:lnSpc>
                <a:spcBef>
                  <a:spcPts val="0"/>
                </a:spcBef>
                <a:spcAft>
                  <a:spcPts val="0"/>
                </a:spcAft>
                <a:def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defRPr>
              </a:pPr>
              <a:r>
                <a:rPr sz="1714" b="1" i="0" lang="zh-CN" dirty="0">
                  <a:solidFill>
                    <a:srgbClr val="626262"/>
                  </a:solidFill>
                  <a:latin typeface="Times New Roman"/>
                  <a:ea typeface="Times New Roman"/>
                  <a:cs typeface="Times New Roman"/>
                </a:rPr>
                <a:t>Tokens:</a:t>
              </a:r>
            </a:p>
          </p:txBody>
        </p:sp>
        <p:grpSp>
          <p:nvGrpSpPr>
            <p:cNvPr id="490" name="legend_entry_v" descr="legend entry v"/>
            <p:cNvGrpSpPr/>
            <p:nvPr/>
          </p:nvGrpSpPr>
          <p:grpSpPr>
            <a:xfrm>
              <a:off x="1898468" y="5033554"/>
              <a:ext cx="1602376" cy="313508"/>
              <a:chOff x="1898468" y="5033554"/>
              <a:chExt cx="1602376" cy="313508"/>
            </a:xfrm>
          </p:grpSpPr>
          <p:sp>
            <p:nvSpPr>
              <p:cNvPr id="403" name="legend_v" descr="Editable shape; source id legend_v"/>
              <p:cNvSpPr/>
              <p:nvPr/>
            </p:nvSpPr>
            <p:spPr>
              <a:xfrm>
                <a:off x="1898468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0E5F0"/>
              </a:solidFill>
              <a:ln w="10450">
                <a:solidFill>
                  <a:srgbClr val="005A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4" name="legend_txtv" descr="Editable text; source id legend_txtv"/>
              <p:cNvSpPr txBox="1"/>
              <p:nvPr/>
            </p:nvSpPr>
            <p:spPr>
              <a:xfrm>
                <a:off x="2281645" y="5033554"/>
                <a:ext cx="1219199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Vision (AR)</a:t>
                </a:r>
              </a:p>
            </p:txBody>
          </p:sp>
        </p:grpSp>
        <p:grpSp>
          <p:nvGrpSpPr>
            <p:cNvPr id="491" name="legend_entry_l" descr="legend entry l"/>
            <p:cNvGrpSpPr/>
            <p:nvPr/>
          </p:nvGrpSpPr>
          <p:grpSpPr>
            <a:xfrm>
              <a:off x="3553097" y="5033554"/>
              <a:ext cx="1523999" cy="313508"/>
              <a:chOff x="3553097" y="5033554"/>
              <a:chExt cx="1523999" cy="313508"/>
            </a:xfrm>
          </p:grpSpPr>
          <p:sp>
            <p:nvSpPr>
              <p:cNvPr id="405" name="legend_l" descr="Editable shape; source id legend_l"/>
              <p:cNvSpPr/>
              <p:nvPr/>
            </p:nvSpPr>
            <p:spPr>
              <a:xfrm>
                <a:off x="3553097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0DDFA"/>
              </a:solidFill>
              <a:ln w="10450">
                <a:solidFill>
                  <a:srgbClr val="10009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6" name="legend_txtl" descr="Editable text; source id legend_txtl"/>
              <p:cNvSpPr txBox="1"/>
              <p:nvPr/>
            </p:nvSpPr>
            <p:spPr>
              <a:xfrm>
                <a:off x="3944982" y="5033554"/>
                <a:ext cx="1132114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Language</a:t>
                </a:r>
              </a:p>
            </p:txBody>
          </p:sp>
        </p:grpSp>
        <p:grpSp>
          <p:nvGrpSpPr>
            <p:cNvPr id="492" name="legend_entry_sp" descr="legend entry sp"/>
            <p:cNvGrpSpPr/>
            <p:nvPr/>
          </p:nvGrpSpPr>
          <p:grpSpPr>
            <a:xfrm>
              <a:off x="5050971" y="5033554"/>
              <a:ext cx="1236617" cy="313508"/>
              <a:chOff x="5050971" y="5033554"/>
              <a:chExt cx="1236617" cy="313508"/>
            </a:xfrm>
          </p:grpSpPr>
          <p:sp>
            <p:nvSpPr>
              <p:cNvPr id="407" name="legend_sp" descr="Editable shape; source id legend_sp"/>
              <p:cNvSpPr/>
              <p:nvPr/>
            </p:nvSpPr>
            <p:spPr>
              <a:xfrm>
                <a:off x="5050971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ECECEC"/>
              </a:solidFill>
              <a:ln w="10450">
                <a:solidFill>
                  <a:srgbClr val="AAAAAA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8" name="legend_txtsp" descr="Editable text; source id legend_txtsp"/>
              <p:cNvSpPr txBox="1"/>
              <p:nvPr/>
            </p:nvSpPr>
            <p:spPr>
              <a:xfrm>
                <a:off x="5442857" y="5033554"/>
                <a:ext cx="844731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Special</a:t>
                </a:r>
              </a:p>
            </p:txBody>
          </p:sp>
        </p:grpSp>
        <p:grpSp>
          <p:nvGrpSpPr>
            <p:cNvPr id="493" name="legend_entry_d" descr="legend entry d"/>
            <p:cNvGrpSpPr/>
            <p:nvPr/>
          </p:nvGrpSpPr>
          <p:grpSpPr>
            <a:xfrm>
              <a:off x="6313714" y="5033554"/>
              <a:ext cx="1706879" cy="313508"/>
              <a:chOff x="6313714" y="5033554"/>
              <a:chExt cx="1706879" cy="313508"/>
            </a:xfrm>
          </p:grpSpPr>
          <p:sp>
            <p:nvSpPr>
              <p:cNvPr id="409" name="legend_d" descr="Editable shape; source id legend_d"/>
              <p:cNvSpPr/>
              <p:nvPr/>
            </p:nvSpPr>
            <p:spPr>
              <a:xfrm>
                <a:off x="6313714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BE1C5"/>
              </a:solidFill>
              <a:ln w="10450">
                <a:solidFill>
                  <a:srgbClr val="A65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0" name="legend_txtd" descr="Editable text; source id legend_txtd"/>
              <p:cNvSpPr txBox="1"/>
              <p:nvPr/>
            </p:nvSpPr>
            <p:spPr>
              <a:xfrm>
                <a:off x="6696891" y="5033554"/>
                <a:ext cx="1323702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Vision (DM)</a:t>
                </a:r>
              </a:p>
            </p:txBody>
          </p:sp>
        </p:grpSp>
        <p:grpSp>
          <p:nvGrpSpPr>
            <p:cNvPr id="494" name="legend_entry_s" descr="legend entry s"/>
            <p:cNvGrpSpPr/>
            <p:nvPr/>
          </p:nvGrpSpPr>
          <p:grpSpPr>
            <a:xfrm>
              <a:off x="8038011" y="5033554"/>
              <a:ext cx="1140822" cy="313508"/>
              <a:chOff x="8038011" y="5033554"/>
              <a:chExt cx="1140822" cy="313508"/>
            </a:xfrm>
          </p:grpSpPr>
          <p:sp>
            <p:nvSpPr>
              <p:cNvPr id="411" name="legend_s" descr="Editable shape; source id legend_s"/>
              <p:cNvSpPr/>
              <p:nvPr/>
            </p:nvSpPr>
            <p:spPr>
              <a:xfrm>
                <a:off x="8038011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EC5E0"/>
              </a:solidFill>
              <a:ln w="10450">
                <a:solidFill>
                  <a:srgbClr val="76237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2" name="legend_txts" descr="Editable text; source id legend_txts"/>
              <p:cNvSpPr txBox="1"/>
              <p:nvPr/>
            </p:nvSpPr>
            <p:spPr>
              <a:xfrm>
                <a:off x="8429896" y="5033554"/>
                <a:ext cx="748937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Audio</a:t>
                </a:r>
              </a:p>
            </p:txBody>
          </p:sp>
        </p:grpSp>
        <p:grpSp>
          <p:nvGrpSpPr>
            <p:cNvPr id="495" name="legend_entry_a" descr="legend entry a"/>
            <p:cNvGrpSpPr/>
            <p:nvPr/>
          </p:nvGrpSpPr>
          <p:grpSpPr>
            <a:xfrm>
              <a:off x="9187542" y="5033554"/>
              <a:ext cx="1184365" cy="313508"/>
              <a:chOff x="9187542" y="5033554"/>
              <a:chExt cx="1184365" cy="313508"/>
            </a:xfrm>
          </p:grpSpPr>
          <p:sp>
            <p:nvSpPr>
              <p:cNvPr id="413" name="legend_a" descr="Editable shape; source id legend_a"/>
              <p:cNvSpPr/>
              <p:nvPr/>
            </p:nvSpPr>
            <p:spPr>
              <a:xfrm>
                <a:off x="9187542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DDEADB"/>
              </a:solidFill>
              <a:ln w="10450">
                <a:solidFill>
                  <a:srgbClr val="375D37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4" name="legend_txta" descr="Editable text; source id legend_txta"/>
              <p:cNvSpPr txBox="1"/>
              <p:nvPr/>
            </p:nvSpPr>
            <p:spPr>
              <a:xfrm>
                <a:off x="9570719" y="5033554"/>
                <a:ext cx="801188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Action</a:t>
                </a:r>
              </a:p>
            </p:txBody>
          </p:sp>
        </p:grpSp>
        <p:grpSp>
          <p:nvGrpSpPr>
            <p:cNvPr id="496" name="legend_entry_n" descr="legend entry n"/>
            <p:cNvGrpSpPr/>
            <p:nvPr/>
          </p:nvGrpSpPr>
          <p:grpSpPr>
            <a:xfrm>
              <a:off x="10389325" y="5033554"/>
              <a:ext cx="957942" cy="313508"/>
              <a:chOff x="10389325" y="5033554"/>
              <a:chExt cx="957942" cy="313508"/>
            </a:xfrm>
          </p:grpSpPr>
          <p:sp>
            <p:nvSpPr>
              <p:cNvPr id="415" name="legend_n" descr="Editable shape; source id legend_n"/>
              <p:cNvSpPr/>
              <p:nvPr/>
            </p:nvSpPr>
            <p:spPr>
              <a:xfrm>
                <a:off x="10389325" y="5068388"/>
                <a:ext cx="330925" cy="217714"/>
              </a:xfrm>
              <a:prstGeom prst="roundRect">
                <a:avLst>
                  <a:gd name="adj" fmla="val 20000"/>
                </a:avLst>
              </a:prstGeom>
              <a:solidFill>
                <a:srgbClr val="F4F4F4"/>
              </a:solidFill>
              <a:ln w="10450">
                <a:solidFill>
                  <a:srgbClr val="BBBBBB"/>
                </a:solidFill>
                <a:custDash>
                  <a:ds d="416667" sp="416667"/>
                </a:custDash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6" name="legend_txtn" descr="Editable text; source id legend_txtn"/>
              <p:cNvSpPr txBox="1"/>
              <p:nvPr/>
            </p:nvSpPr>
            <p:spPr>
              <a:xfrm>
                <a:off x="10772502" y="5033554"/>
                <a:ext cx="574765" cy="313508"/>
              </a:xfrm>
              <a:prstGeom prst="rect">
                <a:avLst/>
              </a:prstGeom>
              <a:noFill/>
              <a:effectLst/>
            </p:spPr>
            <p:txBody>
              <a:bodyPr wrap="none" anchor="t" tIns="0" rIns="0" bIns="0" lIns="0" anchorCtr="0" vertOverflow="overflow">
                <a:noAutofit/>
              </a:bodyPr>
              <a:lstStyle/>
              <a:p>
                <a:pPr algn="l" fontAlgn="base">
                  <a:lnSpc>
                    <a:spcPts val="1971"/>
                  </a:lnSpc>
                  <a:spcBef>
                    <a:spcPts val="0"/>
                  </a:spcBef>
                  <a:spcAft>
                    <a:spcPts val="0"/>
                  </a:spcAft>
                  <a:def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defRPr>
                </a:pPr>
                <a:r>
                  <a:rPr sz="1714" b="0" i="0" lang="zh-CN" dirty="0">
                    <a:solidFill>
                      <a:srgbClr val="111111"/>
                    </a:solidFill>
                    <a:latin typeface="Times New Roman"/>
                    <a:ea typeface="Times New Roman"/>
                    <a:cs typeface="Times New Roman"/>
                  </a:rPr>
                  <a:t>Noisy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