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14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 descr="Editable text; source id title"/>
          <p:cNvSpPr txBox="1"/>
          <p:nvPr/>
        </p:nvSpPr>
        <p:spPr>
          <a:xfrm>
            <a:off x="660399" y="444499"/>
            <a:ext cx="10667999" cy="7873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369"/>
              </a:lnSpc>
              <a:spcBef>
                <a:spcPts val="0"/>
              </a:spcBef>
              <a:spcAft>
                <a:spcPts val="0"/>
              </a:spcAft>
              <a:defRPr sz="3799" b="1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3799" b="1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rPr>
              <a:t>Layout and reading order</a:t>
            </a:r>
          </a:p>
        </p:txBody>
      </p:sp>
      <p:sp>
        <p:nvSpPr>
          <p:cNvPr id="3" name="input_card" descr="Editable shape; source id input_card"/>
          <p:cNvSpPr/>
          <p:nvPr/>
        </p:nvSpPr>
        <p:spPr>
          <a:xfrm>
            <a:off x="761999" y="2235199"/>
            <a:ext cx="2806699" cy="1333499"/>
          </a:xfrm>
          <a:prstGeom prst="roundRect">
            <a:avLst>
              <a:gd name="adj" fmla="val 12380"/>
            </a:avLst>
          </a:prstGeom>
          <a:solidFill>
            <a:srgbClr val="DC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_card" descr="Editable shape; source id edit_card"/>
          <p:cNvSpPr/>
          <p:nvPr/>
        </p:nvSpPr>
        <p:spPr>
          <a:xfrm>
            <a:off x="4698999" y="2235199"/>
            <a:ext cx="2806699" cy="1333499"/>
          </a:xfrm>
          <a:prstGeom prst="roundRect">
            <a:avLst>
              <a:gd name="adj" fmla="val 12380"/>
            </a:avLst>
          </a:prstGeom>
          <a:solidFill>
            <a:srgbClr val="D9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ck_card" descr="Editable shape; source id check_card"/>
          <p:cNvSpPr/>
          <p:nvPr/>
        </p:nvSpPr>
        <p:spPr>
          <a:xfrm>
            <a:off x="8635999" y="2235199"/>
            <a:ext cx="2806699" cy="1333499"/>
          </a:xfrm>
          <a:prstGeom prst="roundRect">
            <a:avLst>
              <a:gd name="adj" fmla="val 12380"/>
            </a:avLst>
          </a:prstGeom>
          <a:solidFill>
            <a:srgbClr val="F9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input_to_edit" descr="Editable line; source id input_to_edit"/>
          <p:cNvCxnSpPr/>
          <p:nvPr/>
        </p:nvCxnSpPr>
        <p:spPr>
          <a:xfrm>
            <a:off x="3657599" y="2895599"/>
            <a:ext cx="952500" cy="0"/>
          </a:xfrm>
          <a:prstGeom prst="line">
            <a:avLst/>
          </a:prstGeom>
          <a:ln w="38099">
            <a:solidFill>
              <a:srgbClr val="5363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dit_to_check" descr="Editable line; source id edit_to_check"/>
          <p:cNvCxnSpPr/>
          <p:nvPr/>
        </p:nvCxnSpPr>
        <p:spPr>
          <a:xfrm>
            <a:off x="7594599" y="2895599"/>
            <a:ext cx="952500" cy="0"/>
          </a:xfrm>
          <a:prstGeom prst="line">
            <a:avLst/>
          </a:prstGeom>
          <a:ln w="38099">
            <a:solidFill>
              <a:srgbClr val="5363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put_label" descr="Editable text; source id input_label"/>
          <p:cNvSpPr txBox="1"/>
          <p:nvPr/>
        </p:nvSpPr>
        <p:spPr>
          <a:xfrm>
            <a:off x="1168399" y="2463799"/>
            <a:ext cx="2082799" cy="761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defRPr sz="30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30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edit_label" descr="Editable text; source id edit_label"/>
          <p:cNvSpPr txBox="1"/>
          <p:nvPr/>
        </p:nvSpPr>
        <p:spPr>
          <a:xfrm>
            <a:off x="5105399" y="2463799"/>
            <a:ext cx="2082799" cy="761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defRPr sz="30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30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10" name="check_label" descr="Editable text; source id check_label"/>
          <p:cNvSpPr txBox="1"/>
          <p:nvPr/>
        </p:nvSpPr>
        <p:spPr>
          <a:xfrm>
            <a:off x="9042399" y="2463799"/>
            <a:ext cx="2082799" cy="761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564"/>
              </a:lnSpc>
              <a:spcBef>
                <a:spcPts val="0"/>
              </a:spcBef>
              <a:spcAft>
                <a:spcPts val="0"/>
              </a:spcAft>
              <a:defRPr sz="30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30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1" name="body_panel" descr="Editable shape; source id body_panel"/>
          <p:cNvSpPr/>
          <p:nvPr/>
        </p:nvSpPr>
        <p:spPr>
          <a:xfrm>
            <a:off x="761999" y="4343399"/>
            <a:ext cx="10680699" cy="3365499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ng_labels" descr="Editable text; source id long_labels"/>
          <p:cNvSpPr txBox="1"/>
          <p:nvPr/>
        </p:nvSpPr>
        <p:spPr>
          <a:xfrm>
            <a:off x="1066799" y="4660899"/>
            <a:ext cx="10058399" cy="6603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334"/>
              </a:lnSpc>
              <a:spcBef>
                <a:spcPts val="0"/>
              </a:spcBef>
              <a:spcAft>
                <a:spcPts val="0"/>
              </a:spcAft>
              <a:defRPr sz="28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8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rPr>
              <a:t>Long labels stay inside their assigned boxes.</a:t>
            </a:r>
          </a:p>
        </p:txBody>
      </p:sp>
      <p:sp>
        <p:nvSpPr>
          <p:cNvPr id="13" name="punctuation" descr="Editable text; source id punctuation"/>
          <p:cNvSpPr txBox="1"/>
          <p:nvPr/>
        </p:nvSpPr>
        <p:spPr>
          <a:xfrm>
            <a:off x="1066799" y="5676899"/>
            <a:ext cx="10058399" cy="6603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334"/>
              </a:lnSpc>
              <a:spcBef>
                <a:spcPts val="0"/>
              </a:spcBef>
              <a:spcAft>
                <a:spcPts val="0"/>
              </a:spcAft>
              <a:defRPr sz="28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899" b="0" i="0" lang="zh-CN" dirty="0">
                <a:solidFill>
                  <a:srgbClr val="17233B"/>
                </a:solidFill>
                <a:latin typeface="Arial"/>
                <a:ea typeface="Arial"/>
                <a:cs typeface="Arial"/>
              </a:rPr>
              <a:t>Punctuation: (A + B) / C = 0.125</a:t>
            </a:r>
          </a:p>
        </p:txBody>
      </p:sp>
      <p:sp>
        <p:nvSpPr>
          <p:cNvPr id="14" name="aspect_ratio" descr="Editable text; source id aspect_ratio"/>
          <p:cNvSpPr txBox="1"/>
          <p:nvPr/>
        </p:nvSpPr>
        <p:spPr>
          <a:xfrm>
            <a:off x="1066799" y="6553199"/>
            <a:ext cx="2584449" cy="7238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074"/>
              </a:lnSpc>
              <a:spcBef>
                <a:spcPts val="0"/>
              </a:spcBef>
              <a:spcAft>
                <a:spcPts val="0"/>
              </a:spcAft>
              <a:def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defRPr>
            </a:pPr>
            <a:r>
              <a: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rPr>
              <a:t>多页保持顺序，</a:t>
            </a:r>
          </a:p>
        </p:txBody>
      </p:sp>
      <p:sp>
        <p:nvSpPr>
          <p:cNvPr id="15" name="aspect_ratio_first" descr="Editable text; source id aspect_ratio_first"/>
          <p:cNvSpPr txBox="1"/>
          <p:nvPr/>
        </p:nvSpPr>
        <p:spPr>
          <a:xfrm>
            <a:off x="3644899" y="6553199"/>
            <a:ext cx="660399" cy="7238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074"/>
              </a:lnSpc>
              <a:spcBef>
                <a:spcPts val="0"/>
              </a:spcBef>
              <a:spcAft>
                <a:spcPts val="0"/>
              </a:spcAft>
              <a:def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defRPr>
            </a:pPr>
            <a:r>
              <a: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rPr>
              <a:t>4:3</a:t>
            </a:r>
          </a:p>
        </p:txBody>
      </p:sp>
      <p:sp>
        <p:nvSpPr>
          <p:cNvPr id="16" name="aspect_ratio_and" descr="Editable text; source id aspect_ratio_and"/>
          <p:cNvSpPr txBox="1"/>
          <p:nvPr/>
        </p:nvSpPr>
        <p:spPr>
          <a:xfrm>
            <a:off x="4305299" y="6553199"/>
            <a:ext cx="495299" cy="7238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074"/>
              </a:lnSpc>
              <a:spcBef>
                <a:spcPts val="0"/>
              </a:spcBef>
              <a:spcAft>
                <a:spcPts val="0"/>
              </a:spcAft>
              <a:def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defRPr>
            </a:pPr>
            <a:r>
              <a: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rPr>
              <a:t>与</a:t>
            </a:r>
          </a:p>
        </p:txBody>
      </p:sp>
      <p:sp>
        <p:nvSpPr>
          <p:cNvPr id="17" name="aspect_ratio_second" descr="Editable text; source id aspect_ratio_second"/>
          <p:cNvSpPr txBox="1"/>
          <p:nvPr/>
        </p:nvSpPr>
        <p:spPr>
          <a:xfrm>
            <a:off x="4800599" y="6553199"/>
            <a:ext cx="812799" cy="7238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074"/>
              </a:lnSpc>
              <a:spcBef>
                <a:spcPts val="0"/>
              </a:spcBef>
              <a:spcAft>
                <a:spcPts val="0"/>
              </a:spcAft>
              <a:def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defRPr>
            </a:pPr>
            <a:r>
              <a: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rPr>
              <a:t>16:9</a:t>
            </a:r>
          </a:p>
        </p:txBody>
      </p:sp>
      <p:sp>
        <p:nvSpPr>
          <p:cNvPr id="18" name="aspect_ratio_suffix" descr="Editable text; source id aspect_ratio_suffix"/>
          <p:cNvSpPr txBox="1"/>
          <p:nvPr/>
        </p:nvSpPr>
        <p:spPr>
          <a:xfrm>
            <a:off x="5613399" y="6553199"/>
            <a:ext cx="1847849" cy="7238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074"/>
              </a:lnSpc>
              <a:spcBef>
                <a:spcPts val="0"/>
              </a:spcBef>
              <a:spcAft>
                <a:spcPts val="0"/>
              </a:spcAft>
              <a:def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defRPr>
            </a:pPr>
            <a:r>
              <a:rPr sz="2899" b="0" i="0" lang="zh-CN" dirty="0">
                <a:solidFill>
                  <a:srgbClr val="17233B"/>
                </a:solidFill>
                <a:latin typeface="苹方-简"/>
                <a:ea typeface="苹方-简"/>
                <a:cs typeface="苹方-简"/>
              </a:rPr>
              <a:t>等比适配。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and reading order — 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